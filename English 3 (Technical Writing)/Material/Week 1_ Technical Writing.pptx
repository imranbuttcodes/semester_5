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77" r:id="rId8"/>
    <p:sldId id="265" r:id="rId9"/>
    <p:sldId id="266" r:id="rId10"/>
    <p:sldId id="267" r:id="rId11"/>
    <p:sldId id="268" r:id="rId12"/>
    <p:sldId id="269" r:id="rId13"/>
    <p:sldId id="278" r:id="rId14"/>
    <p:sldId id="270" r:id="rId15"/>
    <p:sldId id="271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58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49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899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04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7491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539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39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802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400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81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4992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822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91333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36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6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297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DF6DD-C3E8-43C8-9726-076D280A62FC}" type="datetimeFigureOut">
              <a:rPr lang="en-US" smtClean="0"/>
              <a:t>10/3/2020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071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du.edu.lb/Library/Assets/Files/WritingCenter/WritingHandouts/3.13.pdf" TargetMode="External"/><Relationship Id="rId2" Type="http://schemas.openxmlformats.org/officeDocument/2006/relationships/hyperlink" Target="https://www.instructionalsolutions.com/blog/become-a-technical-writer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mtClean="0"/>
              <a:t>Introduction to Technical Writing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 1, Chapter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112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mtClean="0"/>
              <a:t>Technical Writing</a:t>
            </a:r>
            <a:endParaRPr lang="en-US" alt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mtClean="0"/>
              <a:t>“Technical writing conveys specific information about a technical subject to a specific audience for a specific purpose.”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9706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3" name="Rectangle 2"/>
          <p:cNvSpPr>
            <a:spLocks noGrp="1" noChangeArrowheads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altLang="en-US" dirty="0" smtClean="0"/>
              <a:t>Technical Writing</a:t>
            </a:r>
            <a:endParaRPr lang="en-US" altLang="en-US" dirty="0"/>
          </a:p>
        </p:txBody>
      </p:sp>
      <p:sp>
        <p:nvSpPr>
          <p:cNvPr id="942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What is technical writing?</a:t>
            </a:r>
          </a:p>
          <a:p>
            <a:pPr lvl="1"/>
            <a:r>
              <a:rPr lang="en-US" altLang="en-US" dirty="0" smtClean="0"/>
              <a:t>Writing (communication) is an essential skill for all professionals</a:t>
            </a:r>
          </a:p>
          <a:p>
            <a:pPr lvl="1"/>
            <a:r>
              <a:rPr lang="en-US" altLang="en-US" dirty="0" smtClean="0"/>
              <a:t>Technical writing is the writing of those involved in the technical fields, i.e., science and engineering.</a:t>
            </a:r>
          </a:p>
          <a:p>
            <a:r>
              <a:rPr lang="en-US" altLang="en-US" dirty="0" smtClean="0"/>
              <a:t>In science and engineering</a:t>
            </a:r>
          </a:p>
          <a:p>
            <a:pPr lvl="1"/>
            <a:r>
              <a:rPr lang="en-US" altLang="en-US" dirty="0" smtClean="0"/>
              <a:t>Write technical reports</a:t>
            </a:r>
          </a:p>
          <a:p>
            <a:pPr lvl="1"/>
            <a:r>
              <a:rPr lang="en-US" altLang="en-US" dirty="0" smtClean="0"/>
              <a:t>Write technical proposals</a:t>
            </a:r>
          </a:p>
          <a:p>
            <a:pPr lvl="1"/>
            <a:r>
              <a:rPr lang="en-US" altLang="en-US" dirty="0" smtClean="0"/>
              <a:t>Various forms of technical communication</a:t>
            </a:r>
            <a:endParaRPr lang="en-US" altLang="en-US" dirty="0"/>
          </a:p>
        </p:txBody>
      </p:sp>
      <p:sp>
        <p:nvSpPr>
          <p:cNvPr id="94212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531812" y="787782"/>
            <a:ext cx="779767" cy="365125"/>
          </a:xfrm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3200"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800"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sz="2400">
                <a:solidFill>
                  <a:schemeClr val="tx2"/>
                </a:solidFill>
                <a:latin typeface="Franklin Gothic Book" panose="020B0503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 sz="2000">
                <a:solidFill>
                  <a:schemeClr val="tx2"/>
                </a:solidFill>
                <a:latin typeface="Franklin Gothic Book" panose="020B0503020102020204" pitchFamily="34" charset="0"/>
              </a:defRPr>
            </a:lvl9pPr>
          </a:lstStyle>
          <a:p>
            <a:fld id="{B25A0975-A98A-4CCA-938D-043A85895852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8921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02036" y="0"/>
            <a:ext cx="60614" cy="113709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>
              <a:spcBef>
                <a:spcPts val="68"/>
              </a:spcBef>
            </a:pPr>
            <a:r>
              <a:rPr sz="682" dirty="0">
                <a:latin typeface="Times New Roman"/>
                <a:cs typeface="Times New Roman"/>
              </a:rPr>
              <a:t>1</a:t>
            </a:r>
            <a:endParaRPr sz="682">
              <a:latin typeface="Times New Roman"/>
              <a:cs typeface="Times New Roman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214651" y="395785"/>
            <a:ext cx="10289961" cy="5923127"/>
          </a:xfrm>
        </p:spPr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/>
              <a:t>Technical writing is broadly defined by the Society of Technical Communication as “any form of  communication that shows one of more of the following qualities:</a:t>
            </a:r>
          </a:p>
          <a:p>
            <a:pPr algn="just"/>
            <a:endParaRPr lang="en-US" dirty="0"/>
          </a:p>
          <a:p>
            <a:pPr marL="857250" lvl="1" indent="-457200" algn="just">
              <a:buFont typeface="Wingdings" panose="05000000000000000000" pitchFamily="2" charset="2"/>
              <a:buChar char="q"/>
            </a:pPr>
            <a:r>
              <a:rPr lang="en-US" dirty="0"/>
              <a:t>Communicating about technical or specialized topics, such as computer applications,  medical procedures, or environmental regulations.</a:t>
            </a:r>
          </a:p>
          <a:p>
            <a:pPr marL="857250" lvl="1" indent="-457200" algn="just">
              <a:buFont typeface="Wingdings" panose="05000000000000000000" pitchFamily="2" charset="2"/>
              <a:buChar char="q"/>
            </a:pPr>
            <a:r>
              <a:rPr lang="en-US" dirty="0"/>
              <a:t>Communicating by using technology, such as web pages, help files, or social media sites.</a:t>
            </a:r>
          </a:p>
          <a:p>
            <a:pPr marL="857250" lvl="1" indent="-457200" algn="just">
              <a:buFont typeface="Wingdings" panose="05000000000000000000" pitchFamily="2" charset="2"/>
              <a:buChar char="q"/>
            </a:pPr>
            <a:r>
              <a:rPr lang="en-US" dirty="0"/>
              <a:t>Providing instructions about how to do something, regardless of how technical the task is  or even if technology is used to create or distribute that communication.”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979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xmlns="" id="{3226C9E3-7CD2-478C-8411-3ACBEB96C6A2}"/>
              </a:ext>
            </a:extLst>
          </p:cNvPr>
          <p:cNvSpPr/>
          <p:nvPr/>
        </p:nvSpPr>
        <p:spPr>
          <a:xfrm>
            <a:off x="185530" y="255104"/>
            <a:ext cx="11820939" cy="6347792"/>
          </a:xfrm>
          <a:prstGeom prst="rect">
            <a:avLst/>
          </a:prstGeom>
          <a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7"/>
          </a:p>
        </p:txBody>
      </p:sp>
    </p:spTree>
    <p:extLst>
      <p:ext uri="{BB962C8B-B14F-4D97-AF65-F5344CB8AC3E}">
        <p14:creationId xmlns:p14="http://schemas.microsoft.com/office/powerpoint/2010/main" val="828363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Attributes of Technical Writing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has a degree of formality</a:t>
            </a:r>
          </a:p>
          <a:p>
            <a:r>
              <a:rPr lang="en-US" dirty="0" smtClean="0"/>
              <a:t>focuses on a specific subject with the purpose of making something happen or sharing useful information or knowledge</a:t>
            </a:r>
          </a:p>
          <a:p>
            <a:r>
              <a:rPr lang="en-US" dirty="0" smtClean="0"/>
              <a:t>pertains to a technical subject</a:t>
            </a:r>
          </a:p>
          <a:p>
            <a:r>
              <a:rPr lang="en-US" dirty="0" smtClean="0"/>
              <a:t>has a purpose</a:t>
            </a:r>
          </a:p>
          <a:p>
            <a:r>
              <a:rPr lang="en-US" dirty="0" smtClean="0"/>
              <a:t>has an objective</a:t>
            </a:r>
          </a:p>
          <a:p>
            <a:r>
              <a:rPr lang="en-US" dirty="0" smtClean="0"/>
              <a:t>conveys information/facts/data</a:t>
            </a:r>
          </a:p>
          <a:p>
            <a:r>
              <a:rPr lang="en-US" dirty="0" smtClean="0"/>
              <a:t>is impersonal</a:t>
            </a:r>
          </a:p>
        </p:txBody>
      </p:sp>
    </p:spTree>
    <p:extLst>
      <p:ext uri="{BB962C8B-B14F-4D97-AF65-F5344CB8AC3E}">
        <p14:creationId xmlns:p14="http://schemas.microsoft.com/office/powerpoint/2010/main" val="4268773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Attributes of Technical Writing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is concise</a:t>
            </a:r>
          </a:p>
          <a:p>
            <a:r>
              <a:rPr lang="en-US" dirty="0"/>
              <a:t>is directed</a:t>
            </a:r>
          </a:p>
          <a:p>
            <a:r>
              <a:rPr lang="en-US" dirty="0"/>
              <a:t>is performed with a particular style and in a particular format</a:t>
            </a:r>
          </a:p>
          <a:p>
            <a:r>
              <a:rPr lang="en-US" dirty="0"/>
              <a:t>is archival</a:t>
            </a:r>
          </a:p>
          <a:p>
            <a:r>
              <a:rPr lang="en-US" dirty="0"/>
              <a:t>cites contributions of others</a:t>
            </a:r>
          </a:p>
        </p:txBody>
      </p:sp>
    </p:spTree>
    <p:extLst>
      <p:ext uri="{BB962C8B-B14F-4D97-AF65-F5344CB8AC3E}">
        <p14:creationId xmlns:p14="http://schemas.microsoft.com/office/powerpoint/2010/main" val="1933725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02036" y="0"/>
            <a:ext cx="60614" cy="113709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>
              <a:spcBef>
                <a:spcPts val="68"/>
              </a:spcBef>
            </a:pPr>
            <a:r>
              <a:rPr sz="682" dirty="0">
                <a:latin typeface="Times New Roman"/>
                <a:cs typeface="Times New Roman"/>
              </a:rPr>
              <a:t>2</a:t>
            </a:r>
            <a:endParaRPr sz="682">
              <a:latin typeface="Times New Roman"/>
              <a:cs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2AC254F-8245-440A-8C96-38A3E9D533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687" y="3020582"/>
            <a:ext cx="4953112" cy="3446478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Basic purposes of technical writing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To Inform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To Instruct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To Reference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To </a:t>
            </a:r>
            <a:r>
              <a:rPr lang="en-US" dirty="0" smtClean="0"/>
              <a:t>Persuade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263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en-US" dirty="0"/>
              <a:t>Prominent Technical Writing </a:t>
            </a:r>
            <a:r>
              <a:rPr lang="en-US" dirty="0" smtClean="0"/>
              <a:t>Areas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 smtClean="0"/>
              <a:t>Financial </a:t>
            </a:r>
            <a:r>
              <a:rPr lang="en-US" dirty="0"/>
              <a:t>Services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/>
              <a:t>Manufacturing, Energy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/>
              <a:t>Consulting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/>
              <a:t>Medical Business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/>
              <a:t>Engineering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/>
              <a:t>Technical writers work in  software, consulting, academia, government, broadcasting, transportation, energy,  telecommunications, health, security, publishing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751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02036" y="0"/>
            <a:ext cx="60614" cy="113709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>
              <a:spcBef>
                <a:spcPts val="68"/>
              </a:spcBef>
            </a:pPr>
            <a:r>
              <a:rPr sz="682" dirty="0">
                <a:latin typeface="Times New Roman"/>
                <a:cs typeface="Times New Roman"/>
              </a:rPr>
              <a:t>3</a:t>
            </a:r>
            <a:endParaRPr sz="682">
              <a:latin typeface="Times New Roman"/>
              <a:cs typeface="Times New Roman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en-US" dirty="0"/>
              <a:t>The Technical Writing </a:t>
            </a:r>
            <a:r>
              <a:rPr lang="en-US" dirty="0" smtClean="0"/>
              <a:t>Process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Audience </a:t>
            </a:r>
            <a:r>
              <a:rPr lang="en-US" dirty="0"/>
              <a:t>Analysis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gather as much information as possible  about who will use the document.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/>
              <a:t>expertise in the  field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/>
              <a:t>totally new to them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/>
              <a:t>if they fall somewhere in between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/>
              <a:t>Their own expectations and needs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/>
              <a:t>Determine what the  reader is looking for when they begin to read the document.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963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9A2467D-89BA-4BAB-B80C-F9F723EA1A8E}"/>
              </a:ext>
            </a:extLst>
          </p:cNvPr>
          <p:cNvSpPr/>
          <p:nvPr/>
        </p:nvSpPr>
        <p:spPr>
          <a:xfrm>
            <a:off x="801756" y="920621"/>
            <a:ext cx="59833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x-non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D1C0B92-2C4F-4882-9F7A-7245A897F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9913" y="2415654"/>
            <a:ext cx="5102087" cy="43893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US" dirty="0"/>
              <a:t>To understand your reader, ask yourself the following questions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 smtClean="0"/>
              <a:t>Who </a:t>
            </a:r>
            <a:r>
              <a:rPr lang="en-US" dirty="0"/>
              <a:t>are they?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/>
              <a:t>What do they need?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/>
              <a:t>Where will they be reading?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/>
              <a:t>When will they be reading?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/>
              <a:t>Why will they be reading?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/>
              <a:t>How will they be reading?</a:t>
            </a:r>
            <a:endParaRPr lang="x-non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803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keep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mind how the document itself services  their needs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Tendency for experts to craft a document that shows their depth of  knowledge and to compile it in a way that is appealing for their own peer-group.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an easy  mistake that ignores how the actual reader will use the document.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write a document that is useful to the user.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347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and Planning Your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mind-map.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a wide range of information, highlight relationships and have a  high-level, visual overview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areas that are not familiar to you and require more investigation.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any topic areas that you need to research before writing.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178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Consulting with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Experts  will provide additional or parallel information that will make the information more useful to the  end reader.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may be colleagues, client contacts or external experts who are authorities on your  topic.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Engage with subject matter experts early in the process.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contact throughout  because they can add value at different stages, especially during the review.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794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 smtClean="0"/>
              <a:t>Documentation Preparation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Technical Reports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 smtClean="0"/>
              <a:t>Written </a:t>
            </a:r>
            <a:r>
              <a:rPr lang="en-US" dirty="0"/>
              <a:t>to provide information, analysis, instructions and/or  recommendations.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 smtClean="0"/>
              <a:t>Provide </a:t>
            </a:r>
            <a:r>
              <a:rPr lang="en-US" dirty="0"/>
              <a:t>the reader with enough background on a topic to be  informed and potentially make decisions.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/>
              <a:t>Example: A technical report on one phase of a company’s manufacturing process will include  information on how this phase impacts the product, the process itself, and recommendations for  optimization.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132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 smtClean="0"/>
              <a:t>Documentation Preparation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Technical Manuals</a:t>
            </a:r>
          </a:p>
          <a:p>
            <a:pPr marL="685800" lvl="1" algn="just">
              <a:buFont typeface="Arial" panose="020B0604020202020204" pitchFamily="34" charset="0"/>
              <a:buChar char="•"/>
            </a:pPr>
            <a:r>
              <a:rPr lang="en-US" dirty="0" smtClean="0"/>
              <a:t>Provide </a:t>
            </a:r>
            <a:r>
              <a:rPr lang="en-US" dirty="0"/>
              <a:t>instructions on how to use a device or program.</a:t>
            </a:r>
          </a:p>
          <a:p>
            <a:pPr marL="685800" lvl="1" algn="just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user  or sometimes a developer of that product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Examples: user manual for a vehicle; instruction manual for an alarm clock; developer’s manual  for a computer program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585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 smtClean="0"/>
              <a:t>Documentation Preparation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Emails</a:t>
            </a:r>
          </a:p>
          <a:p>
            <a:pPr marL="685800" lvl="1" algn="just">
              <a:buFont typeface="Arial" panose="020B0604020202020204" pitchFamily="34" charset="0"/>
              <a:buChar char="•"/>
            </a:pPr>
            <a:r>
              <a:rPr lang="en-US" dirty="0" smtClean="0"/>
              <a:t>Brief </a:t>
            </a:r>
            <a:r>
              <a:rPr lang="en-US" dirty="0"/>
              <a:t>form of communication, which vary depending on the goal.</a:t>
            </a:r>
          </a:p>
          <a:p>
            <a:pPr marL="685800" lvl="1" algn="just">
              <a:buFont typeface="Arial" panose="020B0604020202020204" pitchFamily="34" charset="0"/>
              <a:buChar char="•"/>
            </a:pPr>
            <a:r>
              <a:rPr lang="en-US" dirty="0" smtClean="0"/>
              <a:t>Intend </a:t>
            </a:r>
            <a:r>
              <a:rPr lang="en-US" dirty="0"/>
              <a:t>to share information, with a potential additional use to persuade or instruct.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Example: an email written to all employees with an update on human resource policy changes.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147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 smtClean="0"/>
              <a:t>Documentation Preparation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Technical Proposals</a:t>
            </a:r>
          </a:p>
          <a:p>
            <a:pPr marL="685800" lvl="1" algn="just">
              <a:buFont typeface="Arial" panose="020B0604020202020204" pitchFamily="34" charset="0"/>
              <a:buChar char="•"/>
            </a:pPr>
            <a:r>
              <a:rPr lang="en-US" dirty="0" smtClean="0"/>
              <a:t>Provide </a:t>
            </a:r>
            <a:r>
              <a:rPr lang="en-US" dirty="0"/>
              <a:t>an introduction to a new project.</a:t>
            </a:r>
          </a:p>
          <a:p>
            <a:pPr marL="685800" lvl="1" algn="just">
              <a:buFont typeface="Arial" panose="020B0604020202020204" pitchFamily="34" charset="0"/>
              <a:buChar char="•"/>
            </a:pPr>
            <a:r>
              <a:rPr lang="en-US" dirty="0" smtClean="0"/>
              <a:t>Describes </a:t>
            </a:r>
            <a:r>
              <a:rPr lang="en-US" dirty="0"/>
              <a:t>the purpose, the planned  phases or tasks, methods to be employed, expected results and benefits, and a budget.</a:t>
            </a:r>
          </a:p>
          <a:p>
            <a:pPr marL="685800" lvl="1" algn="just">
              <a:buFont typeface="Arial" panose="020B0604020202020204" pitchFamily="34" charset="0"/>
              <a:buChar char="•"/>
            </a:pPr>
            <a:r>
              <a:rPr lang="en-US" dirty="0" smtClean="0"/>
              <a:t>Acts </a:t>
            </a:r>
            <a:r>
              <a:rPr lang="en-US" dirty="0"/>
              <a:t>as an outline for the project if accepted.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Examples: a technical proposal from a franchisee to a retail company to open a new location. The  proposal includes real estate details, renovation and operations plans, revenue expectations, and  project	costs.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964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 smtClean="0"/>
              <a:t>Documentation Preparation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/>
              <a:t>Specifications</a:t>
            </a:r>
          </a:p>
          <a:p>
            <a:pPr marL="857250" lvl="1" indent="-457200" algn="just">
              <a:buFont typeface="Arial" panose="020B0604020202020204" pitchFamily="34" charset="0"/>
              <a:buChar char="•"/>
            </a:pPr>
            <a:r>
              <a:rPr lang="en-US" dirty="0"/>
              <a:t>A detailed outline of the structure, design, materials, packaging, and standards of  a product or process</a:t>
            </a:r>
          </a:p>
          <a:p>
            <a:pPr marL="857250" lvl="1" indent="-457200" algn="just">
              <a:buFont typeface="Arial" panose="020B0604020202020204" pitchFamily="34" charset="0"/>
              <a:buChar char="•"/>
            </a:pPr>
            <a:r>
              <a:rPr lang="en-US" dirty="0"/>
              <a:t>A level of detail that allows an external party to construct or reconstruct  it.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/>
              <a:t>Example: An architect provides specifications for construction of a house to a building contractor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961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 smtClean="0"/>
              <a:t>Documentation Preparation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14149" y="1282890"/>
            <a:ext cx="10890463" cy="5575110"/>
          </a:xfrm>
        </p:spPr>
        <p:txBody>
          <a:bodyPr>
            <a:normAutofit fontScale="92500"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Technical Specification Datasheets</a:t>
            </a:r>
          </a:p>
          <a:p>
            <a:pPr marL="685800" lvl="1" algn="just">
              <a:buFont typeface="Arial" panose="020B0604020202020204" pitchFamily="34" charset="0"/>
              <a:buChar char="•"/>
            </a:pPr>
            <a:r>
              <a:rPr lang="en-US" dirty="0"/>
              <a:t>Provide the technical features, characteristics with a level of  detail that allows an external party to include it within another system.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Example: a computer manufacturer provides a technical specification datasheet for a personal  computer with detailed information on its operating system, ports, and compatibility so that a  customer can connect the computer to their company’s network.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Guides and Handbooks</a:t>
            </a:r>
          </a:p>
          <a:p>
            <a:pPr marL="685800" lvl="1" algn="just">
              <a:buFont typeface="Arial" panose="020B0604020202020204" pitchFamily="34" charset="0"/>
              <a:buChar char="•"/>
            </a:pPr>
            <a:r>
              <a:rPr lang="en-US" dirty="0"/>
              <a:t>Guides and handbooks are references or sets of instructions in a form that is quickly accessible.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Example: the MLA Handbook provides a quick reference guide for a defined research writing  style.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597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 smtClean="0"/>
              <a:t>Documentation Preparation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14149" y="1282890"/>
            <a:ext cx="10890463" cy="5575110"/>
          </a:xfrm>
        </p:spPr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Standard Operating Procedure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685800" lvl="1" algn="just">
              <a:buFont typeface="Arial" panose="020B0604020202020204" pitchFamily="34" charset="0"/>
              <a:buChar char="•"/>
            </a:pPr>
            <a:r>
              <a:rPr lang="en-US" dirty="0"/>
              <a:t>A Standard Operation Procedure (SOP) is a collection of step-by-step instructions, normally for  workers, to complete routine processes. A SOP aims to increase consistency, quality and  compliance of repeat operations.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Example: laboratory employees use a standard operating procedure to complete potable water  analysis.</a:t>
            </a:r>
          </a:p>
          <a:p>
            <a:pPr marL="0" indent="0" algn="just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96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hlinkClick r:id="rId2"/>
              </a:rPr>
              <a:t>https://www.instructionalsolutions.com/blog/become-a-technical-writer</a:t>
            </a:r>
            <a:endParaRPr lang="en-US" dirty="0"/>
          </a:p>
          <a:p>
            <a:r>
              <a:rPr lang="en-US" u="sng" dirty="0">
                <a:hlinkClick r:id="rId3"/>
              </a:rPr>
              <a:t>http://www.ndu.edu.lb/Library/Assets/Files/WritingCenter/WritingHandouts/3.13.pdf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Resources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5235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5726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1036</Words>
  <Application>Microsoft Office PowerPoint</Application>
  <PresentationFormat>Widescreen</PresentationFormat>
  <Paragraphs>129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Franklin Gothic Book</vt:lpstr>
      <vt:lpstr>Times New Roman</vt:lpstr>
      <vt:lpstr>Wingdings</vt:lpstr>
      <vt:lpstr>Wingdings 2</vt:lpstr>
      <vt:lpstr>Wingdings 3</vt:lpstr>
      <vt:lpstr>Wisp</vt:lpstr>
      <vt:lpstr>Introduction to Technical Writing</vt:lpstr>
      <vt:lpstr>Technical Writing</vt:lpstr>
      <vt:lpstr>Technical Writing</vt:lpstr>
      <vt:lpstr>PowerPoint Presentation</vt:lpstr>
      <vt:lpstr>PowerPoint Presentation</vt:lpstr>
      <vt:lpstr>Attributes of Technical Writing</vt:lpstr>
      <vt:lpstr>Attributes of Technical Writing</vt:lpstr>
      <vt:lpstr>Basic purposes of technical writing</vt:lpstr>
      <vt:lpstr>Prominent Technical Writing Areas</vt:lpstr>
      <vt:lpstr>The Technical Writing Process</vt:lpstr>
      <vt:lpstr>To understand your reader, ask yourself the following questions:</vt:lpstr>
      <vt:lpstr>User Experience</vt:lpstr>
      <vt:lpstr>Mapping and Planning Your Document</vt:lpstr>
      <vt:lpstr>Consulting with Experts</vt:lpstr>
      <vt:lpstr>Documentation Preparation</vt:lpstr>
      <vt:lpstr>Documentation Preparation</vt:lpstr>
      <vt:lpstr>Documentation Preparation</vt:lpstr>
      <vt:lpstr>Documentation Preparation</vt:lpstr>
      <vt:lpstr>Documentation Preparation</vt:lpstr>
      <vt:lpstr>Documentation Preparation</vt:lpstr>
      <vt:lpstr>Documentation Preparation</vt:lpstr>
      <vt:lpstr>Resources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nargis.nadeem</dc:creator>
  <cp:lastModifiedBy>Tahira Munir</cp:lastModifiedBy>
  <cp:revision>11</cp:revision>
  <dcterms:created xsi:type="dcterms:W3CDTF">2020-09-30T05:56:14Z</dcterms:created>
  <dcterms:modified xsi:type="dcterms:W3CDTF">2020-10-03T14:01:11Z</dcterms:modified>
</cp:coreProperties>
</file>