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sldIdLst>
    <p:sldId id="256" r:id="rId2"/>
    <p:sldId id="258" r:id="rId3"/>
    <p:sldId id="273" r:id="rId4"/>
    <p:sldId id="274" r:id="rId5"/>
    <p:sldId id="259" r:id="rId6"/>
    <p:sldId id="275" r:id="rId7"/>
    <p:sldId id="276" r:id="rId8"/>
    <p:sldId id="27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91238-EFB6-4C47-A09C-1FA9AD0CB296}" type="datetimeFigureOut">
              <a:rPr lang="en-PK" smtClean="0"/>
              <a:t>04/10/2020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03821-7E88-4EC0-AA39-D708B37EA59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2829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01558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4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9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49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3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0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1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4992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22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9133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36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6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9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DF6DD-C3E8-43C8-9726-076D280A62FC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B97B395-00EF-4287-A346-B0CD28164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7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xtdayflyers.com/blog/effective-business-flyers/" TargetMode="External"/><Relationship Id="rId2" Type="http://schemas.openxmlformats.org/officeDocument/2006/relationships/hyperlink" Target="https://www.businessknowhow.com/marketing/flyer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Technical Writing: Flyers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Week 7, Chapter 7</a:t>
            </a:r>
          </a:p>
        </p:txBody>
      </p:sp>
    </p:spTree>
    <p:extLst>
      <p:ext uri="{BB962C8B-B14F-4D97-AF65-F5344CB8AC3E}">
        <p14:creationId xmlns:p14="http://schemas.microsoft.com/office/powerpoint/2010/main" val="2350231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a Flyer?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Can be as small as a postcard or as large as one, 8½ x 11 page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E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xternal correspondence sent to prospective or existing customers  </a:t>
            </a:r>
          </a:p>
          <a:p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U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sually limited to one, very specific topic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Highlights 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how </a:t>
            </a: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you or your company can meet a customer’s unique need</a:t>
            </a:r>
            <a:endParaRPr lang="en-PK" b="0" dirty="0">
              <a:solidFill>
                <a:schemeClr val="tx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85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D608-E049-46BE-B423-24E4649E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to Consider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CD0C-8255-4B3C-A829-66A06B89E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1. Limit the Length of your Flyer to one page (8½ x 11).</a:t>
            </a:r>
            <a:endParaRPr lang="en-PK" b="0" dirty="0">
              <a:solidFill>
                <a:schemeClr val="tx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2. Focus on one Specific Idea. </a:t>
            </a:r>
            <a:endParaRPr lang="en-PK" b="0" dirty="0">
              <a:solidFill>
                <a:schemeClr val="tx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3. Include a Title at the top of your Flyer. </a:t>
            </a:r>
            <a:endParaRPr lang="en-PK" b="0" dirty="0">
              <a:solidFill>
                <a:schemeClr val="tx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4. Limit your Text.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5. Increase your Font size. </a:t>
            </a:r>
            <a:endParaRPr lang="en-PK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89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C002-306E-4C17-9ABE-0227CAD47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to Consider Cont.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84D1D-D5D9-41A7-8956-BCB5A377A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99991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6. Use Graphics.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7. Use Color.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8. Use Highlighting techniques.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9. Find the “Phrase.”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10. Avoid Grammatical errors.</a:t>
            </a:r>
            <a:endParaRPr lang="en-PK" b="0" dirty="0">
              <a:solidFill>
                <a:schemeClr val="tx1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73128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0014-2E18-488D-824B-2A6616BD4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Example(s) of a Flyer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F0C9D3D-9DE6-4049-9D09-8D2129440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39" y="1587877"/>
            <a:ext cx="8701190" cy="4756651"/>
          </a:xfrm>
        </p:spPr>
      </p:pic>
    </p:spTree>
    <p:extLst>
      <p:ext uri="{BB962C8B-B14F-4D97-AF65-F5344CB8AC3E}">
        <p14:creationId xmlns:p14="http://schemas.microsoft.com/office/powerpoint/2010/main" val="2781544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0844-960A-40AB-8F30-D2C04345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Example(s) of a Business Flyer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894DD9-E9AF-4D32-9314-48EC75C1D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604" y="1280160"/>
            <a:ext cx="4309154" cy="557784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AEF14-447A-4E3F-B1FC-3BD80A90E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253" y="1332914"/>
            <a:ext cx="4309155" cy="557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12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8A75-7BD1-4F5D-89E1-21102009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Flyers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7F11-81F4-4F4C-AAC3-25680AACB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Review any two business related flyers in groups of five</a:t>
            </a:r>
          </a:p>
          <a:p>
            <a:r>
              <a:rPr lang="en-US" b="0" dirty="0">
                <a:solidFill>
                  <a:schemeClr val="tx1"/>
                </a:solidFill>
              </a:rPr>
              <a:t>List the titles of the flyers your group reviewed</a:t>
            </a:r>
          </a:p>
          <a:p>
            <a:r>
              <a:rPr lang="en-US" b="0" dirty="0">
                <a:solidFill>
                  <a:schemeClr val="tx1"/>
                </a:solidFill>
              </a:rPr>
              <a:t>What are the main/specific ideas the flyers are focusing on?</a:t>
            </a:r>
          </a:p>
          <a:p>
            <a:r>
              <a:rPr lang="en-US" b="0" dirty="0">
                <a:solidFill>
                  <a:schemeClr val="tx1"/>
                </a:solidFill>
              </a:rPr>
              <a:t>What kind of graphics and </a:t>
            </a:r>
            <a:r>
              <a:rPr lang="en-US" b="0" dirty="0" err="1">
                <a:solidFill>
                  <a:schemeClr val="tx1"/>
                </a:solidFill>
              </a:rPr>
              <a:t>colours</a:t>
            </a:r>
            <a:r>
              <a:rPr lang="en-US" b="0" dirty="0">
                <a:solidFill>
                  <a:schemeClr val="tx1"/>
                </a:solidFill>
              </a:rPr>
              <a:t> have been used?</a:t>
            </a:r>
          </a:p>
          <a:p>
            <a:r>
              <a:rPr lang="en-US" b="0" dirty="0">
                <a:solidFill>
                  <a:schemeClr val="tx1"/>
                </a:solidFill>
              </a:rPr>
              <a:t>What is their(graphics and </a:t>
            </a:r>
            <a:r>
              <a:rPr lang="en-US" b="0" dirty="0" err="1">
                <a:solidFill>
                  <a:schemeClr val="tx1"/>
                </a:solidFill>
              </a:rPr>
              <a:t>colours</a:t>
            </a:r>
            <a:r>
              <a:rPr lang="en-US" b="0" dirty="0">
                <a:solidFill>
                  <a:schemeClr val="tx1"/>
                </a:solidFill>
              </a:rPr>
              <a:t>)  importance?</a:t>
            </a:r>
          </a:p>
          <a:p>
            <a:r>
              <a:rPr lang="en-US" b="0" dirty="0">
                <a:solidFill>
                  <a:schemeClr val="tx1"/>
                </a:solidFill>
              </a:rPr>
              <a:t>What is the phrase?</a:t>
            </a:r>
          </a:p>
          <a:p>
            <a:r>
              <a:rPr lang="en-US" b="0" dirty="0">
                <a:solidFill>
                  <a:schemeClr val="tx1"/>
                </a:solidFill>
              </a:rPr>
              <a:t> And how does it serve its purpose?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/>
                </a:solidFill>
              </a:rPr>
              <a:t>													(Activity time: 15 mins)</a:t>
            </a:r>
          </a:p>
        </p:txBody>
      </p:sp>
    </p:spTree>
    <p:extLst>
      <p:ext uri="{BB962C8B-B14F-4D97-AF65-F5344CB8AC3E}">
        <p14:creationId xmlns:p14="http://schemas.microsoft.com/office/powerpoint/2010/main" val="3609479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B427-656E-4301-90F5-F40F6A1C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14C81-56F9-4CA5-93B4-055493933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https://www.businessknowhow.com/marketing/flyer.htm</a:t>
            </a:r>
            <a:endParaRPr lang="en-US" dirty="0"/>
          </a:p>
          <a:p>
            <a:r>
              <a:rPr lang="en-US" dirty="0">
                <a:hlinkClick r:id="rId3"/>
              </a:rPr>
              <a:t>https://www.nextdayflyers.com/blog/effective-business-flyers/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532307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A56B41DD4F394292ED9BFB76E74855" ma:contentTypeVersion="4" ma:contentTypeDescription="Create a new document." ma:contentTypeScope="" ma:versionID="b52eef6fa577da25efa210a2de8c1591">
  <xsd:schema xmlns:xsd="http://www.w3.org/2001/XMLSchema" xmlns:xs="http://www.w3.org/2001/XMLSchema" xmlns:p="http://schemas.microsoft.com/office/2006/metadata/properties" xmlns:ns2="0e58b041-2247-4096-8347-170c2f854b47" targetNamespace="http://schemas.microsoft.com/office/2006/metadata/properties" ma:root="true" ma:fieldsID="93608008e9de9279433939524fd2bd4e" ns2:_="">
    <xsd:import namespace="0e58b041-2247-4096-8347-170c2f854b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58b041-2247-4096-8347-170c2f854b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37DDCB-0A5B-49A0-A1D5-4B90B72D502D}"/>
</file>

<file path=customXml/itemProps2.xml><?xml version="1.0" encoding="utf-8"?>
<ds:datastoreItem xmlns:ds="http://schemas.openxmlformats.org/officeDocument/2006/customXml" ds:itemID="{F5BA7C84-3048-43F4-9BD6-D1F2DE843A51}"/>
</file>

<file path=customXml/itemProps3.xml><?xml version="1.0" encoding="utf-8"?>
<ds:datastoreItem xmlns:ds="http://schemas.openxmlformats.org/officeDocument/2006/customXml" ds:itemID="{DF06B27B-13EF-49E6-8435-73B2E85AD29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281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 3</vt:lpstr>
      <vt:lpstr>Wisp</vt:lpstr>
      <vt:lpstr>Technical Writing: Flyers</vt:lpstr>
      <vt:lpstr>What is a Flyer?</vt:lpstr>
      <vt:lpstr>Key Points to Consider</vt:lpstr>
      <vt:lpstr>Key Points to Consider Cont.</vt:lpstr>
      <vt:lpstr>Example(s) of a Flyer</vt:lpstr>
      <vt:lpstr>Example(s) of a Business Flyer</vt:lpstr>
      <vt:lpstr>Activity: Flyers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nargis.nadeem</dc:creator>
  <cp:lastModifiedBy>Maryam Javed</cp:lastModifiedBy>
  <cp:revision>26</cp:revision>
  <dcterms:created xsi:type="dcterms:W3CDTF">2020-09-30T05:56:14Z</dcterms:created>
  <dcterms:modified xsi:type="dcterms:W3CDTF">2020-10-04T14:59:28Z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0x010100C4A56B41DD4F394292ED9BFB76E74855</vt:lpwstr>
  </property>
</Properties>
</file>