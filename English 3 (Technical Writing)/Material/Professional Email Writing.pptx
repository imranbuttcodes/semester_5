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0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94944"/>
            <a:ext cx="1645920" cy="109728"/>
          </a:xfrm>
          <a:prstGeom prst="roundRect">
            <a:avLst>
              <a:gd name="adj" fmla="val 125000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0700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</a:t>
            </a:r>
            <a:endParaRPr lang="en-US" sz="4500" dirty="0"/>
          </a:p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21792" y="3337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B9D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communication toolkit for BS Information Technology students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21792" y="5166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5230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3  •  FOIT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9D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• Analyze • Rewrite • Apply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299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a professional email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99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precise subject lines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0299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 tone to the recipient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959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specific call to action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80560" y="379476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959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63440" y="452628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Proofread and revise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21040" y="3794760"/>
            <a:ext cx="3547872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39959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03920" y="452628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IT communication scenarios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email writing matters in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47872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82296" cy="347472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299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collaboration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532888"/>
            <a:ext cx="304495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sprint updates, responsibilities, meeting decisions, and deadlines.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15968" y="1828800"/>
            <a:ext cx="3547872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1828800"/>
            <a:ext cx="82296" cy="347472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0299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communication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532888"/>
            <a:ext cx="304495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bugs, request access, document incidents, and explain solutions.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91856" y="1828800"/>
            <a:ext cx="3547872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56" y="1828800"/>
            <a:ext cx="82296" cy="3474720"/>
          </a:xfrm>
          <a:prstGeom prst="roundRect">
            <a:avLst>
              <a:gd name="adj" fmla="val 166667"/>
            </a:avLst>
          </a:prstGeom>
          <a:solidFill>
            <a:srgbClr val="F4A340"/>
          </a:solidFill>
          <a:ln w="12700">
            <a:solidFill>
              <a:srgbClr val="F4A3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02996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identity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47888" y="2532888"/>
            <a:ext cx="304495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credibility with instructors, employers, clients, and colleagues.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5687568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principle: the reader should understand the purpose and next action without guessing.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anatomy of an effective email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53796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6537960" cy="457200"/>
          </a:xfrm>
          <a:prstGeom prst="roundRect">
            <a:avLst>
              <a:gd name="adj" fmla="val 30000"/>
            </a:avLst>
          </a:prstGeom>
          <a:solidFill>
            <a:srgbClr val="11213A"/>
          </a:solidFill>
          <a:ln w="12700">
            <a:solidFill>
              <a:srgbClr val="1121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92808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✉   EMAIL COMPOSER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To: IT Support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77063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Student Developer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136392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Subject: Request for LMS Access – BSIT Section 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3666744"/>
            <a:ext cx="6135624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840480"/>
            <a:ext cx="604418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Dear IT Support Team,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cannot access the LMS course page for English 3. The error “Access denied” appeared at 9:15 a.m. today.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you please check my access before 3 p.m.?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 Khan | BSIT-B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34072" y="178308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1783080"/>
            <a:ext cx="82296" cy="434340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0104" y="1984248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essential parts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90104" y="2487168"/>
            <a:ext cx="3593592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Appropriate recipient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Informative subject line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Suitable greeting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Clear purpose and details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Specific requested action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Courteous closing and signature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practices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842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your audience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48716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concise and considerate of time.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78308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9842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 your email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65392" y="248716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 the right person and context.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01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your attitude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390448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a positive, respectful tone.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20040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401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content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5392" y="390448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 clear subject and purpose.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1772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818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a call to 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532180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step explicit.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46177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617720"/>
            <a:ext cx="82296" cy="123444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4818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Proofread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65392" y="5321808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meaning, grammar, and details.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lines: vague vs. actionable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4937760" cy="841248"/>
          </a:xfrm>
          <a:prstGeom prst="roundRect">
            <a:avLst>
              <a:gd name="adj" fmla="val 1630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79008" y="1783080"/>
            <a:ext cx="5760720" cy="841248"/>
          </a:xfrm>
          <a:prstGeom prst="roundRect">
            <a:avLst>
              <a:gd name="adj" fmla="val 16304"/>
            </a:avLst>
          </a:prstGeom>
          <a:solidFill>
            <a:srgbClr val="E8F8F4"/>
          </a:solidFill>
          <a:ln w="12700">
            <a:solidFill>
              <a:srgbClr val="E8F8F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447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  Help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89320" y="19659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  LMS Login Failure – BSIT Section 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2834640"/>
            <a:ext cx="4937760" cy="841248"/>
          </a:xfrm>
          <a:prstGeom prst="roundRect">
            <a:avLst>
              <a:gd name="adj" fmla="val 1630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9008" y="2834640"/>
            <a:ext cx="5760720" cy="841248"/>
          </a:xfrm>
          <a:prstGeom prst="roundRect">
            <a:avLst>
              <a:gd name="adj" fmla="val 16304"/>
            </a:avLst>
          </a:prstGeom>
          <a:solidFill>
            <a:srgbClr val="E8F8F4"/>
          </a:solidFill>
          <a:ln w="12700">
            <a:solidFill>
              <a:srgbClr val="E8F8F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0175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447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  Project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89320" y="301752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  Sprint 3 Progress Report – Review Requested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" y="3886200"/>
            <a:ext cx="4937760" cy="841248"/>
          </a:xfrm>
          <a:prstGeom prst="roundRect">
            <a:avLst>
              <a:gd name="adj" fmla="val 1630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9008" y="3886200"/>
            <a:ext cx="5760720" cy="841248"/>
          </a:xfrm>
          <a:prstGeom prst="roundRect">
            <a:avLst>
              <a:gd name="adj" fmla="val 16304"/>
            </a:avLst>
          </a:prstGeom>
          <a:solidFill>
            <a:srgbClr val="E8F8F4"/>
          </a:solidFill>
          <a:ln w="12700">
            <a:solidFill>
              <a:srgbClr val="E8F8F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6908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447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  Important!!!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89320" y="40690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  Database Demo Rescheduled – 16 October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" y="4937760"/>
            <a:ext cx="4937760" cy="841248"/>
          </a:xfrm>
          <a:prstGeom prst="roundRect">
            <a:avLst>
              <a:gd name="adj" fmla="val 16304"/>
            </a:avLst>
          </a:prstGeom>
          <a:solidFill>
            <a:srgbClr val="FFF0F0"/>
          </a:solidFill>
          <a:ln w="12700">
            <a:solidFill>
              <a:srgbClr val="FFF0F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9008" y="4937760"/>
            <a:ext cx="5760720" cy="841248"/>
          </a:xfrm>
          <a:prstGeom prst="roundRect">
            <a:avLst>
              <a:gd name="adj" fmla="val 16304"/>
            </a:avLst>
          </a:prstGeom>
          <a:solidFill>
            <a:srgbClr val="E8F8F4"/>
          </a:solidFill>
          <a:ln w="12700">
            <a:solidFill>
              <a:srgbClr val="E8F8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447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  Assignment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89320" y="512064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  Request for Extension – Web Engineering Task 2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and tone: adapt your register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82296" cy="347472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 classmate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532888"/>
            <a:ext cx="48920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 Sara,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you share the updated UI mock-up before our group meeting?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Thanks!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3492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828800"/>
            <a:ext cx="82296" cy="347472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 course instructor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664" y="2532888"/>
            <a:ext cx="484632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Dear Dr. Ahmed,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Could you please confirm whether the revised UI mock-up should be included in our final submission?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for your guidance.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regards, Ahmed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≠ unnecessarily formal. Match the relationship, purpose, and institution.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7 C’s as an editing checklist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64792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12848" y="186537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reader interpret the message?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764792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928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186537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unnecessary words be removed?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12848" y="289864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details specific and verifiable?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798064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289864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facts, grammar, and names accurate?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831336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59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212848" y="393192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essential information included?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831336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9593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Courteous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840" y="393192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tone respectful?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" y="4864608"/>
            <a:ext cx="536752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92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12848" y="496519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account for the reader’s needs?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call to action (CTA)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035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74520"/>
            <a:ext cx="82296" cy="3337560"/>
          </a:xfrm>
          <a:prstGeom prst="roundRect">
            <a:avLst>
              <a:gd name="adj" fmla="val 166667"/>
            </a:avLst>
          </a:prstGeom>
          <a:solidFill>
            <a:srgbClr val="D65D61"/>
          </a:solidFill>
          <a:ln w="12700">
            <a:solidFill>
              <a:srgbClr val="D65D6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75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request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2578608"/>
            <a:ext cx="480060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“Please look into this.”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recipient check? By when? What response is expected?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874520"/>
            <a:ext cx="53949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874520"/>
            <a:ext cx="82296" cy="333756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075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request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82512" y="2578608"/>
            <a:ext cx="489204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“Could you review the attached API documentation and send your comments by Thursday, 2 p.m.?”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+ object + deadline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11880" y="562356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11213A"/>
          </a:solidFill>
          <a:ln w="12700">
            <a:solidFill>
              <a:srgbClr val="11213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56875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DISCUSS: Is the deadline realistic?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example: reporting a software bug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658368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83080"/>
            <a:ext cx="6583680" cy="457200"/>
          </a:xfrm>
          <a:prstGeom prst="roundRect">
            <a:avLst>
              <a:gd name="adj" fmla="val 30000"/>
            </a:avLst>
          </a:prstGeom>
          <a:solidFill>
            <a:srgbClr val="11213A"/>
          </a:solidFill>
          <a:ln w="12700">
            <a:solidFill>
              <a:srgbClr val="1121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8928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✉   EMAIL COMPOSER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To: Development Team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706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QA Team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3639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Subject: Bug Report – Checkout Error 500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6968" y="3666744"/>
            <a:ext cx="6181344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840480"/>
            <a:ext cx="608990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 Development Team,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testing on Chrome 129, checkout returned HTTP 500 after clicking “Pay Now.” The issue occurred in 4 of 5 attempts.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Steps: Add an item → Open cart → Select Pay Now.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Please investigate before Friday’s demo. Logs are attached.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Regards,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43800" y="1783080"/>
            <a:ext cx="3886200" cy="438912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783080"/>
            <a:ext cx="82296" cy="4389120"/>
          </a:xfrm>
          <a:prstGeom prst="roundRect">
            <a:avLst>
              <a:gd name="adj" fmla="val 166667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1984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it effective?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99832" y="2487168"/>
            <a:ext cx="33832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Precise subject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Reproducible steps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Environment and error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Frequency and evidence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ownership and deadline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and after: request for an extension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82296" cy="3611880"/>
          </a:xfrm>
          <a:prstGeom prst="roundRect">
            <a:avLst>
              <a:gd name="adj" fmla="val 166667"/>
            </a:avLst>
          </a:prstGeom>
          <a:solidFill>
            <a:srgbClr val="D65D61"/>
          </a:solidFill>
          <a:ln w="12700">
            <a:solidFill>
              <a:srgbClr val="D65D6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32888"/>
            <a:ext cx="484632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“Sir, I was busy and couldn’t do it. Please give me more time.”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Problem: vague context, no proposed date, weak professional register.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34924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828800"/>
            <a:ext cx="82296" cy="361188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664" y="2532888"/>
            <a:ext cx="484632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Dear Ms. Saima,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request a two-day extension for Assignment 2 due to a documented system issue. May I submit it by 18 October?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for considering my request.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regards,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Name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etiquette and responsible emailing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773936"/>
            <a:ext cx="10835640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202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/ Cc / Bcc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10128" y="1883664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To for action owners; Cc for relevant visibility; Bcc with care.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10835640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614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vs. Reply All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10128" y="2724912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only to people who need the response.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456432"/>
            <a:ext cx="10835640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027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10128" y="356616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files clearly; verify they are actually attached.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10835640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4439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security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128" y="4407408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sending passwords, credentials, or unnecessary personal data.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138928"/>
            <a:ext cx="10835640" cy="704088"/>
          </a:xfrm>
          <a:prstGeom prst="roundRect">
            <a:avLst>
              <a:gd name="adj" fmla="val 12987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2852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and follow-up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10128" y="5248656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reasonable response time; follow up politely.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2 • Choose the stronger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82296" cy="3291840"/>
          </a:xfrm>
          <a:prstGeom prst="roundRect">
            <a:avLst>
              <a:gd name="adj" fmla="val 166667"/>
            </a:avLst>
          </a:prstGeom>
          <a:solidFill>
            <a:srgbClr val="D65D61"/>
          </a:solidFill>
          <a:ln w="12700">
            <a:solidFill>
              <a:srgbClr val="D65D6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32888"/>
            <a:ext cx="48463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need the files now. You haven’t sent them, and the demo is tomorrow.”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9632" y="1828800"/>
            <a:ext cx="53492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828800"/>
            <a:ext cx="82296" cy="3291840"/>
          </a:xfrm>
          <a:prstGeom prst="roundRect">
            <a:avLst>
              <a:gd name="adj" fmla="val 166667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2029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664" y="2532888"/>
            <a:ext cx="48463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“Could you please upload the final test files to the shared folder by 4 p.m. today? We need them for tomorrow’s demo.”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5595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Vote: Which option is more effective? Explain your answer using TWO of the 7 C’s.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3 • Write your own email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810512"/>
            <a:ext cx="108356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7552" y="2633472"/>
            <a:ext cx="10104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a BS IT student. Your group’s Git repository is inaccessible, and the project demonstration is scheduled for tomorrow. Write an email to your lab instructor requesting assistance.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005840" y="42976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865D8"/>
          </a:solidFill>
          <a:ln w="12700">
            <a:solidFill>
              <a:srgbClr val="2865D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361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MINUTES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5440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Peer-review: underline the purpose, circle the CTA, and check the tone.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checklist • Before you click Send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98448" y="17373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56432" y="17373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going to the correct person?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98448" y="24505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56432" y="24505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identify the topic and purpose?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31638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56432" y="31638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clear, concise, and complete?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" y="3877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98448" y="38770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56432" y="38770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recipient know what to do next?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68096" y="45902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98448" y="4590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456432" y="45902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it respectful and audience-appropriate?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" y="53035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A9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98448" y="53035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Proofreading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456432" y="53035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names, dates, links, and attachments correct?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oundRect">
            <a:avLst>
              <a:gd name="adj" fmla="val 115385"/>
            </a:avLst>
          </a:prstGeom>
          <a:solidFill>
            <a:srgbClr val="00A99A"/>
          </a:solidFill>
          <a:ln w="12700">
            <a:solidFill>
              <a:srgbClr val="00A9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WRITING • BS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70408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&amp; further practice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11045952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272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7922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teaching source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13232" y="234086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24Slides (2018). “How To Write Effective Emails That Will Improve Your Communication.”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9077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86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https://24slides.com/presentbetter/improve-email-communication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Instructor-developed additions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3232" y="4343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anatomy, 7 C’s checklist, IT-specific cases, digital etiquette, and classroom activities are supplementary teaching materials.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5715000"/>
            <a:ext cx="10698480" cy="457200"/>
          </a:xfrm>
          <a:prstGeom prst="roundRect">
            <a:avLst>
              <a:gd name="adj" fmla="val 30000"/>
            </a:avLst>
          </a:prstGeom>
          <a:solidFill>
            <a:srgbClr val="11213A"/>
          </a:solidFill>
          <a:ln w="12700">
            <a:solidFill>
              <a:srgbClr val="11213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5806440"/>
            <a:ext cx="10149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  Write for the reader. State the purpose. Make the next step clear.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1179</Words>
  <Application>Microsoft Office PowerPoint</Application>
  <PresentationFormat>Widescreen</PresentationFormat>
  <Paragraphs>237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Email Writing for BS IT Students</dc:title>
  <dc:subject>Email Writing for BS IT</dc:subject>
  <dc:creator>English Language Centre</dc:creator>
  <cp:lastModifiedBy>Dr. Aisha</cp:lastModifiedBy>
  <cp:revision>3</cp:revision>
  <dcterms:created xsi:type="dcterms:W3CDTF">2026-10-13T03:10:53Z</dcterms:created>
  <dcterms:modified xsi:type="dcterms:W3CDTF">2026-10-13T03:18:11Z</dcterms:modified>
</cp:coreProperties>
</file>