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BS IT • INTERACTIVE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Build a LinkedIn Profile That Gets Noticed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3ECCE0"/>
                </a:solidFill>
                <a:latin typeface="Aptos"/>
              </a:defRPr>
            </a:pPr>
            <a:r>
              <a:t>Write with clarity.</a:t>
            </a:r>
          </a:p>
          <a:p>
            <a:pPr>
              <a:spcAft>
                <a:spcPts val="1200"/>
              </a:spcAft>
              <a:defRPr sz="3200" b="1">
                <a:solidFill>
                  <a:srgbClr val="3ECCE0"/>
                </a:solidFill>
                <a:latin typeface="Aptos"/>
              </a:defRPr>
            </a:pPr>
            <a:r>
              <a:t>Show evidence.</a:t>
            </a:r>
          </a:p>
          <a:p>
            <a:pPr>
              <a:spcAft>
                <a:spcPts val="1200"/>
              </a:spcAft>
              <a:defRPr sz="3200" b="1">
                <a:solidFill>
                  <a:srgbClr val="3ECCE0"/>
                </a:solidFill>
                <a:latin typeface="Aptos"/>
              </a:defRPr>
            </a:pPr>
            <a:r>
              <a:t>Connect professionally.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A9BDD2"/>
                </a:solidFill>
                <a:latin typeface="Aptos"/>
              </a:defRPr>
            </a:pPr>
            <a:r>
              <a:t>Based on Higherin’s “8 Steps to Create the Ultimate LinkedIn Profile” (updated 9 Sept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Why LinkedIn matters for BS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9397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Present your skills and achievements to potential employers.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7121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Discover internships, graduate roles, and industry contacts.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4845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54787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Showcase software, data, cybersecurity, and web projects.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2569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Develop a credible professional identity before graduation.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577840"/>
            <a:ext cx="10881360" cy="640080"/>
          </a:xfrm>
          <a:prstGeom prst="roundRect">
            <a:avLst/>
          </a:prstGeom>
          <a:solidFill>
            <a:srgbClr val="1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3ECCE0"/>
                </a:solidFill>
                <a:latin typeface="Aptos"/>
              </a:defRPr>
            </a:pPr>
            <a:r>
              <a:t>Think of your profile as a professional introduction—not a list of adjectives.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The article’s eight-step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9397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1. Create an account   •   2. Add a professional photo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7121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3. Design a cover image   •   4. Write a headline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4845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54787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5. Complete the About section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2569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6. Add experience and education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20293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510235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7. List relevant skills   •   8. Request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Steps 1–3 | First impressions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9397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Use your real professional name and accurate details.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7121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Choose a clear, well-lit headshot with a neutral background.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4845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54787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Select a banner that reflects your technical interests.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2569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Keep the visual identity professional and consistent.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577840"/>
            <a:ext cx="10881360" cy="640080"/>
          </a:xfrm>
          <a:prstGeom prst="roundRect">
            <a:avLst/>
          </a:prstGeom>
          <a:solidFill>
            <a:srgbClr val="1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3ECCE0"/>
                </a:solidFill>
                <a:latin typeface="Aptos"/>
              </a:defRPr>
            </a:pPr>
            <a:r>
              <a:t>Article guidance: profile photo, cover photo, and account setup.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8959DD-6485-4106-BC36-ABC6E040F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824" y="1838325"/>
            <a:ext cx="3823336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Step 4 | Write a stronger headline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39112"/>
            <a:ext cx="5230368" cy="3931920"/>
          </a:xfrm>
          <a:prstGeom prst="roundRect">
            <a:avLst/>
          </a:prstGeom>
          <a:solidFill>
            <a:srgbClr val="18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267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86B69"/>
                </a:solidFill>
                <a:latin typeface="Aptos"/>
              </a:defRPr>
            </a:pPr>
            <a:r>
              <a:t>LESS EFFECTIVE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62072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Student | Looking for opportunities | Hardworking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039112"/>
            <a:ext cx="5230368" cy="3931920"/>
          </a:xfrm>
          <a:prstGeom prst="roundRect">
            <a:avLst/>
          </a:prstGeom>
          <a:solidFill>
            <a:srgbClr val="18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67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ECCE0"/>
                </a:solidFill>
                <a:latin typeface="Aptos"/>
              </a:defRPr>
            </a:pPr>
            <a:r>
              <a:t>MORE EFFECTIVE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62072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BS IT Student | Python &amp; SQL | Aspiring Data Analyst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Headline writing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9397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WHO YOU ARE + TECHNICAL FOCUS + CAREER DIRECTION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7121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Example: BS IT Student | React &amp; JavaScript | Front-End Developer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4845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54787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Example: Computer Science Undergraduate | Python | AI/ML Enthusiast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2569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Choose only skills you can explain or demonstrate.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577840"/>
            <a:ext cx="10881360" cy="640080"/>
          </a:xfrm>
          <a:prstGeom prst="roundRect">
            <a:avLst/>
          </a:prstGeom>
          <a:solidFill>
            <a:srgbClr val="1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3ECCE0"/>
                </a:solidFill>
                <a:latin typeface="Aptos"/>
              </a:defRPr>
            </a:pPr>
            <a:r>
              <a:t>ACTIVITY 1: Write a 12–18-word headline for a specific internship.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rPr dirty="0"/>
              <a:t>Step 5 | Structure the About 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9397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Opening: academic identity and specialization.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7121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Middle: technical skills and one credible project example.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4845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54787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Evidence: describe your contribution and the outcome.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2569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Closing: career interests and professional goals.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577840"/>
            <a:ext cx="10881360" cy="640080"/>
          </a:xfrm>
          <a:prstGeom prst="roundRect">
            <a:avLst/>
          </a:prstGeom>
          <a:solidFill>
            <a:srgbClr val="1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3ECCE0"/>
                </a:solidFill>
                <a:latin typeface="Aptos"/>
              </a:defRPr>
            </a:pPr>
            <a:r>
              <a:t>Write in the first person. Use specific, readable language.</a:t>
            </a:r>
          </a:p>
        </p:txBody>
      </p:sp>
      <p:pic>
        <p:nvPicPr>
          <p:cNvPr id="2050" name="Picture 2" descr="How To Optimize Your LinkedIn Profile">
            <a:extLst>
              <a:ext uri="{FF2B5EF4-FFF2-40B4-BE49-F238E27FC236}">
                <a16:creationId xmlns:a16="http://schemas.microsoft.com/office/drawing/2014/main" id="{61BFAE1C-6525-489A-82E1-02F791E9D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512" y="1723644"/>
            <a:ext cx="4595431" cy="380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About section | Before and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39112"/>
            <a:ext cx="5230368" cy="3931920"/>
          </a:xfrm>
          <a:prstGeom prst="roundRect">
            <a:avLst/>
          </a:prstGeom>
          <a:solidFill>
            <a:srgbClr val="18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267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86B69"/>
                </a:solidFill>
                <a:latin typeface="Aptos"/>
              </a:defRPr>
            </a:pPr>
            <a:r>
              <a:t>VAGUE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62072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I am a passionate, hardworking and motivated student. I know many technologies and want a good job.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039112"/>
            <a:ext cx="5230368" cy="3931920"/>
          </a:xfrm>
          <a:prstGeom prst="roundRect">
            <a:avLst/>
          </a:prstGeom>
          <a:solidFill>
            <a:srgbClr val="18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67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ECCE0"/>
                </a:solidFill>
                <a:latin typeface="Aptos"/>
              </a:defRPr>
            </a:pPr>
            <a:r>
              <a:t>SPECIFIC &amp; EVIDENCE-BASED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62072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I am a BS IT student interested in web development. I built a responsive event-registration website using HTML, CSS and JavaScript. I enjoy translating user needs into accessible interfaces and am seeking a front-end internship.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Linguistic lens | Make your writing credible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9397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Use precise nouns: “inventory dashboard” rather than “project.”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7121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Prefer action verbs: designed, tested, implemented, analyzed.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4845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54787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Support claims with observable work or verified results.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2569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Maintain an authentic, confident—not exaggerated—tone.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577840"/>
            <a:ext cx="10881360" cy="640080"/>
          </a:xfrm>
          <a:prstGeom prst="roundRect">
            <a:avLst/>
          </a:prstGeom>
          <a:solidFill>
            <a:srgbClr val="1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3ECCE0"/>
                </a:solidFill>
                <a:latin typeface="Aptos"/>
              </a:defRPr>
            </a:pPr>
            <a:r>
              <a:t>“Expert in everything” is less persuasive than one demonstrable skill.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Step 6 | Education and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9397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Add your university, degree, and expected graduation year.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7121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Include internships, volunteer roles, and relevant responsibilities.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4845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54787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Write 2–3 concise achievement-focused points per role.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2569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Show the technical task, your contribution, and the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577840"/>
            <a:ext cx="10881360" cy="640080"/>
          </a:xfrm>
          <a:prstGeom prst="roundRect">
            <a:avLst/>
          </a:prstGeom>
          <a:solidFill>
            <a:srgbClr val="1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3ECCE0"/>
                </a:solidFill>
                <a:latin typeface="Aptos"/>
              </a:defRPr>
            </a:pPr>
            <a:r>
              <a:t>If you lack work experience, use coursework and projects honestly.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Project description | Weak vs strong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39112"/>
            <a:ext cx="5230368" cy="3931920"/>
          </a:xfrm>
          <a:prstGeom prst="roundRect">
            <a:avLst/>
          </a:prstGeom>
          <a:solidFill>
            <a:srgbClr val="18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267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86B69"/>
                </a:solidFill>
                <a:latin typeface="Aptos"/>
              </a:defRPr>
            </a:pPr>
            <a:r>
              <a:t>TASK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62072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Worked on a database project. Responsible for coding and other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039112"/>
            <a:ext cx="5230368" cy="3931920"/>
          </a:xfrm>
          <a:prstGeom prst="roundRect">
            <a:avLst/>
          </a:prstGeom>
          <a:solidFill>
            <a:srgbClr val="18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67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ECCE0"/>
                </a:solidFill>
                <a:latin typeface="Aptos"/>
              </a:defRPr>
            </a:pPr>
            <a:r>
              <a:t>ACTION + TOOL +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62072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Developed a library-management database using MySQL; designed relational tables, wrote SQL queries, and tested book-issue and return workflows.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Step 7 | Select relevant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9397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Programming: Python, JavaScript, Java, C++ (as applicable).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7121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Tools: Git, GitHub, VS Code, MySQL, Power BI.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4845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54787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Methods: debugging, testing, data analysis, UI design.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2569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Communication: teamwork, documentation, problem-solving.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577840"/>
            <a:ext cx="10881360" cy="640080"/>
          </a:xfrm>
          <a:prstGeom prst="roundRect">
            <a:avLst/>
          </a:prstGeom>
          <a:solidFill>
            <a:srgbClr val="173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3ECCE0"/>
                </a:solidFill>
                <a:latin typeface="Aptos"/>
              </a:defRPr>
            </a:pPr>
            <a:r>
              <a:t>Only list skills you genuinely possess; avoid keyword stuffing.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Step 8 | Request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9397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Approach a lecturer, supervisor, or project collaborator.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7121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Mention the course, project, or work you completed together.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4845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54787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Request a specific and truthful recommendation politely.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2569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Thank the person and respect their decision.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Professional networking 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39112"/>
            <a:ext cx="5230368" cy="3931920"/>
          </a:xfrm>
          <a:prstGeom prst="roundRect">
            <a:avLst/>
          </a:prstGeom>
          <a:solidFill>
            <a:srgbClr val="18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267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86B69"/>
                </a:solidFill>
                <a:latin typeface="Aptos"/>
              </a:defRPr>
            </a:pPr>
            <a:r>
              <a:t>TOO ABRUPT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62072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Hi, connect with me. I need an internship ASAP.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039112"/>
            <a:ext cx="5230368" cy="3931920"/>
          </a:xfrm>
          <a:prstGeom prst="roundRect">
            <a:avLst/>
          </a:prstGeom>
          <a:solidFill>
            <a:srgbClr val="18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2677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ECCE0"/>
                </a:solidFill>
                <a:latin typeface="Aptos"/>
              </a:defRPr>
            </a:pPr>
            <a:r>
              <a:t>COURTEOUS &amp; PURPOSEFUL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62072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Dear Ms. Ahmed, I am a BS IT student exploring cybersecurity internships. I appreciated your recent post on network security and would be pleased to connect and learn from your 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ACTIVITY 2 | Profile editing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3ECCE0"/>
                </a:solidFill>
                <a:latin typeface="Aptos"/>
              </a:defRPr>
            </a:pPr>
            <a:r>
              <a:t>Rewrite this About section in 70–90 words: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53512"/>
            <a:ext cx="10607040" cy="1234440"/>
          </a:xfrm>
          <a:prstGeom prst="roundRect">
            <a:avLst/>
          </a:prstGeom>
          <a:solidFill>
            <a:srgbClr val="183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21868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AFCFF"/>
                </a:solidFill>
                <a:latin typeface="Aptos"/>
              </a:defRPr>
            </a:pPr>
            <a:r>
              <a:t>“I am very talented. I know computers and have done lots of projects. I want a great career.”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45152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AFCFF"/>
                </a:solidFill>
                <a:latin typeface="Aptos"/>
              </a:defRPr>
            </a:pPr>
            <a:r>
              <a:t>Include: degree • two relevant skills • one specific project • a realistic career goal.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ACTIVITY 3 | Peer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3ECCE0"/>
                </a:solidFill>
                <a:latin typeface="Aptos"/>
              </a:defRPr>
            </a:pPr>
            <a:r>
              <a:t>Exchange draft headlines and About sections.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01   Can you identify the intended IT role in five seconds?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02   Is every technical claim supported by evidence?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03   Does the text sound authentic and professional?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AFCFF"/>
                </a:solidFill>
                <a:latin typeface="Aptos"/>
              </a:defRPr>
            </a:pPr>
            <a:r>
              <a:t>04   Is the writing concise, correct, and reader-focused?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Final profile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9397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99339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Clear photograph and relevant banner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87121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Focused headline and first-person About section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64845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54787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Accurate education, experience, and projects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42569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32511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Relevant, verifiable technical and interpersonal skills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202936"/>
            <a:ext cx="91440" cy="91440"/>
          </a:xfrm>
          <a:prstGeom prst="rect">
            <a:avLst/>
          </a:prstGeom>
          <a:solidFill>
            <a:srgbClr val="3E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510235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AFCFF"/>
                </a:solidFill>
                <a:latin typeface="Aptos"/>
              </a:defRPr>
            </a:pPr>
            <a:r>
              <a:t>Professional tone, proofreading, and respectful networking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Your exit ticket | Build your first draft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AFCFF"/>
                </a:solidFill>
                <a:latin typeface="Aptos"/>
              </a:defRPr>
            </a:pPr>
            <a:r>
              <a:t>1  Write your headline.</a:t>
            </a:r>
          </a:p>
          <a:p>
            <a:pPr>
              <a:spcAft>
                <a:spcPts val="1200"/>
              </a:spcAft>
              <a:defRPr sz="2300" b="0">
                <a:solidFill>
                  <a:srgbClr val="FAFCFF"/>
                </a:solidFill>
                <a:latin typeface="Aptos"/>
              </a:defRPr>
            </a:pPr>
            <a:r>
              <a:t>2  Draft a 90-word About section.</a:t>
            </a:r>
          </a:p>
          <a:p>
            <a:pPr>
              <a:spcAft>
                <a:spcPts val="1200"/>
              </a:spcAft>
              <a:defRPr sz="2300" b="0">
                <a:solidFill>
                  <a:srgbClr val="FAFCFF"/>
                </a:solidFill>
                <a:latin typeface="Aptos"/>
              </a:defRPr>
            </a:pPr>
            <a:r>
              <a:t>3  Describe one project in two achievement-focused bullets.</a:t>
            </a:r>
          </a:p>
          <a:p>
            <a:pPr>
              <a:spcAft>
                <a:spcPts val="1200"/>
              </a:spcAft>
              <a:defRPr sz="2300" b="0">
                <a:solidFill>
                  <a:srgbClr val="FAFCFF"/>
                </a:solidFill>
                <a:latin typeface="Aptos"/>
              </a:defRPr>
            </a:pPr>
            <a:r>
              <a:t>4  Request feedback from a partner.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3ECCE0"/>
                </a:solidFill>
                <a:latin typeface="Aptos"/>
              </a:defRPr>
            </a:pPr>
            <a:r>
              <a:t>Submit the text draft; publishing it online is optional.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ECCE0"/>
                </a:solidFill>
                <a:latin typeface="Aptos"/>
              </a:defRPr>
            </a:pPr>
            <a:r>
              <a:t>LINKEDIN PROFILE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AFCFF"/>
                </a:solidFill>
                <a:latin typeface="Aptos"/>
              </a:defRPr>
            </a:pPr>
            <a:r>
              <a:t>Source and teaching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0972800" cy="22860"/>
          </a:xfrm>
          <a:prstGeom prst="rect">
            <a:avLst/>
          </a:prstGeom>
          <a:solidFill>
            <a:srgbClr val="34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648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BS IT  •  Professional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9BDD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AFCFF"/>
                </a:solidFill>
                <a:latin typeface="Aptos"/>
              </a:defRPr>
            </a:pPr>
            <a:r>
              <a:t>PRIMARY SOURCE</a:t>
            </a:r>
          </a:p>
          <a:p>
            <a:pPr>
              <a:spcAft>
                <a:spcPts val="1200"/>
              </a:spcAft>
              <a:defRPr sz="1700" b="0">
                <a:solidFill>
                  <a:srgbClr val="FAFCFF"/>
                </a:solidFill>
                <a:latin typeface="Aptos"/>
              </a:defRPr>
            </a:pPr>
            <a:r>
              <a:t>Higherin, “8 Steps to Create the Ultimate LinkedIn Profile” (updated 9 September 2026).</a:t>
            </a:r>
          </a:p>
          <a:p>
            <a:pPr>
              <a:spcAft>
                <a:spcPts val="1200"/>
              </a:spcAft>
              <a:defRPr sz="1700" b="0">
                <a:solidFill>
                  <a:srgbClr val="FAFCFF"/>
                </a:solidFill>
                <a:latin typeface="Aptos"/>
              </a:defRPr>
            </a:pPr>
            <a:r>
              <a:t>https://higherin.com/careers-advice/working-life/create-ultimate-linkedin-profile</a:t>
            </a:r>
          </a:p>
          <a:p>
            <a:pPr>
              <a:spcAft>
                <a:spcPts val="1200"/>
              </a:spcAft>
              <a:defRPr sz="1700" b="0">
                <a:solidFill>
                  <a:srgbClr val="FAFCFF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700" b="0">
                <a:solidFill>
                  <a:srgbClr val="FAFCFF"/>
                </a:solidFill>
                <a:latin typeface="Aptos"/>
              </a:defRPr>
            </a:pPr>
            <a:r>
              <a:t>The eight-step sequence follows the source article. IT-specific examples, writing formulas, linguistic analysis, and classroom activities are original teaching adaptations.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1165</Words>
  <Application>Microsoft Office PowerPoint</Application>
  <PresentationFormat>Widescreen</PresentationFormat>
  <Paragraphs>163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Dr. Aisha</cp:lastModifiedBy>
  <cp:revision>5</cp:revision>
  <dcterms:created xsi:type="dcterms:W3CDTF">2013-01-27T09:14:16Z</dcterms:created>
  <dcterms:modified xsi:type="dcterms:W3CDTF">2026-10-14T06:45:02Z</dcterms:modified>
  <cp:category/>
</cp:coreProperties>
</file>