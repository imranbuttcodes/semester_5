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notesSlides/notesSlide2.xml" ContentType="application/vnd.openxmlformats-officedocument.presentationml.notesSlide+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notesSlides/notesSlide3.xml" ContentType="application/vnd.openxmlformats-officedocument.presentationml.notesSlide+xml"/>
  <Override PartName="/ppt/ink/ink120.xml" ContentType="application/inkml+xml"/>
  <Override PartName="/ppt/notesSlides/notesSlide4.xml" ContentType="application/vnd.openxmlformats-officedocument.presentationml.notesSlide+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notesSlides/notesSlide5.xml" ContentType="application/vnd.openxmlformats-officedocument.presentationml.notesSlide+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74"/>
  </p:notesMasterIdLst>
  <p:sldIdLst>
    <p:sldId id="256" r:id="rId5"/>
    <p:sldId id="257" r:id="rId6"/>
    <p:sldId id="258" r:id="rId7"/>
    <p:sldId id="306" r:id="rId8"/>
    <p:sldId id="260" r:id="rId9"/>
    <p:sldId id="308" r:id="rId10"/>
    <p:sldId id="309" r:id="rId11"/>
    <p:sldId id="310" r:id="rId12"/>
    <p:sldId id="311" r:id="rId13"/>
    <p:sldId id="312" r:id="rId14"/>
    <p:sldId id="313" r:id="rId15"/>
    <p:sldId id="314" r:id="rId16"/>
    <p:sldId id="315" r:id="rId17"/>
    <p:sldId id="316" r:id="rId18"/>
    <p:sldId id="385" r:id="rId19"/>
    <p:sldId id="386" r:id="rId20"/>
    <p:sldId id="387" r:id="rId21"/>
    <p:sldId id="388" r:id="rId22"/>
    <p:sldId id="389" r:id="rId23"/>
    <p:sldId id="390" r:id="rId24"/>
    <p:sldId id="380" r:id="rId25"/>
    <p:sldId id="391" r:id="rId26"/>
    <p:sldId id="262" r:id="rId27"/>
    <p:sldId id="317" r:id="rId28"/>
    <p:sldId id="370" r:id="rId29"/>
    <p:sldId id="318" r:id="rId30"/>
    <p:sldId id="399" r:id="rId31"/>
    <p:sldId id="321" r:id="rId32"/>
    <p:sldId id="322" r:id="rId33"/>
    <p:sldId id="323" r:id="rId34"/>
    <p:sldId id="324" r:id="rId35"/>
    <p:sldId id="325" r:id="rId36"/>
    <p:sldId id="326" r:id="rId37"/>
    <p:sldId id="327" r:id="rId38"/>
    <p:sldId id="328" r:id="rId39"/>
    <p:sldId id="329" r:id="rId40"/>
    <p:sldId id="330" r:id="rId41"/>
    <p:sldId id="352" r:id="rId42"/>
    <p:sldId id="383" r:id="rId43"/>
    <p:sldId id="413" r:id="rId44"/>
    <p:sldId id="414" r:id="rId45"/>
    <p:sldId id="331" r:id="rId46"/>
    <p:sldId id="349" r:id="rId47"/>
    <p:sldId id="350" r:id="rId48"/>
    <p:sldId id="351" r:id="rId49"/>
    <p:sldId id="271" r:id="rId50"/>
    <p:sldId id="384" r:id="rId51"/>
    <p:sldId id="362" r:id="rId52"/>
    <p:sldId id="400" r:id="rId53"/>
    <p:sldId id="401" r:id="rId54"/>
    <p:sldId id="402" r:id="rId55"/>
    <p:sldId id="403" r:id="rId56"/>
    <p:sldId id="404" r:id="rId57"/>
    <p:sldId id="405" r:id="rId58"/>
    <p:sldId id="407" r:id="rId59"/>
    <p:sldId id="406" r:id="rId60"/>
    <p:sldId id="408" r:id="rId61"/>
    <p:sldId id="409" r:id="rId62"/>
    <p:sldId id="410" r:id="rId63"/>
    <p:sldId id="411" r:id="rId64"/>
    <p:sldId id="412" r:id="rId65"/>
    <p:sldId id="392" r:id="rId66"/>
    <p:sldId id="393" r:id="rId67"/>
    <p:sldId id="394" r:id="rId68"/>
    <p:sldId id="395" r:id="rId69"/>
    <p:sldId id="396" r:id="rId70"/>
    <p:sldId id="397" r:id="rId71"/>
    <p:sldId id="416" r:id="rId72"/>
    <p:sldId id="415"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212" autoAdjust="0"/>
  </p:normalViewPr>
  <p:slideViewPr>
    <p:cSldViewPr snapToGrid="0">
      <p:cViewPr varScale="1">
        <p:scale>
          <a:sx n="68" d="100"/>
          <a:sy n="68" d="100"/>
        </p:scale>
        <p:origin x="123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61" Type="http://schemas.openxmlformats.org/officeDocument/2006/relationships/slide" Target="slides/slide57.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7:11:25.374"/>
    </inkml:context>
    <inkml:brush xml:id="br0">
      <inkml:brushProperty name="width" value="0.1" units="cm"/>
      <inkml:brushProperty name="height" value="0.1" units="cm"/>
      <inkml:brushProperty name="color" value="#008C3A"/>
    </inkml:brush>
  </inkml:definitions>
  <inkml:trace contextRef="#ctx0" brushRef="#br0">0 1 9830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3:58:59.394"/>
    </inkml:context>
    <inkml:brush xml:id="br0">
      <inkml:brushProperty name="width" value="0.035" units="cm"/>
      <inkml:brushProperty name="height" value="0.035" units="cm"/>
      <inkml:brushProperty name="color" value="#E71224"/>
    </inkml:brush>
  </inkml:definitions>
  <inkml:trace contextRef="#ctx0" brushRef="#br0">1 1 24575</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4:01:17.888"/>
    </inkml:context>
    <inkml:brush xml:id="br0">
      <inkml:brushProperty name="width" value="0.035" units="cm"/>
      <inkml:brushProperty name="height" value="0.035" units="cm"/>
      <inkml:brushProperty name="color" value="#E71224"/>
    </inkml:brush>
  </inkml:definitions>
  <inkml:trace contextRef="#ctx0" brushRef="#br0">0 0 24575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4:03:31.491"/>
    </inkml:context>
    <inkml:brush xml:id="br0">
      <inkml:brushProperty name="width" value="0.035" units="cm"/>
      <inkml:brushProperty name="height" value="0.035" units="cm"/>
      <inkml:brushProperty name="color" value="#66CC00"/>
    </inkml:brush>
  </inkml:definitions>
  <inkml:trace contextRef="#ctx0" brushRef="#br0">1674 837 24528,'-1'33'0,"-1"-1"0,-1 1 0,-1 0 0,-2-1 0,-1 0 0,-1 0 0,-2-1 0,-1 0 0,-1 0 0,-1-1 0,-1 0 0,-2-2 0,0 1 0,-2-2 0,-1 0 0,-1 0 0,0-2 0,-2 0 0,-1-2 0,-1 0 0,0-1 0,-2-1 0,0-2 0,-1 0 0,-1-1 0,0-1 0,-1-2 0,0-1 0,-2 0 0,1-2 0,-1-2 0,-1 0 0,1-2 0,-2-1 0,1-1 0,0-2 0,-1 0 0,0-2 0,0-2 0,0 0 0,1-2 0,-1-2 0,0 0 0,1-2 0,0-1 0,0-1 0,1-2 0,0 0 0,0-2 0,1-2 0,0 0 0,1-1 0,1-2 0,0-1 0,1-1 0,1 0 0,1-2 0,0-1 0,1-1 0,2 0 0,0-2 0,1 0 0,1-2 0,1 0 0,2 0 0,0-2 0,2 1 0,0-2 0,2 0 0,1-1 0,1 0 0,2 0 0,1-1 0,0 0 0,3 0 0,0-1 0,2 0 0,1 1 0,1-1 0,2 0 0,1 0 0,1 0 0,2 1 0,0 0 0,3 0 0,0 0 0,1 0 0,2 1 0,1 1 0,1 0 0,2 0 0,0 1 0,2 1 0,0 0 0,2 1 0,1 1 0,1 1 0,1 0 0,0 1 0,2 2 0,1 0 0,0 1 0,1 1 0,1 1 0,1 2 0,0 0 0,1 2 0,1 0 0,0 2 0,1 1 0,0 1 0,0 2 0,1 1 0,0 0 0,0 3 0,1 0 0,0 2 0,-1 1 0,1 1 0,0 2 0,0 1 0,0 1 0,-1 2 0,0 0 0,1 3 0,-2 0 0,1 1 0,-1 2 0,-1 1 0,1 1 0,-2 2 0,0 0 0,-1 2 0,0 0 0,-1 2 0,-1 1 0,0 1 0,-2 1 0,0 0 0,-1 2 0,-1 1 0,-2 0 0,0 1 0,-1 1 0,-1 1 0,-2 0 0,0 1 0,-2 1 0,-1 0 0,-1 0 0,-1 1 0,-1 1 0,-2 0 0,-1 0 0,-1 0 0,-2 0 0,-1 1 0,-1 0 0,-1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4:03:49.020"/>
    </inkml:context>
    <inkml:brush xml:id="br0">
      <inkml:brushProperty name="width" value="0.035" units="cm"/>
      <inkml:brushProperty name="height" value="0.035" units="cm"/>
      <inkml:brushProperty name="color" value="#66CC00"/>
    </inkml:brush>
  </inkml:definitions>
  <inkml:trace contextRef="#ctx0" brushRef="#br0">0 0 24575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7:11:35.616"/>
    </inkml:context>
    <inkml:brush xml:id="br0">
      <inkml:brushProperty name="width" value="0.035" units="cm"/>
      <inkml:brushProperty name="height" value="0.035" units="cm"/>
      <inkml:brushProperty name="color" value="#E71224"/>
    </inkml:brush>
  </inkml:definitions>
  <inkml:trace contextRef="#ctx0" brushRef="#br0">1 261 24575,'0'8'0,"2"0"0,-1 0 0,1 0 0,0 0 0,1-1 0,-1 1 0,2-1 0,5 11 0,9 23 0,-17-37 0,4 13 0,1 0 0,1-1 0,0 0 0,14 22 0,-18-34 0,0 1 0,0-1 0,1-1 0,-1 1 0,1-1 0,0 1 0,0-1 0,0 0 0,0 0 0,1-1 0,-1 1 0,1-1 0,0 0 0,-1 0 0,1-1 0,0 1 0,0-1 0,0 0 0,0 0 0,7 0 0,-5-1 0,-1-1 0,1 1 0,0-1 0,0 0 0,0-1 0,-1 1 0,1-1 0,-1-1 0,1 1 0,-1-1 0,0 0 0,0 0 0,0-1 0,6-5 0,6-7 0,0 0 0,27-34 0,-4 4 0,-37 43 0,33-37 0,3 3 0,59-45 0,-44 54 0,-45 24 0,1-1 0,-1 0 0,-1-1 0,19-13 0,-5 0 0,106-86 0,-112 91-1365,-4 0-5461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7:12:49.860"/>
    </inkml:context>
    <inkml:brush xml:id="br0">
      <inkml:brushProperty name="width" value="0.035" units="cm"/>
      <inkml:brushProperty name="height" value="0.035" units="cm"/>
      <inkml:brushProperty name="color" value="#E71224"/>
    </inkml:brush>
  </inkml:definitions>
  <inkml:trace contextRef="#ctx0" brushRef="#br0">1 281 24575,'5'2'0,"1"-1"0,-1 1 0,1 0 0,-1 1 0,0-1 0,0 1 0,7 5 0,0-1 0,-5-3 0,-1 1 0,0-1 0,1 1 0,-2 1 0,1-1 0,0 1 0,-1 0 0,8 12 0,-1 3 0,16 34 0,11 20 0,-35-69 0,0-1 0,1 0 0,0 0 0,0 0 0,9 6 0,13 13 0,-24-21 0,-1 0 0,1 0 0,0-1 0,0 1 0,0-1 0,0 0 0,0 1 0,0-1 0,1-1 0,-1 1 0,1 0 0,-1-1 0,1 0 0,-1 0 0,1 0 0,0 0 0,0 0 0,0-1 0,-1 0 0,1 0 0,7 0 0,-7-2 0,1 1 0,0-1 0,-1 0 0,1 0 0,-1 0 0,0 0 0,0-1 0,0 0 0,0 0 0,0 0 0,0 0 0,-1-1 0,1 1 0,-1-1 0,0 0 0,4-7 0,53-98 0,-46 80 0,1 0 0,2 2 0,33-45 0,-33 53 0,0-1 0,-2 0 0,-1-2 0,0 0 0,-2 0 0,14-32 0,0 2 134,-3 10-1633,-14 19-5327</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7:13:19.723"/>
    </inkml:context>
    <inkml:brush xml:id="br0">
      <inkml:brushProperty name="width" value="0.035" units="cm"/>
      <inkml:brushProperty name="height" value="0.035" units="cm"/>
      <inkml:brushProperty name="color" value="#E71224"/>
    </inkml:brush>
  </inkml:definitions>
  <inkml:trace contextRef="#ctx0" brushRef="#br0">522 33 24575,'-521'0'0,"717"-16"0,8 0 0,472 17-1365,-663-1-5461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4:07:14.939"/>
    </inkml:context>
    <inkml:brush xml:id="br0">
      <inkml:brushProperty name="width" value="0.035" units="cm"/>
      <inkml:brushProperty name="height" value="0.035" units="cm"/>
      <inkml:brushProperty name="color" value="#66CC00"/>
    </inkml:brush>
  </inkml:definitions>
  <inkml:trace contextRef="#ctx0" brushRef="#br0">590 913 24575,'-4'1'0,"-1"1"0,1 0 0,-1 0 0,1 0 0,0 0 0,0 1 0,0-1 0,0 1 0,0 0 0,1 1 0,-1-1 0,-2 4 0,0-1 0,-135 135 0,113-106 0,13-13 0,22-35 0,14-14 0,6 1 0,64-55 0,-78 71 0,0 1 0,1 0 0,0 1 0,0 0 0,23-8 0,-17 9 0,0 0 0,1 1 0,0 1 0,0 1 0,28-1 0,-38 4 0,1 0 0,-1-1 0,1 0 0,-1 0 0,15-7 0,-24 9 0,1-1 0,-1 0 0,0-1 0,1 1 0,-1 0 0,0-1 0,0 1 0,0-1 0,0 0 0,0 0 0,-1 0 0,1 0 0,2-3 0,-4 4 0,1-1 0,-1 1 0,1-1 0,-1 1 0,0-1 0,1 1 0,-1-1 0,0 0 0,0 1 0,0-1 0,0 1 0,-1-1 0,1 0 0,0 1 0,-1-1 0,1 1 0,-1-1 0,1 1 0,-1-1 0,0 1 0,0 0 0,0-1 0,-1-1 0,-2-2 0,0 0 0,-1 0 0,1 1 0,-1 0 0,0 0 0,0 0 0,0 1 0,0-1 0,-1 1 0,1 1 0,-12-5 0,-8-1 0,-39-9 0,26 9 0,-13-2 0,0 2 0,0 2 0,0 3 0,-65 4 0,101-2 0,-1 0 0,1 0 0,-1-2 0,1 0 0,-1-1 0,1 0 0,1-1 0,-1-1 0,1 0 0,0-1 0,0-1 0,-15-11 0,18 12 0,0-2 0,0 0 0,1 0 0,1-1 0,0 0 0,0-1 0,1 0 0,0 0 0,0-1 0,2 0 0,-1 0 0,2 0 0,0-1 0,-4-15 0,7 22 0,1 0 0,0 0 0,1 0 0,-1 0 0,1 0 0,0 0 0,1 0 0,0 0 0,0 0 0,0 0 0,0 0 0,1 0 0,0 0 0,1 1 0,-1-1 0,1 1 0,0-1 0,4-5 0,6-6 0,1 1 0,0 1 0,31-26 0,-9 8 0,2-4 0,89-81 0,-114 108 0,0 0 0,1 1 0,0 1 0,0 0 0,1 1 0,0 1 0,0 0 0,1 1 0,-1 1 0,32-5 0,-33 7 0,-1 1 0,1 1 0,0 0 0,-1 1 0,1 0 0,-1 1 0,1 1 0,-1 0 0,0 0 0,0 2 0,0 0 0,-1 0 0,17 10 0,2 4 0,-2 1 0,0 2 0,-2 0 0,29 31 0,-49-47 16,0-1-1,0 1 1,0-1-1,0-1 1,1 1-1,9 3 0,-10-5-199,0 1 0,0 0 0,0 0 0,-1 0 0,1 0-1,-1 1 1,11 11 0,-3 4-6642</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4:07:17.034"/>
    </inkml:context>
    <inkml:brush xml:id="br0">
      <inkml:brushProperty name="width" value="0.035" units="cm"/>
      <inkml:brushProperty name="height" value="0.035" units="cm"/>
      <inkml:brushProperty name="color" value="#66CC00"/>
    </inkml:brush>
  </inkml:definitions>
  <inkml:trace contextRef="#ctx0" brushRef="#br0">1 502 24575,'10'0'0,"1"1"0,0 0 0,0 0 0,-1 1 0,1 1 0,-1 0 0,0 0 0,17 8 0,-5 1 0,-1 1 0,31 24 0,-49-33 0,1-2 0,0 1 0,0 0 0,0-1 0,0 0 0,0 1 0,0-2 0,0 1 0,1 0 0,-1-1 0,1 0 0,-1 0 0,1 0 0,-1-1 0,1 1 0,0-1 0,-1 0 0,1-1 0,0 1 0,-1-1 0,1 0 0,-1 0 0,1 0 0,-1-1 0,1 1 0,-1-1 0,0 0 0,0 0 0,0-1 0,0 1 0,0-1 0,-1 0 0,1 0 0,3-4 0,10-11 0,-1 0 0,-1-1 0,0-1 0,-2-1 0,17-31 0,15-24 0,-30 52 0,-2-1 0,-1 0 0,-2-1 0,13-42 0,-3 8 0,-18 52-68,1 1 0,1-1-1,-1 1 1,1-1 0,0 1 0,1 0-1,0 0 1,0 1 0,0 0 0,1 0-1,0 0 1,0 0 0,0 1 0,1 0-1,0 0 1,0 1 0,0 0 0,0 0-1,14-4 1,3 2-6758</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4:07:19.007"/>
    </inkml:context>
    <inkml:brush xml:id="br0">
      <inkml:brushProperty name="width" value="0.035" units="cm"/>
      <inkml:brushProperty name="height" value="0.035" units="cm"/>
      <inkml:brushProperty name="color" value="#66CC00"/>
    </inkml:brush>
  </inkml:definitions>
  <inkml:trace contextRef="#ctx0" brushRef="#br0">282 369 24575,'-1'58'0,"2"70"0,-1-126 0,1 1 0,-1-1 0,0 1 0,0-1 0,1 1 0,0 0 0,-1-1 0,1 0 0,0 1 0,0-1 0,0 0 0,1 1 0,-1-1 0,0 0 0,1 0 0,0 0 0,-1 0 0,1 0 0,0 0 0,0-1 0,0 1 0,0-1 0,0 1 0,0-1 0,5 2 0,-4-2 0,0-1 0,0 1 0,0-1 0,0 0 0,0 0 0,-1-1 0,1 1 0,0 0 0,0-1 0,0 0 0,0 0 0,-1 0 0,1 0 0,0 0 0,-1 0 0,1-1 0,-1 1 0,1-1 0,-1 0 0,0 0 0,1 0 0,2-3 0,15-17 0,-1-2 0,-1 0 0,17-30 0,11-14 0,-32 48 0,19-27 0,3 2 0,60-62 0,-54 58 0,-35 39 0,0 1 0,1-1 0,1 1 0,10-9 0,2 2 0,-9 8 0,-1-1 0,0 0 0,12-14 0,-21 15 0,-12 9 0,-19 8 0,28-9 0,-155 63 0,-190 61-587,281-101-191,-201 70-6048</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4:07:21.018"/>
    </inkml:context>
    <inkml:brush xml:id="br0">
      <inkml:brushProperty name="width" value="0.035" units="cm"/>
      <inkml:brushProperty name="height" value="0.035" units="cm"/>
      <inkml:brushProperty name="color" value="#66CC00"/>
    </inkml:brush>
  </inkml:definitions>
  <inkml:trace contextRef="#ctx0" brushRef="#br0">1 443 24575,'2'1'0,"1"-1"0,-1 1 0,1 0 0,-1 0 0,0 0 0,1 0 0,-1 0 0,0 1 0,0-1 0,0 0 0,0 1 0,0 0 0,0-1 0,3 4 0,25 32 0,-24-29 0,63 99 0,-42-60 0,-22-37 0,1 0 0,0-1 0,0 0 0,0 1 0,12 10 0,-18-19 0,1 0 0,0-1 0,0 1 0,0 0 0,1 0 0,-1-1 0,0 1 0,0 0 0,0-1 0,0 0 0,1 1 0,-1-1 0,0 1 0,0-1 0,1 0 0,-1 0 0,0 0 0,0 0 0,1 0 0,-1 0 0,0 0 0,1 0 0,-1-1 0,0 1 0,2-1 0,0-1 0,0 1 0,0-1 0,0 0 0,0 0 0,0 0 0,-1-1 0,1 1 0,-1-1 0,4-3 0,2-7 0,1 0 0,-2 0 0,9-18 0,18-44 0,62-98 0,-83 150 0,18-42 0,-23 44 0,2 0 0,21-34 0,-9 24-118,-3 2 244,42-49 0,-54 71-251,0 0 0,0 1 0,0 0 0,1 0 0,0 1 0,0-1 1,0 2-1,1-1 0,0 1 0,0 1 0,13-5 0,4 3-6701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4:07:23.028"/>
    </inkml:context>
    <inkml:brush xml:id="br0">
      <inkml:brushProperty name="width" value="0.035" units="cm"/>
      <inkml:brushProperty name="height" value="0.035" units="cm"/>
      <inkml:brushProperty name="color" value="#66CC00"/>
    </inkml:brush>
  </inkml:definitions>
  <inkml:trace contextRef="#ctx0" brushRef="#br0">0 316 24575,'2'10'0,"0"-1"0,0 1 0,1-1 0,0 0 0,1 1 0,0-2 0,0 1 0,1 0 0,0-1 0,1 0 0,0 0 0,7 8 0,-10-13 0,0 0 0,0 0 0,1 0 0,-1 0 0,0-1 0,1 1 0,0-1 0,-1 0 0,1 0 0,0 0 0,0-1 0,0 1 0,1-1 0,-1 0 0,6 1 0,-4-2 0,1 0 0,-1 0 0,1-1 0,-1 1 0,1-1 0,-1-1 0,0 1 0,1-1 0,6-3 0,9-6 0,0 0 0,0-2 0,-2-1 0,24-19 0,-40 30 0,8-6 0,16-12 0,42-42 0,40-36 0,2 0 0,-44 34-1365,-46 45-5461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7:13:37.367"/>
    </inkml:context>
    <inkml:brush xml:id="br0">
      <inkml:brushProperty name="width" value="0.035" units="cm"/>
      <inkml:brushProperty name="height" value="0.035" units="cm"/>
      <inkml:brushProperty name="color" value="#E71224"/>
    </inkml:brush>
  </inkml:definitions>
  <inkml:trace contextRef="#ctx0" brushRef="#br0">1 66 24575,'32'0'0,"-6"1"0,0-1 0,1-1 0,-1-1 0,0-1 0,0-2 0,34-10 0,-30 6 10,1 0 0,0 2 1,0 1-1,46-2 0,127 7-297,-104 2-842,-73-1-5697</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7:13:39.160"/>
    </inkml:context>
    <inkml:brush xml:id="br0">
      <inkml:brushProperty name="width" value="0.035" units="cm"/>
      <inkml:brushProperty name="height" value="0.035" units="cm"/>
      <inkml:brushProperty name="color" value="#E71224"/>
    </inkml:brush>
  </inkml:definitions>
  <inkml:trace contextRef="#ctx0" brushRef="#br0">0 0 24575,'817'0'-1365,"-790"0"-5461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7:13:40.968"/>
    </inkml:context>
    <inkml:brush xml:id="br0">
      <inkml:brushProperty name="width" value="0.035" units="cm"/>
      <inkml:brushProperty name="height" value="0.035" units="cm"/>
      <inkml:brushProperty name="color" value="#E71224"/>
    </inkml:brush>
  </inkml:definitions>
  <inkml:trace contextRef="#ctx0" brushRef="#br0">1 0 24575,'690'0'-1365,"-663"0"-5461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7:13:42.586"/>
    </inkml:context>
    <inkml:brush xml:id="br0">
      <inkml:brushProperty name="width" value="0.035" units="cm"/>
      <inkml:brushProperty name="height" value="0.035" units="cm"/>
      <inkml:brushProperty name="color" value="#E71224"/>
    </inkml:brush>
  </inkml:definitions>
  <inkml:trace contextRef="#ctx0" brushRef="#br0">1 1 24575,'785'0'-1365,"-758"0"-5461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4:08:02.678"/>
    </inkml:context>
    <inkml:brush xml:id="br0">
      <inkml:brushProperty name="width" value="0.035" units="cm"/>
      <inkml:brushProperty name="height" value="0.035" units="cm"/>
      <inkml:brushProperty name="color" value="#66CC00"/>
    </inkml:brush>
  </inkml:definitions>
  <inkml:trace contextRef="#ctx0" brushRef="#br0">2 799 24575,'0'24'0,"-1"-13"0,0-1 0,1 0 0,1 0 0,0 0 0,0 1 0,1-1 0,0 0 0,1-1 0,7 18 0,6 3 0,-5-9 0,0 1 0,-1 0 0,-1 0 0,10 37 0,-19-57 0,3 12 0,0 0 0,1 0 0,9 20 0,-12-32 0,1 1 0,-1 0 0,1-1 0,-1 1 0,1-1 0,0 0 0,0 0 0,0 1 0,0-1 0,5 3 0,-6-5 0,0 1 0,0-1 0,1 1 0,-1-1 0,0 1 0,1-1 0,-1 0 0,0 1 0,1-1 0,-1 0 0,0 0 0,1 0 0,-1 0 0,0-1 0,1 1 0,-1 0 0,0 0 0,1-1 0,-1 1 0,0-1 0,1 1 0,-1-1 0,0 1 0,1-2 0,2 0 0,-1-1 0,-1 1 0,1-1 0,0 0 0,-1 0 0,1 0 0,-1 0 0,0 0 0,0 0 0,0-1 0,2-4 0,16-47 0,-9 24 0,13-29 0,43-113 0,-56 145 0,30-52 0,0-1 0,105-221 0,-129 277 0,0 0 0,1 1 0,2 1 0,34-33 0,-26 28 0,12-8 0,-27 24 0,0 1 0,16-20 0,-8 6-682,38-34-1,-40 42-6143</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7:15:58.848"/>
    </inkml:context>
    <inkml:brush xml:id="br0">
      <inkml:brushProperty name="width" value="0.035" units="cm"/>
      <inkml:brushProperty name="height" value="0.035" units="cm"/>
      <inkml:brushProperty name="color" value="#E71224"/>
    </inkml:brush>
  </inkml:definitions>
  <inkml:trace contextRef="#ctx0" brushRef="#br0">1 1 24575,'5'0'0,"7"0"0,7 0 0,6 0 0,3 0 0,3 0 0,2 0 0,-1 0 0,1 0 0,-6 0-8191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4:23:20.655"/>
    </inkml:context>
    <inkml:brush xml:id="br0">
      <inkml:brushProperty name="width" value="0.035" units="cm"/>
      <inkml:brushProperty name="height" value="0.035" units="cm"/>
      <inkml:brushProperty name="color" value="#E71224"/>
    </inkml:brush>
  </inkml:definitions>
  <inkml:trace contextRef="#ctx0" brushRef="#br0">4326 161 24575,'-9'-2'0,"0"0"0,0 0 0,0 0 0,1-1 0,-1-1 0,-13-6 0,12 5 0,-35-19 0,36 18 0,0 0 0,0 2 0,-1-1 0,0 1 0,1 0 0,-1 1 0,-17-3 0,-33 1 0,-111 5 0,71 3 0,-22-6 0,-241-36 0,282 27 0,-106 0 0,-86 13 0,105 2 0,80 1 0,-125 23 0,-30 3 0,35-8 0,125-11 0,-97 20 0,156-26 0,1 1 0,-33 12 0,31-10 0,-46 11 0,66-18 0,-23 3 0,1 1 0,0 1 0,0 1 0,-36 16 0,-128 47 0,130-50 0,-113 52 0,128-45 0,34-19 0,1-1 0,-1 0 0,-1-1 0,1-1 0,-1 0 0,0 0 0,-22 4 0,-5-5 0,0-1 0,0-2 0,-61-7 0,82 2 0,1 1 0,0-2 0,1-1 0,-26-10 0,-33-11 0,55 20 56,-36-16 1,39 15-550,-1 1 1,-25-7-1,22 9-6333</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4:25:18.175"/>
    </inkml:context>
    <inkml:brush xml:id="br0">
      <inkml:brushProperty name="width" value="0.035" units="cm"/>
      <inkml:brushProperty name="height" value="0.035" units="cm"/>
      <inkml:brushProperty name="color" value="#E71224"/>
    </inkml:brush>
  </inkml:definitions>
  <inkml:trace contextRef="#ctx0" brushRef="#br0">0 0 24575,'6'1'0,"1"0"0,-1 1 0,0-1 0,0 1 0,0 1 0,-1-1 0,12 7 0,-7-4 0,257 132 0,228 97 0,-357-181 0,13 7 0,-137-54 0,2 0 0,-1-1 0,23 4 0,-25-7 0,1 2 0,-1-1 0,0 1 0,-1 1 0,18 9 0,149 108 0,-140-97 0,37 33 0,-46-35 0,73 62 0,-55-55 0,-45-28 0,2 0 0,-1 0 0,0-1 0,0 1 0,1-1 0,-1 0 0,0 0 0,1 0 0,8 0 0,-11-2 0,-1 1 0,1-1 0,0 0 0,-1 0 0,1 0 0,-1 0 0,1 0 0,-1 0 0,1 0 0,-1 0 0,0-1 0,0 1 0,0-1 0,1 1 0,-1-1 0,-1 1 0,1-1 0,0 1 0,0-1 0,-1 0 0,1 0 0,0 1 0,-1-1 0,0 0 0,1 0 0,-1 1 0,0-1 0,0 0 0,0-2 0,0-6 0,0 0 0,0 0 0,-4-19 0,2 14 0,-1 1 0,-1 0 0,0 0 0,-1 0 0,0 1 0,-2-1 0,1 1 0,-1 1 0,-16-22 0,22 33 0,1 0 0,0 1 0,-1-1 0,1 1 0,0-1 0,-1 0 0,1 1 0,-1-1 0,1 1 0,0 0 0,-1-1 0,1 1 0,-1-1 0,0 1 0,1 0 0,-1-1 0,1 1 0,-1 0 0,0-1 0,1 1 0,-1 0 0,1 0 0,-1 0 0,0 0 0,1 0 0,-2 0 0,1 16 0,13 31 0,-11-45 0,4 13 0,2 0 0,15 27 0,7 14 0,-23-39 0,5 9 0,-2 0 0,9 38 0,-16-58 0,-1 0 0,0 0 0,-1 0 0,1-1 0,-1 1 0,0 0 0,0 0 0,-1 0 0,0 0 0,0 0 0,0-1 0,-1 1 0,0 0 0,0-1 0,0 1 0,-1-1 0,-4 8 0,3-9 0,-1 1 0,1-1 0,-1 1 0,0-2 0,0 1 0,0 0 0,-1-1 0,1 0 0,-1 0 0,0-1 0,-8 3 0,-10 2 0,-40 6 0,15-3 0,-26 16 0,60-20 0,0 0 0,-1-1 0,1 0 0,-1-2 0,-23 4 0,-21-6-1365,33-1-5461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4:25:37.910"/>
    </inkml:context>
    <inkml:brush xml:id="br0">
      <inkml:brushProperty name="width" value="0.035" units="cm"/>
      <inkml:brushProperty name="height" value="0.035" units="cm"/>
      <inkml:brushProperty name="color" value="#E71224"/>
    </inkml:brush>
  </inkml:definitions>
  <inkml:trace contextRef="#ctx0" brushRef="#br0">1 1 24575</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4:25:39.894"/>
    </inkml:context>
    <inkml:brush xml:id="br0">
      <inkml:brushProperty name="width" value="0.035" units="cm"/>
      <inkml:brushProperty name="height" value="0.035" units="cm"/>
      <inkml:brushProperty name="color" value="#E71224"/>
    </inkml:brush>
  </inkml:definitions>
  <inkml:trace contextRef="#ctx0" brushRef="#br0">1 1 24575,'56'0'0,"68"0"0,157 18 0,-229-11 0,42 5 0,-2 4 0,123 37 0,-172-37-60,-22-8-267,-1-1 1,1 0 0,31 4 0,-27-8-6500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4:25:58.829"/>
    </inkml:context>
    <inkml:brush xml:id="br0">
      <inkml:brushProperty name="width" value="0.035" units="cm"/>
      <inkml:brushProperty name="height" value="0.035" units="cm"/>
      <inkml:brushProperty name="color" value="#E71224"/>
    </inkml:brush>
  </inkml:definitions>
  <inkml:trace contextRef="#ctx0" brushRef="#br0">1 1 24575</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4:26:00.668"/>
    </inkml:context>
    <inkml:brush xml:id="br0">
      <inkml:brushProperty name="width" value="0.035" units="cm"/>
      <inkml:brushProperty name="height" value="0.035" units="cm"/>
      <inkml:brushProperty name="color" value="#E71224"/>
    </inkml:brush>
  </inkml:definitions>
  <inkml:trace contextRef="#ctx0" brushRef="#br0">1 32 24575,'628'0'0,"-596"-1"0,60-12 0,4-1 0,125 10-1365,-194 5-5461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4:26:11.253"/>
    </inkml:context>
    <inkml:brush xml:id="br0">
      <inkml:brushProperty name="width" value="0.035" units="cm"/>
      <inkml:brushProperty name="height" value="0.035" units="cm"/>
      <inkml:brushProperty name="color" value="#E71224"/>
    </inkml:brush>
  </inkml:definitions>
  <inkml:trace contextRef="#ctx0" brushRef="#br0">1 1 24575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4:26:48.508"/>
    </inkml:context>
    <inkml:brush xml:id="br0">
      <inkml:brushProperty name="width" value="0.035" units="cm"/>
      <inkml:brushProperty name="height" value="0.035" units="cm"/>
      <inkml:brushProperty name="color" value="#E71224"/>
    </inkml:brush>
  </inkml:definitions>
  <inkml:trace contextRef="#ctx0" brushRef="#br0">1 95 24575,'10'-1'0,"0"0"0,0 0 0,0-2 0,19-5 0,27-6 0,46 8 0,101 7 0,-70 1 0,247-2 0,-352-2 25,1-1 0,-1-1 0,1-2 0,33-11 0,-34 9-398,1 0 1,0 2-1,52-4 1,-55 10-6454</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4:28:33.293"/>
    </inkml:context>
    <inkml:brush xml:id="br0">
      <inkml:brushProperty name="width" value="0.035" units="cm"/>
      <inkml:brushProperty name="height" value="0.035" units="cm"/>
      <inkml:brushProperty name="color" value="#E71224"/>
    </inkml:brush>
  </inkml:definitions>
  <inkml:trace contextRef="#ctx0" brushRef="#br0">31 63 24575,'-1'20'0,"-1"0"0,-1 0 0,-6 23 0,4-26 0,2 0 0,0 1 0,0-1 0,1 30 0,2-45 0,0 0 0,0 0 0,1 0 0,-1 0 0,0 0 0,1 0 0,-1-1 0,1 1 0,0 0 0,-1 0 0,1 0 0,0-1 0,0 1 0,0 0 0,0-1 0,1 1 0,1 2 0,-2-4 0,1 1 0,-1 0 0,1-1 0,-1 1 0,1-1 0,-1 0 0,1 1 0,-1-1 0,1 0 0,-1 0 0,1 0 0,-1 0 0,1 0 0,0 0 0,-1 0 0,1-1 0,-1 1 0,1 0 0,-1-1 0,1 0 0,2-1 0,217-100 0,-205 95 0,1 0 0,0 1 0,31-6 0,23-8 0,-20 3 0,-34 13 0,-1-2 0,0 0 0,29-15 0,-30 13 0,0 1 0,0 0 0,21-5 0,-19 6 0,-1 0 0,26-13 0,-30 12-195,1 1 0,-1 0 0,1 1 0,0 1 0,0 0 0,18-3 0,-5 3-6631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4:29:20.965"/>
    </inkml:context>
    <inkml:brush xml:id="br0">
      <inkml:brushProperty name="width" value="0.035" units="cm"/>
      <inkml:brushProperty name="height" value="0.035" units="cm"/>
      <inkml:brushProperty name="color" value="#E71224"/>
    </inkml:brush>
  </inkml:definitions>
  <inkml:trace contextRef="#ctx0" brushRef="#br0">1 1 24575,'2542'0'-1365,"-2515"0"-5461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4:29:23.876"/>
    </inkml:context>
    <inkml:brush xml:id="br0">
      <inkml:brushProperty name="width" value="0.035" units="cm"/>
      <inkml:brushProperty name="height" value="0.035" units="cm"/>
      <inkml:brushProperty name="color" value="#E71224"/>
    </inkml:brush>
  </inkml:definitions>
  <inkml:trace contextRef="#ctx0" brushRef="#br0">0 358 24575,'37'0'0,"0"1"0,0 2 0,52 12 0,-72-12 0,0 0 0,0-1 0,1 0 0,-1-1 0,0-1 0,1-1 0,-1-1 0,0 0 0,0-1 0,0-1 0,0-1 0,-1 0 0,1-1 0,-1 0 0,-1-2 0,1 0 0,-1-1 0,-1 0 0,0-1 0,0-1 0,15-15 0,4 0 0,-22 18 0,-2 0 0,1 0 0,15-18 0,-15 13 0,0-1 0,1 1 0,1-1 0,0 2 0,0 0 0,27-20 0,-34 29-22,0-1-1,-1 0 0,0 0 0,1 0 1,-1-1-1,-1 0 0,1 1 1,-1-1-1,0-1 0,3-5 1,3-4-1094,1-2-5710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4:29:28.627"/>
    </inkml:context>
    <inkml:brush xml:id="br0">
      <inkml:brushProperty name="width" value="0.035" units="cm"/>
      <inkml:brushProperty name="height" value="0.035" units="cm"/>
      <inkml:brushProperty name="color" value="#E71224"/>
    </inkml:brush>
  </inkml:definitions>
  <inkml:trace contextRef="#ctx0" brushRef="#br0">0 1 24575,'3545'0'0,"-3527"1"-286,-1 1-1,1 1 1,32 9 0,-47-11 66,18 4-6606</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5T04:31:29.741"/>
    </inkml:context>
    <inkml:brush xml:id="br0">
      <inkml:brushProperty name="width" value="0.035" units="cm"/>
      <inkml:brushProperty name="height" value="0.035" units="cm"/>
      <inkml:brushProperty name="color" value="#E71224"/>
    </inkml:brush>
  </inkml:definitions>
  <inkml:trace contextRef="#ctx0" brushRef="#br0">0 1 24575,'1632'0'-1365,"-1605"0"-5461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24T07:25:23.544"/>
    </inkml:context>
    <inkml:brush xml:id="br0">
      <inkml:brushProperty name="width" value="0.035" units="cm"/>
      <inkml:brushProperty name="height" value="0.035" units="cm"/>
      <inkml:brushProperty name="color" value="#E71224"/>
    </inkml:brush>
  </inkml:definitions>
  <inkml:trace contextRef="#ctx0" brushRef="#br0">164 61 24575,'-1'14'0,"-2"-1"0,1 0 0,-2 0 0,0 0 0,0 0 0,-1-1 0,-1 1 0,0-1 0,-11 16 0,-13 30 0,4-5 0,18-39 0,0 1 0,1 0 0,1 0 0,1 1 0,0-1 0,-3 18 0,3 13 0,3 0 0,1 0 0,8 67 0,-6-104 0,0-1 0,0 0 0,1 0 0,0 0 0,1 0 0,-1 0 0,2-1 0,5 12 0,-7-16 0,1 0 0,-1 1 0,1-1 0,0 0 0,0 0 0,0-1 0,0 1 0,0-1 0,1 0 0,-1 1 0,1-1 0,0-1 0,-1 1 0,1 0 0,0-1 0,0 0 0,0 0 0,6 1 0,2 0 0,1-1 0,-1 0 0,0-1 0,0 0 0,1-1 0,20-4 0,-27 3 0,0 0 0,0 0 0,-1 0 0,1 0 0,-1-1 0,1 0 0,-1-1 0,0 1 0,0-1 0,0 0 0,-1 0 0,0 0 0,1 0 0,-1-1 0,4-7 0,8-14 0,-1-2 0,19-50 0,-1 1 0,-27 64 0,-1-1 0,-1 1 0,0-1 0,-1 0 0,0 0 0,1-27 0,-6-90 0,-1 57 0,4 66 0,-1-1 0,-1 0 0,0 1 0,0-1 0,-1 1 0,0 0 0,0-1 0,-1 1 0,0 0 0,0 0 0,-1 0 0,0 1 0,0-1 0,-1 1 0,0 0 0,-1 0 0,1 1 0,-1 0 0,0 0 0,-14-10 0,13 10 0,-1 0 0,-1 1 0,1 0 0,0 1 0,-1 0 0,0 0 0,0 1 0,0 0 0,-12-2 0,18 4 0,0 1 0,1 0 0,-1 0 0,0 0 0,1 0 0,-1 0 0,0 1 0,1-1 0,-1 1 0,1-1 0,-1 1 0,1 0 0,-1 0 0,1 0 0,-1 1 0,1-1 0,0 0 0,0 1 0,-1 0 0,1-1 0,0 1 0,1 0 0,-1 0 0,0 0 0,1 0 0,-1 1 0,1-1 0,-1 0 0,1 1 0,0-1 0,0 0 0,0 1 0,0 0 0,1-1 0,-1 1 0,1-1 0,-1 4 0,-2 18-75,1 0 0,1 0 0,3 34 0,0-30-990,-1 0-5761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06:05.585"/>
    </inkml:context>
    <inkml:brush xml:id="br0">
      <inkml:brushProperty name="width" value="0.035" units="cm"/>
      <inkml:brushProperty name="height" value="0.035" units="cm"/>
      <inkml:brushProperty name="color" value="#E71224"/>
    </inkml:brush>
  </inkml:definitions>
  <inkml:trace contextRef="#ctx0" brushRef="#br0">1 520 24575,'10'-16'0,"26"-21"0,21-21 0,19-10 0,11 0 0,1 2 0,-13 6 0,-15 13 0,-12 10 0,-9 11 0,-11 5 0,-10 5-8191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06:10.730"/>
    </inkml:context>
    <inkml:brush xml:id="br0">
      <inkml:brushProperty name="width" value="0.035" units="cm"/>
      <inkml:brushProperty name="height" value="0.035" units="cm"/>
      <inkml:brushProperty name="color" value="#E71224"/>
    </inkml:brush>
  </inkml:definitions>
  <inkml:trace contextRef="#ctx0" brushRef="#br0">411 1008 24575,'7'-1'0,"0"1"0,-1-2 0,1 1 0,0-1 0,-1 0 0,1 0 0,10-7 0,13-3 0,69-15 0,-65 19 0,-1-1 0,0-2 0,44-20 0,27-16 0,18-9 0,-108 47 0,0 1 0,-1-2 0,0 1 0,0-2 0,-1 0 0,14-17 0,-16 16 0,10-12 0,23-35 0,-37 49 0,0-1 0,-1 1 0,-1-1 0,1 0 0,-2 0 0,0 0 0,3-13 0,-4 7 0,0 1 0,0 0 0,-2-1 0,0 1 0,-1 0 0,-3-21 0,1 26 0,0 1 0,0-1 0,-1 0 0,0 1 0,-1 0 0,0 0 0,-1 0 0,0 1 0,-14-18 0,6 13 0,0 0 0,-1 1 0,0 0 0,-23-14 0,-73-37 0,96 55 0,-19-8 0,-2 2 0,0 1 0,0 1 0,-2 2 0,1 2 0,-1 2 0,0 1 0,-1 1 0,1 3 0,-1 1 0,-43 5 0,63-3 0,0 1 0,0 1 0,0 0 0,0 1 0,1 2 0,0 0 0,0 0 0,-22 13 0,35-16 0,-9 5 0,1 1 0,0 0 0,1 0 0,0 1 0,1 1 0,-13 14 0,-71 93 0,87-108 0,2 0 0,-1 0 0,2 0 0,-1 1 0,1-1 0,1 1 0,0 0 0,0 1 0,-1 12 0,1-5 0,2 0 0,0 0 0,1 0 0,3 36 0,-1-47 0,1 0 0,0-1 0,0 1 0,1-1 0,0 0 0,0 1 0,1-1 0,-1 0 0,2-1 0,-1 1 0,7 6 0,8 9 0,36 32 0,-38-39 0,-12-10-105,0-1 0,1-1 0,-1 1 0,1-1 0,0 0 0,0 0 0,0-1 0,0 1 0,0-1 0,1-1 0,-1 1 0,11 0 0,8 0-6721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06:25.789"/>
    </inkml:context>
    <inkml:brush xml:id="br0">
      <inkml:brushProperty name="width" value="0.035" units="cm"/>
      <inkml:brushProperty name="height" value="0.035" units="cm"/>
      <inkml:brushProperty name="color" value="#E71224"/>
    </inkml:brush>
  </inkml:definitions>
  <inkml:trace contextRef="#ctx0" brushRef="#br0">0 885 24575,'32'-1'0,"0"-2"0,0-1 0,40-10 0,91-33 0,-146 42 0,31-11 0,-1-3 0,-1-1 0,0-3 0,-2-1 0,-1-2 0,50-40 0,-71 48 0,0 2 0,1 0 0,1 1 0,0 2 0,30-13 0,97-36 0,-143 59 0,1-1 0,-1 0 0,-1-1 0,1 1 0,-1-2 0,1 1 0,-1-1 0,-1 0 0,1 0 0,-1-1 0,0 0 0,-1 0 0,0 0 0,0-1 0,0 0 0,-1 0 0,0 0 0,-1 0 0,0-1 0,0 1 0,0-1 0,-1 0 0,-1 0 0,0 0 0,0 0 0,0 0 0,-1 0 0,-1 0 0,0 0 0,0 0 0,0 0 0,-5-14 0,4 18 0,-1 0 0,1 1 0,-1-1 0,0 1 0,0-1 0,-1 1 0,1 0 0,-1 0 0,0 0 0,0 0 0,0 1 0,0 0 0,-1 0 0,-9-5 0,-7-2 0,0 0 0,-26-7 0,34 13 0,-49-14 0,-1 3 0,-85-10 0,54 11 0,26 5 0,0 4 0,0 3 0,-93 8 0,144-5 0,0 1 0,0 1 0,0 0 0,0 1 0,1 1 0,0 1 0,-18 7 0,29-10 0,-1 0 0,1 1 0,-1-1 0,1 1 0,0 0 0,1 0 0,-1 0 0,1 1 0,-1 0 0,1 0 0,1 0 0,-1 0 0,1 0 0,0 1 0,0 0 0,0 0 0,1-1 0,0 1 0,0 1 0,1-1 0,0 0 0,-1 7 0,-1 51 0,6 73 0,0-23 0,-3-109 0,0 0 0,0 0 0,0 0 0,1-1 0,-1 1 0,1 0 0,0 0 0,0 0 0,1 0 0,0-1 0,0 1 0,0-1 0,0 1 0,1-1 0,-1 0 0,1 0 0,0 0 0,0 0 0,1-1 0,-1 1 0,1-1 0,0 0 0,-1 0 0,2 0 0,-1 0 0,0-1 0,9 4 0,179 82 0,-119-49 0,-48-25 0,1 0 0,1-2 0,31 11 0,33 3-1365,-64-20-5461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06:54.435"/>
    </inkml:context>
    <inkml:brush xml:id="br0">
      <inkml:brushProperty name="width" value="0.035" units="cm"/>
      <inkml:brushProperty name="height" value="0.035" units="cm"/>
      <inkml:brushProperty name="color" value="#E71224"/>
    </inkml:brush>
  </inkml:definitions>
  <inkml:trace contextRef="#ctx0" brushRef="#br0">0 1 24575,'1476'0'-1365,"-1449"0"-5461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06:56.492"/>
    </inkml:context>
    <inkml:brush xml:id="br0">
      <inkml:brushProperty name="width" value="0.035" units="cm"/>
      <inkml:brushProperty name="height" value="0.035" units="cm"/>
      <inkml:brushProperty name="color" value="#E71224"/>
    </inkml:brush>
  </inkml:definitions>
  <inkml:trace contextRef="#ctx0" brushRef="#br0">1 95 24575,'62'0'0,"-4"2"0,0-3 0,0-3 0,62-12 0,-91 11 0,32-1 0,-36 5 0,-2-2 0,36-7 0,-24 3 0,0 1 0,0 2 0,0 2 0,63 4 0,53-4 0,-148 2-105,1-1 0,-1 1 0,0-1 0,1 0 0,-1 0 0,0 0 0,0 0 0,1-1 0,-1 1 0,0-1 0,-1 0 0,5-3 0,6-8-6721</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06:58.208"/>
    </inkml:context>
    <inkml:brush xml:id="br0">
      <inkml:brushProperty name="width" value="0.035" units="cm"/>
      <inkml:brushProperty name="height" value="0.035" units="cm"/>
      <inkml:brushProperty name="color" value="#E71224"/>
    </inkml:brush>
  </inkml:definitions>
  <inkml:trace contextRef="#ctx0" brushRef="#br0">1 397 24575,'3'-1'0,"-1"0"0,1 0 0,0 0 0,-1-1 0,1 1 0,-1-1 0,0 1 0,0-1 0,1 0 0,-1 0 0,0 0 0,3-4 0,3-2 0,163-155 0,-153 142 0,22-33 0,9-9 0,0 11-1365,-33 40-5461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06:59.766"/>
    </inkml:context>
    <inkml:brush xml:id="br0">
      <inkml:brushProperty name="width" value="0.035" units="cm"/>
      <inkml:brushProperty name="height" value="0.035" units="cm"/>
      <inkml:brushProperty name="color" value="#E71224"/>
    </inkml:brush>
  </inkml:definitions>
  <inkml:trace contextRef="#ctx0" brushRef="#br0">1 348 24575,'14'0'0,"1"-2"0,0 0 0,-1 0 0,1-1 0,-1-1 0,22-9 0,82-44 0,-6 3 0,136-28 0,-18 6 0,-195 62 0,-18 7 0,-1 0 0,2 1 0,-1 1 0,0 1 0,1 0 0,20-1 0,21 4-1365,-32 2-5461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08:46.811"/>
    </inkml:context>
    <inkml:brush xml:id="br0">
      <inkml:brushProperty name="width" value="0.035" units="cm"/>
      <inkml:brushProperty name="height" value="0.035" units="cm"/>
      <inkml:brushProperty name="color" value="#E71224"/>
    </inkml:brush>
  </inkml:definitions>
  <inkml:trace contextRef="#ctx0" brushRef="#br0">1 1 24575,'13'0'0,"0"2"0,0 0 0,19 5 0,4 1 0,31 8 0,83 31 0,-81-24 0,9 7 0,101 53 0,-112-50 0,-5 3 0,7 4 0,-15-13 0,-1 1 0,-1 3 0,-2 2 0,46 40 0,-91-69 0,0 0 0,0-1 0,1 0 0,-1 0 0,1 0 0,0-1 0,-1 0 0,1 0 0,8 1 0,-13-2 0,0-1 0,0 0 0,1 0 0,-1 0 0,0 0 0,1 0 0,-1 0 0,0 0 0,1-1 0,-1 1 0,0 0 0,0-1 0,1 1 0,-1-1 0,0 1 0,0-1 0,0 0 0,0 1 0,2-3 0,-2 2 0,0-1 0,0 1 0,0-1 0,0 1 0,-1-1 0,1 0 0,-1 0 0,1 1 0,-1-1 0,0 0 0,1 0 0,-1 1 0,0-1 0,0 0 0,0 0 0,0 0 0,-1 0 0,0-2 0,-2-11 17,-2 1 0,1 1-1,-2-1 1,0 1 0,0 0 0,-1 0-1,-15-19 1,12 16-392,0 0 0,1 0 1,-13-33-1,13 21-6451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08:48.028"/>
    </inkml:context>
    <inkml:brush xml:id="br0">
      <inkml:brushProperty name="width" value="0.035" units="cm"/>
      <inkml:brushProperty name="height" value="0.035" units="cm"/>
      <inkml:brushProperty name="color" value="#E71224"/>
    </inkml:brush>
  </inkml:definitions>
  <inkml:trace contextRef="#ctx0" brushRef="#br0">687 1 24575,'-3'0'0,"0"1"0,0-1 0,0 1 0,0 0 0,0 0 0,0 0 0,1 1 0,-1-1 0,1 1 0,-1-1 0,1 1 0,-1 0 0,-2 2 0,-31 33 0,24-24 0,-36 44 0,36-40 0,-2-1 0,-20 21 0,-36 35 0,49-49 0,-42 37 0,53-50 0,1 0 0,0 0 0,0 1 0,1 0 0,0 0 0,1 1 0,-6 13 0,-28 41 0,-111 139 0,146-198-227,1-1-1,-1 1 1,-1-1-1,1-1 1,-11 8-1,-5 1-6598</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08:49.136"/>
    </inkml:context>
    <inkml:brush xml:id="br0">
      <inkml:brushProperty name="width" value="0.035" units="cm"/>
      <inkml:brushProperty name="height" value="0.035" units="cm"/>
      <inkml:brushProperty name="color" value="#E71224"/>
    </inkml:brush>
  </inkml:definitions>
  <inkml:trace contextRef="#ctx0" brushRef="#br0">1 269 24575,'9'0'0,"0"-1"0,0-1 0,0 1 0,-1-1 0,1-1 0,0 1 0,8-5 0,60-33 0,-5 3 0,-1 13 0,-44 15 0,38-16 0,-20 3-98,-8 6-324,-2-2-1,47-31 1,-67 38-6404</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08:50.674"/>
    </inkml:context>
    <inkml:brush xml:id="br0">
      <inkml:brushProperty name="width" value="0.035" units="cm"/>
      <inkml:brushProperty name="height" value="0.035" units="cm"/>
      <inkml:brushProperty name="color" value="#E71224"/>
    </inkml:brush>
  </inkml:definitions>
  <inkml:trace contextRef="#ctx0" brushRef="#br0">1 185 24575,'0'1255'0,"1"-1243"0,3-10 0,4-22 0,9-63 0,11-168 0,-21-87 0,-7 261 0,-2-462 0,3 526 0,-1 1 0,2 0 0,0 0 0,0 0 0,8-22 0,-9 30 0,1 0 0,0 0 0,0 1 0,0-1 0,0 1 0,0-1 0,1 1 0,-1 0 0,6-5 0,-6 7 0,0 0 0,-1 0 0,1 0 0,0 0 0,0 0 0,0 0 0,0 0 0,0 0 0,0 1 0,0-1 0,1 1 0,-1 0 0,0-1 0,0 1 0,0 0 0,0 0 0,1 1 0,-1-1 0,2 1 0,-2-1 0,1 1 0,-1 0 0,0 0 0,0 0 0,0 1 0,0-1 0,0 0 0,-1 1 0,1-1 0,0 1 0,-1 0 0,1-1 0,-1 1 0,1 0 0,-1 0 0,0 0 0,0 0 0,0 0 0,0 0 0,0 0 0,0 0 0,-1 1 0,1-1 0,0 3 0,1 8 0,0 0 0,0 26 0,-2-34 0,5 70 0,3-1 0,3 1 0,38 132 0,-30-155 0,2 0 0,2-2 0,47 76 0,17 36 0,-80-146 0,1 0 0,1-1 0,0 0 0,1 0 0,12 13 0,-17-22-114,0 1 1,0-1-1,-1 1 0,1 0 0,-1 0 1,-1 1-1,0-1 0,0 1 0,0-1 1,-1 1-1,2 10 0,-1 7-6712</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08:51.761"/>
    </inkml:context>
    <inkml:brush xml:id="br0">
      <inkml:brushProperty name="width" value="0.035" units="cm"/>
      <inkml:brushProperty name="height" value="0.035" units="cm"/>
      <inkml:brushProperty name="color" value="#E71224"/>
    </inkml:brush>
  </inkml:definitions>
  <inkml:trace contextRef="#ctx0" brushRef="#br0">0 127 24575,'34'-2'0,"-1"-2"0,0-1 0,62-19 0,-38 9 0,40-11-74,-56 13-185,1 2 1,0 2 0,1 1 0,70-2 0,-87 10-6568</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08:52.932"/>
    </inkml:context>
    <inkml:brush xml:id="br0">
      <inkml:brushProperty name="width" value="0.035" units="cm"/>
      <inkml:brushProperty name="height" value="0.035" units="cm"/>
      <inkml:brushProperty name="color" value="#E71224"/>
    </inkml:brush>
  </inkml:definitions>
  <inkml:trace contextRef="#ctx0" brushRef="#br0">0 279 24575,'9'-2'0,"-1"-1"0,0 1 0,0-1 0,0-1 0,0 1 0,0-2 0,-1 1 0,1-1 0,-1 0 0,6-6 0,-3 4 0,65-45 0,121-63 0,-168 100-55,-9 4-600,34-12 0,-29 15-6171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09:13.223"/>
    </inkml:context>
    <inkml:brush xml:id="br0">
      <inkml:brushProperty name="width" value="0.035" units="cm"/>
      <inkml:brushProperty name="height" value="0.035" units="cm"/>
      <inkml:brushProperty name="color" value="#E71224"/>
    </inkml:brush>
  </inkml:definitions>
  <inkml:trace contextRef="#ctx0" brushRef="#br0">1 1 24575,'1'0'0,"0"0"0,-1 0 0,1 1 0,0-1 0,0 0 0,0 1 0,0-1 0,0 1 0,0-1 0,0 1 0,-1-1 0,1 1 0,0-1 0,0 1 0,-1 0 0,1 0 0,0-1 0,-1 1 0,1 0 0,-1 0 0,1 0 0,-1 0 0,1-1 0,-1 1 0,0 0 0,1 1 0,6 31 0,-5-22 0,2 1 0,1 0 0,0-1 0,0 0 0,1 0 0,1 0 0,11 15 0,-8-12 0,-1-1 0,14 31 0,34 118-1365,-51-141-5461</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09:15.608"/>
    </inkml:context>
    <inkml:brush xml:id="br0">
      <inkml:brushProperty name="width" value="0.035" units="cm"/>
      <inkml:brushProperty name="height" value="0.035" units="cm"/>
      <inkml:brushProperty name="color" value="#E71224"/>
    </inkml:brush>
  </inkml:definitions>
  <inkml:trace contextRef="#ctx0" brushRef="#br0">1 446 24575,'0'15'0,"1"1"0,0 0 0,2 0 0,0-1 0,0 1 0,1-1 0,1 0 0,9 19 0,-11-28 0,0 1 0,0-1 0,1-1 0,0 1 0,0 0 0,1-1 0,-1 0 0,1 0 0,0 0 0,0-1 0,1 0 0,0 0 0,-1 0 0,1 0 0,0-1 0,1 0 0,-1-1 0,1 1 0,-1-1 0,1 0 0,7 1 0,6-1 0,-1 0 0,0-1 0,1 0 0,-1-2 0,0 0 0,1-2 0,25-5 0,-38 6 0,1-1 0,-1 1 0,0-2 0,0 1 0,0-1 0,0 1 0,-1-2 0,1 1 0,-1-1 0,0 0 0,-1 0 0,1-1 0,-1 0 0,0 0 0,0 0 0,-1 0 0,0-1 0,0 0 0,0 1 0,4-16 0,-6 19 0,-1-1 0,1 0 0,-1 0 0,0 0 0,-1 0 0,1 0 0,-1 0 0,1 0 0,-1 0 0,0 0 0,-1 0 0,1 0 0,-1 0 0,1 0 0,-1 1 0,0-1 0,-1 0 0,1 0 0,-1 0 0,0 1 0,1-1 0,-2 1 0,1 0 0,0-1 0,-1 1 0,1 0 0,-1 0 0,0 0 0,0 1 0,0-1 0,0 1 0,-1 0 0,1 0 0,-1 0 0,1 0 0,-1 0 0,0 1 0,1-1 0,-1 1 0,0 0 0,0 1 0,-7-2 0,-27-2 0,27 4 0,0-1 0,1-1 0,-1 0 0,0 0 0,-19-7 0,28 7 0,-1 1 0,1-1 0,-1 1 0,1-1 0,0 0 0,-1 1 0,1-1 0,0 0 0,0 0 0,1-1 0,-1 1 0,0 0 0,1-1 0,-1 1 0,1-1 0,0 1 0,0-1 0,0 0 0,0 0 0,0 1 0,0-1 0,1 0 0,0 0 0,-1 0 0,1 0 0,0 1 0,1-5 0,-1 1 0,1 1 0,0 0 0,0 0 0,1 0 0,-1 0 0,1 0 0,0 0 0,0 0 0,1 0 0,-1 1 0,1-1 0,0 1 0,0 0 0,1 0 0,4-5 0,-2 4 0,0 0 0,0 0 0,1 0 0,0 0 0,0 1 0,0 0 0,0 1 0,1 0 0,13-4 0,-15 5 0,0 1 0,1-1 0,-1 2 0,0-1 0,1 1 0,-1 0 0,0 0 0,0 0 0,1 1 0,-1 0 0,0 1 0,9 2 0,-11-2 0,0 0 0,0 0 0,0 0 0,0 1 0,0-1 0,0 1 0,-1 0 0,0 0 0,1 0 0,-1 1 0,0-1 0,-1 1 0,1 0 0,-1-1 0,1 1 0,-1 0 0,0 1 0,2 6 0,-1 1 0,-1 0 0,0 1 0,-1-1 0,0 0 0,-1 1 0,-2 18 0,1-20 0,1 1 0,0 0 0,0-1 0,1 1 0,1 0 0,4 19 0,-5-29 0,0 0 0,0 0 0,0 0 0,0 0 0,0 0 0,0 0 0,1 0 0,-1 0 0,1 0 0,-1-1 0,1 1 0,0 0 0,0-1 0,0 0 0,0 1 0,0-1 0,0 0 0,4 2 0,-2-2 0,0 0 0,1 0 0,-1 0 0,0-1 0,0 1 0,1-1 0,-1 0 0,0-1 0,9 0 0,-5-1 0,0 0 0,0 0 0,0-1 0,-1 0 0,1 0 0,0-1 0,-1 0 0,0 0 0,0-1 0,9-7 0,-7 2 0,0-1 0,-1 0 0,0 0 0,-1-1 0,0 0 0,-1 0 0,8-20 0,-7 11 0,-1 1 0,0-1 0,-2 0 0,3-24 0,-6 24 0,0 0 0,-2 1 0,-1-1 0,0 0 0,-1 0 0,-1 1 0,-11-30 0,14 46 0,0 1 0,-1-1 0,1 1 0,-1 0 0,0 0 0,0 0 0,0 0 0,0 0 0,0 0 0,-1 0 0,1 1 0,-1-1 0,0 1 0,0 0 0,0 0 0,0 0 0,0 0 0,0 0 0,-1 1 0,1-1 0,0 1 0,-1 0 0,1 0 0,-1 0 0,1 1 0,-1-1 0,0 1 0,1 0 0,-1 0 0,0 0 0,1 0 0,-1 1 0,-6 1 0,3-1 0,1 1 0,-1 0 0,0 0 0,1 1 0,-1-1 0,1 2 0,0-1 0,0 0 0,0 1 0,1 0 0,-1 1 0,1-1 0,0 1 0,0 0 0,1 0 0,-1 1 0,-3 6 0,-3 13-1365,4-1-5461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09:19.376"/>
    </inkml:context>
    <inkml:brush xml:id="br0">
      <inkml:brushProperty name="width" value="0.035" units="cm"/>
      <inkml:brushProperty name="height" value="0.035" units="cm"/>
      <inkml:brushProperty name="color" value="#E71224"/>
    </inkml:brush>
  </inkml:definitions>
  <inkml:trace contextRef="#ctx0" brushRef="#br0">0 26 24575,'3'-3'0,"-1"1"0,0 0 0,0 0 0,1 0 0,-1 0 0,1 1 0,0-1 0,0 0 0,-1 1 0,1 0 0,0 0 0,0 0 0,0 0 0,0 0 0,0 1 0,1-1 0,-1 1 0,0 0 0,0 0 0,0 0 0,0 0 0,0 1 0,0-1 0,0 1 0,1-1 0,-1 1 0,-1 0 0,1 1 0,0-1 0,0 0 0,0 1 0,-1 0 0,1-1 0,0 1 0,-1 0 0,0 0 0,1 1 0,-1-1 0,0 0 0,0 1 0,-1-1 0,1 1 0,0 0 0,-1-1 0,1 1 0,-1 0 0,0 0 0,1 3 0,1 14 0,-1-1 0,-1 1 0,0 0 0,-5 36 0,2-33 0,1 1 0,4 36 0,-3-59 0,0 0 0,1 0 0,-1 0 0,0 1 0,1-1 0,0 0 0,-1 0 0,1-1 0,-1 1 0,1 0 0,0 0 0,0 0 0,-1 0 0,1-1 0,0 1 0,0 0 0,0-1 0,0 1 0,0 0 0,0-1 0,0 1 0,0-1 0,0 0 0,0 1 0,0-1 0,0 0 0,0 0 0,1 1 0,-1-1 0,1 0 0,42-2 0,-26 1 0,-15 1 0,0 0 0,0 0 0,0 0 0,-1 1 0,1-1 0,0 1 0,0 0 0,0 0 0,-1 0 0,1 0 0,0 0 0,-1 1 0,1-1 0,-1 1 0,0-1 0,1 1 0,-1 0 0,0 0 0,3 3 0,-3-1 0,0-1 0,0 0 0,-1 1 0,1 0 0,-1-1 0,0 1 0,0 0 0,0-1 0,0 1 0,0 0 0,-1 0 0,0 7 0,-1 0 0,0 0 0,-1-1 0,0 1 0,0-1 0,-1 0 0,-1 0 0,1 0 0,-2 0 0,-9 16 0,7-16 0,-1 0 0,0-1 0,0 0 0,-1 0 0,0-1 0,0 0 0,-1 0 0,0-1 0,-1 0 0,-12 5 0,23-12 0,0 0 0,0 1 0,0-1 0,0 0 0,-1 0 0,1 0 0,0 0 0,0 0 0,0 1 0,0-1 0,0 0 0,0 0 0,0 0 0,-1 0 0,1 0 0,0 0 0,0 0 0,0 0 0,0 0 0,-1 0 0,1 1 0,0-1 0,0 0 0,0 0 0,0 0 0,0 0 0,-1 0 0,1 0 0,0 0 0,0 0 0,0 0 0,0 0 0,-1 0 0,1-1 0,0 1 0,0 0 0,0 0 0,0 0 0,-1 0 0,1 0 0,0 0 0,0 0 0,0 0 0,0 0 0,0 0 0,0-1 0,-1 1 0,1 0 0,0 0 0,0 0 0,0 0 0,0 0 0,0-1 0,0 1 0,0 0 0,0 0 0,0 0 0,7-13 0,15-12 0,22-18 0,-25 27 0,-1-2 0,0 0 0,27-39 0,-26 30 0,32-36 0,-28 38 0,20-32 0,-36 45 0,23-31 0,-29 41 0,1 0 0,-1 0 0,1 0 0,0 1 0,-1-1 0,1 0 0,0 1 0,0-1 0,0 1 0,0 0 0,1-1 0,-1 1 0,0 0 0,1 0 0,3 0 0,-5 1 0,0 0 0,0 1 0,0-1 0,0 1 0,0-1 0,0 1 0,0-1 0,0 1 0,0 0 0,0 0 0,0-1 0,0 1 0,0 0 0,0 0 0,-1 0 0,1 0 0,0 0 0,-1 0 0,1 0 0,0 0 0,-1 0 0,0 0 0,1 0 0,-1 0 0,0 1 0,1-1 0,-1 0 0,0 0 0,0 3 0,3 36 0,-4-32 0,-1-1 0,0 0 0,0 1 0,-1-1 0,-6 12 0,6-12 0,-1 0 0,1 1 0,1-1 0,0 0 0,0 1 0,-2 12 0,4-18 0,0 0 0,0-1 0,1 1 0,-1 0 0,0 0 0,1 0 0,0 0 0,-1-1 0,1 1 0,0 0 0,0-1 0,0 1 0,0-1 0,0 1 0,0-1 0,0 1 0,0-1 0,1 0 0,-1 1 0,1-1 0,-1 0 0,1 0 0,-1 0 0,1 0 0,0 0 0,-1-1 0,1 1 0,0 0 0,0-1 0,-1 1 0,1-1 0,2 0 0,4 2 0,0-1 0,0 0 0,0 0 0,0-1 0,-1 0 0,1-1 0,0 1 0,0-2 0,0 1 0,-1-1 0,1 0 0,-1-1 0,1 1 0,-1-2 0,0 1 0,0-1 0,0 0 0,-1 0 0,1-1 0,-1 0 0,0 0 0,0 0 0,-1-1 0,0 0 0,0 0 0,0 0 0,-1-1 0,0 0 0,0 1 0,0-1 0,-1-1 0,0 1 0,0 0 0,-1-1 0,0 0 0,1-12 0,-2 12 0,0 0 0,-1 0 0,0-1 0,0 1 0,-1 0 0,0-1 0,-4-11 0,4 17 0,0 0 0,0 0 0,-1 0 0,1 1 0,-1-1 0,0 1 0,0-1 0,0 1 0,0 0 0,0-1 0,0 1 0,-1 0 0,1 1 0,-1-1 0,1 0 0,-1 1 0,0-1 0,1 1 0,-1 0 0,0 0 0,0 0 0,0 0 0,-5 0 0,3-1-65,-1 1 0,0 0 0,0 1 0,0-1 0,0 1 0,0 0 0,1 1 0,-1-1 0,0 1 0,0 0 0,0 1 0,1-1 0,-1 1 0,1 1 0,-1-1 0,1 1 0,0-1 0,0 1 0,0 1 0,-8 6 0,-3 4-6761</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08:55.217"/>
    </inkml:context>
    <inkml:brush xml:id="br0">
      <inkml:brushProperty name="width" value="0.035" units="cm"/>
      <inkml:brushProperty name="height" value="0.035" units="cm"/>
      <inkml:brushProperty name="color" value="#E71224"/>
    </inkml:brush>
  </inkml:definitions>
  <inkml:trace contextRef="#ctx0" brushRef="#br0">2 292 24575,'0'711'0,"0"-706"0,-1 1 0,1-1 0,0 0 0,0 0 0,0 0 0,1 1 0,-1-1 0,1 0 0,1 0 0,-1 0 0,1 0 0,0 0 0,0 0 0,0-1 0,4 6 0,-6-9 0,1-1 0,-1 1 0,0-1 0,1 1 0,-1-1 0,1 0 0,-1 1 0,1-1 0,-1 1 0,1-1 0,-1 0 0,1 0 0,-1 1 0,1-1 0,0 0 0,-1 0 0,1 0 0,0 1 0,-1-1 0,1 0 0,-1 0 0,1 0 0,0 0 0,-1 0 0,1 0 0,0-1 0,-1 1 0,1 0 0,-1 0 0,1 0 0,0-1 0,1 0 0,-1 0 0,1 0 0,-1 0 0,1-1 0,-1 1 0,0-1 0,1 1 0,-1-1 0,0 1 0,1-4 0,3-4 0,-1 0 0,0 0 0,3-14 0,2-23 0,-2-1 0,-2-1 0,-1-85 0,-5 83 0,3 0 0,2 0 0,13-68 0,-13 102 0,6-25 0,1 1 0,1 0 0,20-39 0,-27 71 0,0-1 0,1 1 0,0 1 0,1-1 0,0 1 0,0 0 0,0 0 0,1 1 0,14-10 0,-19 14 0,1 1 0,-1-1 0,0 0 0,1 1 0,-1 0 0,1 0 0,0 0 0,-1 0 0,1 0 0,0 1 0,0 0 0,5 0 0,-6 0 0,-1 1 0,1-1 0,-1 1 0,0 0 0,1 0 0,-1 0 0,0 0 0,0 0 0,1 1 0,-1-1 0,0 1 0,0-1 0,-1 1 0,1 0 0,0 0 0,0 0 0,-1 0 0,1 0 0,-1 0 0,2 4 0,0 1 0,1 1 0,-2-1 0,1 1 0,-1 0 0,0-1 0,-1 1 0,0 0 0,1 12 0,-5 70 0,0-43 0,1 20 0,3 145 0,-1-209 0,0-1 0,0 1 0,1-1 0,-1 1 0,1-1 0,0 1 0,-1-1 0,1 1 0,0-1 0,0 0 0,1 0 0,-1 1 0,1-1 0,-1 0 0,1 0 0,-1 0 0,1-1 0,0 1 0,0 0 0,0-1 0,0 1 0,0-1 0,4 3 0,-4-4 0,1 1 0,-1-1 0,0 0 0,0 0 0,0 0 0,0 0 0,0 0 0,0 0 0,0 0 0,0-1 0,0 1 0,0-1 0,0 1 0,0-1 0,0 0 0,0 0 0,0 0 0,0 0 0,-1 0 0,1 0 0,0-1 0,-1 1 0,1 0 0,-1-1 0,1 1 0,-1-1 0,0 0 0,0 1 0,2-3 0,4-9 0,-1 0 0,0-1 0,-1 1 0,0-1 0,-1 0 0,-1 0 0,0-1 0,2-28 0,3-10 0,51-160 0,-13 59 0,-42 137 0,18-57 0,-20 68 0,1 0 0,0 1 0,0-1 0,0 1 0,1 0 0,-1 0 0,1 0 0,1 0 0,7-7 0,-11 12 0,-1-1 0,1 1 0,-1-1 0,1 1 0,-1-1 0,1 1 0,-1-1 0,1 1 0,-1 0 0,1-1 0,0 1 0,-1 0 0,1 0 0,0 0 0,-1-1 0,1 1 0,0 0 0,-1 0 0,1 0 0,0 0 0,-1 0 0,1 0 0,0 0 0,-1 0 0,1 0 0,0 0 0,-1 1 0,1-1 0,-1 0 0,1 0 0,0 1 0,-1-1 0,1 0 0,-1 1 0,1-1 0,0 1 0,-1-1 0,1 0 0,-1 1 0,0-1 0,1 1 0,-1-1 0,1 1 0,-1 0 0,0-1 0,1 1 0,-1-1 0,0 1 0,0 0 0,1-1 0,-1 1 0,0 0 0,0-1 0,0 1 0,0 1 0,5 44 0,-5-42 0,-3 315 0,1-277 0,-12 65 0,7-63 0,-2 48 0,10 126-1365,-1-191-5461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08:56.333"/>
    </inkml:context>
    <inkml:brush xml:id="br0">
      <inkml:brushProperty name="width" value="0.035" units="cm"/>
      <inkml:brushProperty name="height" value="0.035" units="cm"/>
      <inkml:brushProperty name="color" value="#E71224"/>
    </inkml:brush>
  </inkml:definitions>
  <inkml:trace contextRef="#ctx0" brushRef="#br0">0 349 24575,'1'-3'0,"-1"0"0,1 0 0,-1 1 0,1-1 0,0 0 0,0 0 0,0 1 0,1-1 0,-1 1 0,0-1 0,1 1 0,0 0 0,-1 0 0,1-1 0,0 1 0,0 0 0,0 1 0,4-3 0,48-31 0,-31 22 0,2 0 0,0 1 0,0 1 0,1 1 0,31-7 0,-27 8 0,-1-1 0,54-26 0,-64 28 0,-1 0 0,1 1 0,1 0 0,27-4 0,-30 8 0,0-2 0,-1 1 0,1-2 0,-1 0 0,0-1 0,20-12 0,-28 13-124,1 1 0,1 0 0,-1 0 0,1 1 0,-1 0 0,1 1-1,0 0 1,1 1 0,-1 0 0,16-1 0,-1 2-6702</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08:58.450"/>
    </inkml:context>
    <inkml:brush xml:id="br0">
      <inkml:brushProperty name="width" value="0.035" units="cm"/>
      <inkml:brushProperty name="height" value="0.035" units="cm"/>
      <inkml:brushProperty name="color" value="#E71224"/>
    </inkml:brush>
  </inkml:definitions>
  <inkml:trace contextRef="#ctx0" brushRef="#br0">0 1 24575,'3'1'0,"0"0"0,0 0 0,0 1 0,0-1 0,0 1 0,-1 0 0,1-1 0,-1 1 0,1 1 0,-1-1 0,4 4 0,0 1 0,98 90 0,61 54 0,-85-92 0,-51-39 0,-1 2 0,30 28 0,5 6 0,-43-41 0,-2 1 0,27 29 0,-26-20 0,34 37 0,-49-58 0,0-1 0,0 1 0,1-1 0,-1 0 0,1 0 0,-1 0 0,1 0 0,0-1 0,0 0 0,0 0 0,11 2 0,-14-4 0,0 0 0,0 0 0,0 0 0,0 0 0,0 0 0,0-1 0,0 1 0,0-1 0,0 0 0,0 1 0,0-1 0,0 0 0,0 0 0,0 0 0,-1-1 0,1 1 0,0 0 0,-1-1 0,1 1 0,-1-1 0,1 1 0,-1-1 0,0 0 0,0 1 0,0-1 0,0 0 0,0 0 0,0 0 0,0 0 0,0-2 0,4-10 0,-1 0 0,0-1 0,2-19 0,-2 15 0,2-24 0,3-74 0,-8 71 0,11-59 0,-4 51 0,-1-2 0,-2-66 0,-32 235 0,6-18 0,-3-1 0,-63 156 0,81-234 0,-9 18 0,2 0 0,-16 69 0,-6 47 0,-3 16 0,11 19 0,13-76 0,-40 154 0,38-211 0,7-27 0,1 0 0,2 0 0,1 1 0,0 0 0,0 27 0,7 101-1365,-1-128-5461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09:22.542"/>
    </inkml:context>
    <inkml:brush xml:id="br0">
      <inkml:brushProperty name="width" value="0.035" units="cm"/>
      <inkml:brushProperty name="height" value="0.035" units="cm"/>
      <inkml:brushProperty name="color" value="#E71224"/>
    </inkml:brush>
  </inkml:definitions>
  <inkml:trace contextRef="#ctx0" brushRef="#br0">34 48 24575,'3'-1'0,"1"1"0,-1-1 0,0 0 0,0 0 0,0 0 0,0 0 0,0 0 0,-1 0 0,1-1 0,0 0 0,0 1 0,-1-1 0,1 0 0,-1 0 0,3-4 0,-3 4 0,0 0 0,0 0 0,0 1 0,0-1 0,0 0 0,1 1 0,-1-1 0,0 1 0,1 0 0,-1 0 0,1 0 0,-1 0 0,1 0 0,0 0 0,-1 1 0,1-1 0,3 1 0,-5 0 0,0 0 0,0 1 0,0-1 0,0 0 0,0 1 0,0-1 0,0 0 0,-1 1 0,1-1 0,0 1 0,0 0 0,0-1 0,0 1 0,-1 0 0,1-1 0,0 1 0,-1 0 0,1 0 0,0 0 0,-1 0 0,1 0 0,-1 0 0,1-1 0,-1 1 0,0 0 0,1 0 0,-1 0 0,0 0 0,0 1 0,0-1 0,0 0 0,0 0 0,0 0 0,0 0 0,0 0 0,0 0 0,0 0 0,0 0 0,-1 0 0,1 0 0,0 0 0,-1 1 0,-17 48 0,16-45 0,-21 47 0,2 1 0,3 1 0,-12 62 0,22-77-119,-1 4-296,2 0-1,-3 67 1,10-96-6411</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09:24.542"/>
    </inkml:context>
    <inkml:brush xml:id="br0">
      <inkml:brushProperty name="width" value="0.035" units="cm"/>
      <inkml:brushProperty name="height" value="0.035" units="cm"/>
      <inkml:brushProperty name="color" value="#E71224"/>
    </inkml:brush>
  </inkml:definitions>
  <inkml:trace contextRef="#ctx0" brushRef="#br0">2 155 24575,'-2'101'0,"5"112"0,-3-211 0,0 1 0,0-1 0,0 0 0,1 1 0,-1-1 0,1 0 0,0 0 0,0 0 0,0 1 0,0-1 0,0 0 0,0 0 0,0 0 0,1-1 0,-1 1 0,1 0 0,-1 0 0,1-1 0,0 1 0,0-1 0,-1 1 0,1-1 0,0 0 0,0 0 0,0 0 0,1 0 0,-1 0 0,3 1 0,-3-2 0,1 0 0,0 0 0,-1 0 0,1 0 0,0 0 0,0 0 0,-1-1 0,1 1 0,-1-1 0,1 0 0,0 0 0,-1 0 0,1 0 0,-1 0 0,0 0 0,1-1 0,-1 1 0,0-1 0,0 0 0,0 1 0,0-1 0,0 0 0,0 0 0,1-3 0,68-103 0,-6 7 0,-51 80 0,-1-2 0,-1 1 0,17-47 0,-9 20 0,-19 47 0,0-1 0,0 1 0,0-1 0,0 0 0,0 1 0,0-1 0,-1 0 0,1 0 0,-1 1 0,0-1 0,0 0 0,0 0 0,0 1 0,0-1 0,-1 0 0,1 0 0,-1 1 0,0-1 0,0 0 0,0 1 0,0-1 0,0 1 0,0-1 0,-1 1 0,1 0 0,-1-1 0,0 1 0,0 0 0,0 0 0,0 0 0,0 0 0,0 1 0,0-1 0,-5-2 0,2 2 0,1 0 0,-1 0 0,0 0 0,1 1 0,-1 0 0,0 0 0,0 0 0,0 0 0,0 1 0,0 0 0,0 0 0,0 1 0,0-1 0,0 1 0,0 0 0,0 0 0,0 0 0,1 1 0,-6 2 0,-2 3-65,1 0 0,-1 0 0,1 1 0,1 1 0,0 0 0,0 0 0,0 1 0,1 1 0,1-1 0,0 1 0,0 1 0,1-1 0,1 1 0,0 1 0,0-1 0,2 1 0,-1 0 0,1 0 0,1 0 0,-1 14 0,0 0-6761</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09:37.127"/>
    </inkml:context>
    <inkml:brush xml:id="br0">
      <inkml:brushProperty name="width" value="0.035" units="cm"/>
      <inkml:brushProperty name="height" value="0.035" units="cm"/>
      <inkml:brushProperty name="color" value="#66CC00"/>
    </inkml:brush>
  </inkml:definitions>
  <inkml:trace contextRef="#ctx0" brushRef="#br0">118 259 24575,'1'-14'0,"1"0"0,0-1 0,1 1 0,6-16 0,0-4 0,-6 25 0,-1 0 0,1 1 0,1 0 0,-1-1 0,2 1 0,-1 1 0,1-1 0,0 1 0,0-1 0,1 1 0,0 1 0,9-9 0,-11 12 0,0 0 0,0 0 0,0 1 0,0-1 0,1 1 0,-1-1 0,1 2 0,-1-1 0,1 0 0,0 1 0,0 0 0,0 0 0,-1 0 0,1 1 0,0-1 0,0 1 0,0 0 0,0 1 0,0-1 0,0 1 0,0 0 0,0 0 0,8 4 0,-9-3 0,-1 1 0,1-1 0,-1 1 0,0-1 0,0 1 0,0 0 0,-1 1 0,1-1 0,-1 0 0,1 1 0,-1-1 0,0 1 0,-1 0 0,1-1 0,-1 1 0,1 0 0,-1 0 0,0 0 0,0 0 0,-1 0 0,0 0 0,1 5 0,0 3 0,-1-1 0,0 0 0,0 1 0,-1-1 0,-1 0 0,-5 22 0,-1-17 0,0 0 0,0 0 0,-2-1 0,0 0 0,-13 15 0,-10 15 0,-57 109 0,73-125 0,1 1 0,2 1 0,-20 59 0,32-82 0,0 0 0,0 0 0,1 0 0,0 0 0,1 14 0,-1-21 0,1 0 0,0 1 0,0-1 0,1 0 0,-1 1 0,0-1 0,0 0 0,1 0 0,-1 0 0,0 1 0,1-1 0,0 0 0,-1 0 0,1 0 0,-1 0 0,1 0 0,0 0 0,0 0 0,0 0 0,0 0 0,0 0 0,0 0 0,0 0 0,0-1 0,0 1 0,0 0 0,0-1 0,0 1 0,0-1 0,1 1 0,-1-1 0,0 1 0,0-1 0,1 0 0,-1 0 0,0 0 0,0 0 0,1 0 0,-1 0 0,0 0 0,0 0 0,1 0 0,-1-1 0,2 1 0,0-2 0,1 1 0,0-1 0,-1 1 0,1-1 0,-1 0 0,0-1 0,0 1 0,1 0 0,-2-1 0,1 0 0,0 0 0,0 0 0,-1 0 0,0 0 0,1 0 0,-1 0 0,-1-1 0,4-5 0,0-4 0,0 1 0,-1 0 0,0-1 0,2-16 0,-2 5 0,2-43 0,-6 61 0,0-1 0,0 1 0,-1 0 0,0-1 0,0 1 0,-1 0 0,1 0 0,-1 0 0,0 0 0,-1 0 0,0 1 0,-3-8 0,-4 0 0,-1-1 0,0 2 0,0-1 0,-2 2 0,-15-14 0,16 14 0,1-1 0,0 0 0,0-1 0,2 0 0,-1 0 0,2-1 0,-11-22 0,18 33 0,-3-3 0,2 0 0,-1 0 0,1 0 0,0-1 0,0 1 0,0 0 0,1-1 0,0 1 0,0-1 0,1 0 0,0 1 0,0-1 0,1 1 0,-1-1 0,3-7 0,-2 11 0,0-1 0,1 0 0,0 0 0,-1 0 0,1 1 0,0-1 0,1 1 0,-1 0 0,1-1 0,-1 1 0,1 0 0,0 1 0,0-1 0,0 0 0,1 1 0,-1 0 0,1 0 0,-1 0 0,1 0 0,0 0 0,0 1 0,-1-1 0,1 1 0,0 0 0,5 0 0,-2 0 0,0 0 0,0 0 0,0 1 0,0 0 0,0 1 0,0 0 0,0 0 0,0 0 0,-1 1 0,1 0 0,0 0 0,-1 0 0,1 1 0,-1 0 0,10 7 0,-6-3 0,-1 1 0,0-1 0,0 1 0,-1 1 0,0 0 0,-1 0 0,0 0 0,9 18 0,-12-20 0,-1 0 0,0 0 0,0 0 0,-1 1 0,0-1 0,0 1 0,-1 0 0,0 0 0,0-1 0,-1 17 0,-2 2 0,-2 0 0,-6 25 0,5-31 0,1 1 0,1-1 0,-1 40 0,4-57 0,1 0 0,-1 0 0,0-1 0,1 1 0,-1-1 0,1 1 0,0 0 0,0-1 0,0 1 0,0-1 0,0 1 0,0-1 0,1 0 0,-1 0 0,1 1 0,0-1 0,-1 0 0,1 0 0,0-1 0,0 1 0,0 0 0,1-1 0,-1 1 0,0-1 0,1 0 0,-1 1 0,1-1 0,-1 0 0,1-1 0,-1 1 0,1 0 0,0-1 0,-1 1 0,1-1 0,0 0 0,-1 0 0,1 0 0,5-1 0,-1 0 0,1 0 0,-1 0 0,0-1 0,1 0 0,-1 0 0,0-1 0,0 0 0,0 0 0,-1-1 0,1 0 0,-1 0 0,0 0 0,7-7 0,2-7 0,-1 0 0,-1-1 0,-1 0 0,18-36 0,-25 43 0,0 0 0,-1 0 0,-1-1 0,0 1 0,0-1 0,-1 1 0,-1-1 0,0 0 0,0 0 0,-2 0 0,0 1 0,0-1 0,-5-20 0,6 32 0,-1 0 0,1 0 0,0 0 0,-1 0 0,1 0 0,-1 0 0,1 0 0,-1 0 0,0 1 0,1-1 0,-1 0 0,0 0 0,1 1 0,-1-1 0,0 0 0,0 1 0,0-1 0,0 1 0,1-1 0,-1 1 0,0-1 0,0 1 0,0 0 0,0-1 0,0 1 0,0 0 0,-1 0 0,-1 0 0,0 0 0,1 0 0,-1 1 0,0-1 0,1 1 0,-1 0 0,1 0 0,-1 0 0,1 0 0,-4 2 0,0 1 0,0 0 0,0 0 0,0 0 0,1 1 0,0 0 0,0 0 0,-7 10 0,8-8 7,0 0 1,1 1-1,0 0 0,1 0 0,0 0 0,0 0 0,1 0 1,-2 13-1,4 69-433,1-57-578,-1-5-5822</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09:40.339"/>
    </inkml:context>
    <inkml:brush xml:id="br0">
      <inkml:brushProperty name="width" value="0.035" units="cm"/>
      <inkml:brushProperty name="height" value="0.035" units="cm"/>
      <inkml:brushProperty name="color" value="#66CC00"/>
    </inkml:brush>
  </inkml:definitions>
  <inkml:trace contextRef="#ctx0" brushRef="#br0">1 8 24575,'48'-2'0,"-33"0"0,1 1 0,-1 1 0,0 1 0,0 0 0,1 0 0,22 7 0,-34-6 0,-1 0 0,0 0 0,0 0 0,0 0 0,0 1 0,0-1 0,-1 1 0,1-1 0,-1 1 0,0 0 0,1 0 0,-1 1 0,-1-1 0,1 0 0,0 0 0,-1 1 0,0-1 0,0 1 0,0 0 0,0-1 0,0 1 0,-1 0 0,1 5 0,0 3 0,-1 0 0,0-1 0,-1 1 0,0 0 0,-1-1 0,-3 16 0,1-16 0,-1 0 0,0-1 0,-11 19 0,12-23 0,0 0 0,0 1 0,1-1 0,0 1 0,0 0 0,0 0 0,1 0 0,0 0 0,0 0 0,1 1 0,-1 10 0,2-18 0,0 1 0,0-1 0,0 0 0,0 1 0,0-1 0,0 1 0,0-1 0,0 0 0,0 1 0,0-1 0,0 0 0,0 1 0,0-1 0,0 0 0,0 1 0,1-1 0,-1 0 0,0 1 0,0-1 0,0 0 0,0 1 0,1-1 0,-1 0 0,0 0 0,0 1 0,1-1 0,-1 0 0,0 0 0,1 1 0,-1-1 0,0 0 0,0 0 0,1 0 0,-1 0 0,0 0 0,1 1 0,-1-1 0,1 0 0,-1 0 0,0 0 0,1 0 0,-1 0 0,0 0 0,1 0 0,-1 0 0,0 0 0,1 0 0,-1 0 0,0-1 0,1 1 0,-1 0 0,0 0 0,1 0 0,-1 0 0,0 0 0,1-1 0,-1 1 0,0 0 0,1 0 0,-1-1 0,0 1 0,0 0 0,1 0 0,-1-1 0,23-20 0,-19 16 0,65-60 0,79-80 0,-105 107 0,-40 36 0,0 0 0,0 0 0,0 0 0,0 0 0,1 0 0,-1 0 0,1 1 0,-1 0 0,1 0 0,0 0 0,-1 0 0,6 0 0,-7 1 0,-1 0 0,0 1 0,1-1 0,-1 1 0,0-1 0,0 1 0,1 0 0,-1 0 0,0-1 0,0 1 0,0 0 0,0 0 0,0 0 0,0 0 0,0 0 0,0 0 0,0 1 0,-1-1 0,1 0 0,0 0 0,-1 1 0,1-1 0,-1 0 0,1 1 0,-1-1 0,0 0 0,0 1 0,1-1 0,-1 1 0,0-1 0,0 0 0,0 1 0,-1-1 0,1 2 0,0 6 0,-1 0 0,-1 0 0,-3 17 0,4-23 0,0 1 0,0 0 0,0 0 0,0 0 0,1 0 0,0-1 0,0 1 0,0 0 0,0 0 0,0 0 0,2 6 0,-1-8 0,0 0 0,0 0 0,1 0 0,-1 0 0,0-1 0,1 1 0,-1-1 0,1 1 0,-1-1 0,1 1 0,0-1 0,-1 0 0,1 1 0,0-1 0,0 0 0,0 0 0,0-1 0,0 1 0,0 0 0,0-1 0,0 1 0,0-1 0,3 1 0,24 2 0,1-1 0,-1-1 0,1-1 0,40-6 0,-64 4 0,0 1 0,1-1 0,-1-1 0,0 1 0,0-1 0,0 0 0,0 0 0,-1 0 0,1-1 0,-1 0 0,0 0 0,0-1 0,6-6 0,-2 1 0,-1 0 0,0 0 0,-1-1 0,0 0 0,10-22 0,-15 30 0,-1 1 0,0-1 0,0 0 0,0 0 0,0 0 0,-1 0 0,1 0 0,-1 0 0,0 1 0,0-1 0,0 0 0,0 0 0,0 0 0,-1 0 0,1 0 0,-1 0 0,-1-4 0,1 5 0,-1 0 0,1-1 0,-1 1 0,0 0 0,0 0 0,1 1 0,-1-1 0,0 0 0,-1 1 0,1-1 0,0 1 0,0 0 0,-1-1 0,1 1 0,0 0 0,-1 0 0,1 1 0,-1-1 0,0 1 0,-2-1 0,-20-2 0,1 1 0,-1 1 0,1 1 0,-37 5 0,54-3-65,0-1 0,1 2 0,-1-1 0,1 1 0,0 0 0,0 1 0,0-1 0,0 1 0,0 0 0,1 0 0,0 1 0,0 0 0,0 0 0,0 0 0,1 1 0,0-1 0,0 1 0,0 0 0,1 0 0,-4 10 0,-2 7-6761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09:41.789"/>
    </inkml:context>
    <inkml:brush xml:id="br0">
      <inkml:brushProperty name="width" value="0.035" units="cm"/>
      <inkml:brushProperty name="height" value="0.035" units="cm"/>
      <inkml:brushProperty name="color" value="#66CC00"/>
    </inkml:brush>
  </inkml:definitions>
  <inkml:trace contextRef="#ctx0" brushRef="#br0">0 0 24575,'3'33'0,"1"0"0,1-1 0,2 1 0,21 58 0,-17-55 0,51 144 0,-60-174-91,-1 0 0,1 0 0,0 0 0,0-1 0,0 1 0,1-1 0,0 1 0,0-1 0,1 0 0,-1 0 0,1-1 0,0 1 0,0-1 0,7 6 0,7 0-6735</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09:43.500"/>
    </inkml:context>
    <inkml:brush xml:id="br0">
      <inkml:brushProperty name="width" value="0.035" units="cm"/>
      <inkml:brushProperty name="height" value="0.035" units="cm"/>
      <inkml:brushProperty name="color" value="#66CC00"/>
    </inkml:brush>
  </inkml:definitions>
  <inkml:trace contextRef="#ctx0" brushRef="#br0">127 122 24575,'-3'1'0,"0"-1"0,0 1 0,-1 0 0,1 0 0,0 0 0,0 1 0,0-1 0,1 1 0,-1-1 0,0 1 0,0 0 0,1 0 0,-1 0 0,1 0 0,0 1 0,0-1 0,0 1 0,-2 2 0,-31 51 0,28-42 0,1 0 0,1 1 0,0-1 0,1 1 0,1 0 0,0 0 0,-1 17 0,3 108 0,2-94 0,-1-40 0,0 0 0,0 1 0,1-1 0,0 0 0,0 1 0,1-1 0,0 0 0,0 0 0,0 0 0,1 0 0,0 0 0,0-1 0,7 10 0,-7-12 0,0 1 0,1-1 0,0 0 0,-1-1 0,1 1 0,0-1 0,0 1 0,1-1 0,-1 0 0,0-1 0,1 1 0,-1-1 0,1 0 0,0 0 0,-1 0 0,1-1 0,0 1 0,-1-1 0,8-1 0,-4 0 0,0 0 0,0-1 0,0 0 0,0-1 0,-1 0 0,1 0 0,-1 0 0,1-1 0,-1 0 0,0 0 0,-1-1 0,8-6 0,-5 4 0,-1-1 0,0 0 0,0 0 0,0-1 0,-1 0 0,-1 0 0,0-1 0,7-12 0,-8 9 0,-1-1 0,0 0 0,-1 0 0,0 0 0,-2 0 0,2-25 0,-4 0 0,-5-46 0,1 59 24,-1 1-1,0 0 0,-2 0 0,-15-31 1,-11-39-1506,27 70-5344</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09:45.298"/>
    </inkml:context>
    <inkml:brush xml:id="br0">
      <inkml:brushProperty name="width" value="0.035" units="cm"/>
      <inkml:brushProperty name="height" value="0.035" units="cm"/>
      <inkml:brushProperty name="color" value="#66CC00"/>
    </inkml:brush>
  </inkml:definitions>
  <inkml:trace contextRef="#ctx0" brushRef="#br0">59 0 24575,'0'454'0,"-1"-438"0,2 0 0,0 1 0,0-1 0,1 0 0,1 0 0,1 0 0,1 0 0,10 25 0,-13-38 0,1 1 0,0-1 0,1 1 0,-1-1 0,1 0 0,-1 0 0,1 0 0,0-1 0,0 1 0,0-1 0,0 0 0,1 0 0,-1-1 0,0 1 0,1-1 0,-1 0 0,1 0 0,0 0 0,-1-1 0,1 1 0,-1-1 0,10-1 0,-4 0 0,0 0 0,1 0 0,-1-1 0,0 0 0,0-1 0,0 0 0,0-1 0,-1 0 0,13-7 0,-13 6 0,0-1 0,-1 0 0,0 0 0,0 0 0,-1-1 0,0-1 0,0 1 0,-1-1 0,1 0 0,-2-1 0,1 1 0,5-14 0,11-24 0,-13 30 0,-2 1 0,0-1 0,9-33 0,-15 43 0,0 1 0,0 0 0,-1-1 0,1 1 0,-1-1 0,-1 1 0,1-1 0,-1 1 0,0 0 0,0-1 0,-1 1 0,1 0 0,-1 0 0,0 0 0,-1 0 0,1 0 0,-4-4 0,3 5 0,0 0 0,0 1 0,0 0 0,-1 0 0,1 0 0,-1 0 0,1 0 0,-1 1 0,0 0 0,0 0 0,0 0 0,-6-2 0,-58-14 0,18 6 0,-15-15 0,53 20 0,-1 1 0,0 1 0,-1 0 0,1 1 0,-1 0 0,0 1 0,-15-1 0,-30 3-1365,32 1-5461</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06.936"/>
    </inkml:context>
    <inkml:brush xml:id="br0">
      <inkml:brushProperty name="width" value="0.035" units="cm"/>
      <inkml:brushProperty name="height" value="0.035" units="cm"/>
      <inkml:brushProperty name="color" value="#E71224"/>
    </inkml:brush>
  </inkml:definitions>
  <inkml:trace contextRef="#ctx0" brushRef="#br0">1 147 24575,'18'-1'0,"1"-2"0,0 0 0,-1 0 0,0-2 0,32-12 0,-28 9 0,1 1 0,45-8 0,-51 12 0,-1-1 0,1 0 0,-1-2 0,21-9 0,-22 9 0,0 0 0,1 1 0,-1 0 0,1 1 0,21-2 0,-20 4-455,1-1 0,27-7 0,-24 4-6371</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07.901"/>
    </inkml:context>
    <inkml:brush xml:id="br0">
      <inkml:brushProperty name="width" value="0.035" units="cm"/>
      <inkml:brushProperty name="height" value="0.035" units="cm"/>
      <inkml:brushProperty name="color" value="#E71224"/>
    </inkml:brush>
  </inkml:definitions>
  <inkml:trace contextRef="#ctx0" brushRef="#br0">1 397 24575,'4'-3'0,"0"1"0,0-1 0,0 1 0,1-1 0,-1 1 0,1 1 0,0-1 0,0 1 0,8-2 0,16-5 0,50-26 0,74-44 0,-97 45 0,-39 22 0,1 0 0,0 1 0,1 0 0,1 2 0,23-8 0,-18 10 0,0-1 0,0-1 0,-1-1 0,0-1 0,0-1 0,-1-2 0,31-21 0,-34 20-481,32-18-1,-48 30 80,13-8-6424</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08.908"/>
    </inkml:context>
    <inkml:brush xml:id="br0">
      <inkml:brushProperty name="width" value="0.035" units="cm"/>
      <inkml:brushProperty name="height" value="0.035" units="cm"/>
      <inkml:brushProperty name="color" value="#E71224"/>
    </inkml:brush>
  </inkml:definitions>
  <inkml:trace contextRef="#ctx0" brushRef="#br0">0 0 24575,'1'4'0,"-1"0"0,1-1 0,0 1 0,0-1 0,0 1 0,1-1 0,-1 1 0,3 3 0,3 7 0,161 430 0,-121-321 0,-25-66 0,23 85 0,-35-103 0,17 80 0,44 117 0,-52-170 0,-16-50 0,1 0 0,1-1 0,1 1 0,8 16 0,-7-20-227,-1 1-1,0 1 1,-1-1-1,0 1 1,5 25-1,-7-14-6598</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10.719"/>
    </inkml:context>
    <inkml:brush xml:id="br0">
      <inkml:brushProperty name="width" value="0.035" units="cm"/>
      <inkml:brushProperty name="height" value="0.035" units="cm"/>
      <inkml:brushProperty name="color" value="#E71224"/>
    </inkml:brush>
  </inkml:definitions>
  <inkml:trace contextRef="#ctx0" brushRef="#br0">2 0 24575,'0'29'0,"-1"71"0,4 0 0,28 175 0,59 28 0,-43-162 0,14 73 0,-55-189 0,-3-13 0,0-1 0,0 1 0,10 20 0,-12-30 0,0 0 0,0 0 0,0-1 0,0 1 0,0-1 0,0 1 0,0-1 0,0 1 0,1-1 0,-1 0 0,0 1 0,1-1 0,-1 0 0,1 0 0,0 0 0,-1 0 0,1 0 0,0 0 0,-1-1 0,1 1 0,0-1 0,0 1 0,0-1 0,0 0 0,0 1 0,-1-1 0,1 0 0,0 0 0,0 0 0,3-1 0,1-2 0,-1 0 0,0-1 0,1 1 0,-1-1 0,-1 0 0,1 0 0,-1-1 0,1 1 0,-1-1 0,0 0 0,3-7 0,9-7 0,20-21 0,2 2 0,2 1 0,49-34 0,-64 54 0,2 0 0,0 2 0,1 1 0,0 1 0,53-16 0,-63 23 0,0-2 0,20-10 0,28-13 0,-56 28 0,-1-1 0,1 0 0,-1 0 0,0-1 0,-1 0 0,1-1 0,-1 0 0,14-14 0,-19 18 0,-1-1 0,1 0 0,-1 0 0,0 0 0,0 0 0,0 0 0,-1 0 0,1-1 0,-1 1 0,0 0 0,0-1 0,0 1 0,0-1 0,0 1 0,-1-1 0,1 0 0,-1 1 0,0-1 0,-1 0 0,1 1 0,0-1 0,-1 1 0,0-1 0,0 1 0,0-1 0,0 1 0,-4-7 0,-4-5 0,0 1 0,-2 0 0,0 0 0,-20-19 0,-9-10 0,39 41 0,0 0 0,-1 0 0,1 0 0,-1 1 0,1-1 0,-1 0 0,0 1 0,0 0 0,0-1 0,0 1 0,-3-1 0,-3 6 0,4 13 0,-7 79 0,-8 153 0,18-160 0,4 157 0,4-191 0,2 0 0,2-1 0,28 81 0,-36-125-170,1 1-1,0-1 0,0 0 1,1 0-1,1-1 0,0 1 1,13 15-1,-4-11-6655</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12.296"/>
    </inkml:context>
    <inkml:brush xml:id="br0">
      <inkml:brushProperty name="width" value="0.035" units="cm"/>
      <inkml:brushProperty name="height" value="0.035" units="cm"/>
      <inkml:brushProperty name="color" value="#E71224"/>
    </inkml:brush>
  </inkml:definitions>
  <inkml:trace contextRef="#ctx0" brushRef="#br0">95 192 24575,'-6'9'0,"0"-1"0,1 1 0,0 1 0,0-1 0,1 1 0,-6 19 0,-4 9 0,7-21 0,0 1 0,1 0 0,1 0 0,0 0 0,2 1 0,0-1 0,1 1 0,1 0 0,1 0 0,3 29 0,-2-38 0,1 1 0,0-1 0,1 0 0,0 0 0,1 0 0,0 0 0,0 0 0,1-1 0,1 0 0,-1 0 0,1 0 0,1-1 0,0 1 0,0-2 0,0 1 0,1-1 0,0 0 0,1-1 0,0 0 0,11 6 0,-9-6 0,1-1 0,1-1 0,-1 0 0,1-1 0,-1 0 0,1-1 0,22 1 0,-4-2 0,1-1 0,31-6 0,-53 5 0,0-2 0,0 1 0,-1-1 0,1-1 0,-1 0 0,0 0 0,0-1 0,16-11 0,4-6 0,29-28 0,-47 40 0,13-11 0,-1-1 0,-1-1 0,-1-1 0,-1-1 0,27-43 0,-38 53 0,-1 0 0,0-1 0,10-32 0,-16 41 0,-1 1 0,1 0 0,-2-1 0,1 1 0,-1-1 0,0 1 0,0-1 0,-1 1 0,0-1 0,0 1 0,0-1 0,-1 1 0,-5-12 0,0 2 0,-2 0 0,0 0 0,-1 1 0,-1 0 0,-12-14 0,-68-63 0,84 86 0,0 0 0,0 1 0,-1 0 0,0 0 0,1 1 0,-2 0 0,1 0 0,0 1 0,-1 0 0,1 1 0,-1 0 0,0 0 0,0 0 0,0 2 0,0-1 0,0 1 0,0 0 0,0 1 0,0 0 0,0 0 0,-13 4 0,-4 3 0,0 1 0,1 1 0,0 1 0,0 1 0,-41 28 0,56-33-105,2 0 0,-1 1 0,1-1 0,0 1 0,0 1 0,1 0 0,0 0 0,1 0 0,0 1 0,0 0 0,1 0 0,-4 11 0,-3 5-6721</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31.903"/>
    </inkml:context>
    <inkml:brush xml:id="br0">
      <inkml:brushProperty name="width" value="0.035" units="cm"/>
      <inkml:brushProperty name="height" value="0.035" units="cm"/>
      <inkml:brushProperty name="color" value="#E71224"/>
    </inkml:brush>
  </inkml:definitions>
  <inkml:trace contextRef="#ctx0" brushRef="#br0">0 307 24575,'101'-2'0,"112"5"0,-208-3 0,-1 1 0,1-1 0,-1 1 0,1 0 0,-1 0 0,0 1 0,0-1 0,1 1 0,-1 0 0,0 0 0,-1 0 0,1 0 0,0 1 0,-1 0 0,1 0 0,-1 0 0,5 6 0,-5-5 0,0 1 0,0 0 0,-1 0 0,0 0 0,0 0 0,-1 0 0,1 0 0,-1 0 0,0 1 0,0-1 0,-1 1 0,0-1 0,0 0 0,-1 8 0,0-3 0,0-1 0,-1 1 0,0 0 0,-1-1 0,0 0 0,-1 1 0,1-1 0,-2 0 0,1-1 0,-2 1 0,-6 9 0,-9 7 0,0-1 0,-27 23 0,2-2 0,44-43 0,-11 10 0,1 1 0,1 1 0,-1 0 0,2 0 0,-14 25 0,24-38 0,-1-1 0,1 1 0,-1 0 0,1 0 0,-1 0 0,1 1 0,0-1 0,-1 0 0,1 0 0,0 0 0,0 0 0,0 0 0,0 0 0,0 0 0,0 0 0,0 1 0,0-1 0,0 0 0,1 0 0,-1 0 0,0 0 0,1 0 0,-1 0 0,1 0 0,-1 0 0,1 0 0,-1 0 0,1 0 0,0 0 0,0 0 0,-1-1 0,1 1 0,0 0 0,0 0 0,0-1 0,0 1 0,0-1 0,0 1 0,0-1 0,0 1 0,0-1 0,0 1 0,0-1 0,0 0 0,0 0 0,0 1 0,0-1 0,0 0 0,0 0 0,3 0 0,2 0 0,0 0 0,1 0 0,-1 0 0,1-1 0,-1 0 0,0 0 0,11-4 0,-4 0 0,0-1 0,-1 0 0,0-1 0,0 0 0,0-1 0,-1 0 0,-1-1 0,16-16 0,-23 22 0,-1 0 0,1 1 0,-1-1 0,0 0 0,0 0 0,0 0 0,0-1 0,0 1 0,-1 0 0,0-1 0,0 1 0,1-1 0,-2 1 0,1-1 0,0 1 0,-1-1 0,0 0 0,0 1 0,0-1 0,0 0 0,0 1 0,-1-1 0,0 1 0,0-1 0,0 1 0,0-1 0,0 1 0,-1-1 0,1 1 0,-1 0 0,0 0 0,0 0 0,0 0 0,-1 0 0,1 0 0,0 1 0,-5-4 0,1 1 0,0 1 0,-1 0 0,0 0 0,0 0 0,0 1 0,0 0 0,-1 0 0,1 1 0,-15-3 0,16 5 0,0-2 0,-1 1 0,1-1 0,0 0 0,0 0 0,0-1 0,0 0 0,0 0 0,0 0 0,1 0 0,0-1 0,0 0 0,0-1 0,-5-4 0,8 7 0,1 0 0,0 0 0,-1 0 0,1-1 0,0 1 0,1 0 0,-1 0 0,0-1 0,0 1 0,1-1 0,0 1 0,-1-1 0,1 1 0,0 0 0,0-1 0,0 1 0,1-1 0,0-3 0,0 2 0,1 0 0,-1-1 0,1 1 0,0 0 0,1 0 0,-1 0 0,1 0 0,0 0 0,4-4 0,1 0 0,0 0 0,1 1 0,0 0 0,1 0 0,-1 1 0,1 0 0,14-6 0,-11 7 0,0 1 0,0 1 0,0 0 0,1 0 0,24-1 0,70 6 0,-61 0 0,-43-2 0,3 0 0,0 0 0,0 1 0,-1 0 0,1 0 0,10 3 0,-16-4 0,0 1 0,0-1 0,0 0 0,0 1 0,0 0 0,0-1 0,0 1 0,0 0 0,0-1 0,-1 1 0,1 0 0,0 0 0,0 0 0,-1 0 0,1 0 0,0 0 0,-1 0 0,1 0 0,-1 0 0,1 0 0,-1 0 0,0 0 0,1 0 0,-1 0 0,0 0 0,0 1 0,0-1 0,0 0 0,0 0 0,0 0 0,0 0 0,0 0 0,0 1 0,0-1 0,-1 0 0,1 0 0,0 0 0,-1 0 0,0 2 0,0-1 0,-10 40 0,10-41 0,1 0 0,0-1 0,0 1 0,0 0 0,0 0 0,-1-1 0,1 1 0,0 0 0,0 0 0,1 0 0,-1-1 0,0 1 0,0 0 0,0 0 0,0-1 0,1 1 0,-1 0 0,0-1 0,1 1 0,-1 0 0,0-1 0,1 1 0,-1 0 0,1-1 0,-1 1 0,1-1 0,-1 1 0,1-1 0,0 1 0,-1-1 0,1 1 0,-1-1 0,1 0 0,0 1 0,0-1 0,-1 0 0,1 0 0,0 1 0,0-1 0,-1 0 0,1 0 0,0 0 0,0 0 0,-1 0 0,1 0 0,0 0 0,0 0 0,-1 0 0,1 0 0,0-1 0,0 1 0,0 0 0,10-4 0,-1 1 0,1-2 0,-1 1 0,0-1 0,-1-1 0,1 0 0,-1 0 0,0-1 0,-1 0 0,9-9 0,2-4 0,0-1 0,29-43 0,-43 53 0,1 0 0,-1-1 0,-1 1 0,0-1 0,-1 0 0,0-1 0,-1 1 0,0 0 0,-1-1 0,0 1 0,-1-1 0,-1 1 0,-2-19 0,2 25 0,-1 0 0,1 0 0,-1 0 0,0 0 0,0 0 0,-1 0 0,0 1 0,0-1 0,0 1 0,0-1 0,-1 1 0,0 1 0,0-1 0,-9-7 0,10 9 0,-1 0 0,0 0 0,0 0 0,1 1 0,-2 0 0,1-1 0,0 2 0,0-1 0,-1 0 0,1 1 0,-1 0 0,1 0 0,-1 0 0,0 0 0,1 1 0,-1 0 0,0 0 0,1 0 0,-10 2 0,5 1 0,-1-1 0,1 2 0,0 0 0,0 0 0,0 0 0,1 1 0,-1 0 0,1 1 0,0 0 0,1 0 0,-1 1 0,1 0 0,1 0 0,-1 0 0,1 1 0,0 0 0,1 0 0,0 1 0,0 0 0,1 0 0,0 0 0,1 0 0,0 0 0,0 1 0,1-1 0,0 1 0,0 15 0,1-7-195,2-1 0,0 0 0,2 0 0,-1 0 0,2-1 0,7 22 0,-5-17-6631</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34.137"/>
    </inkml:context>
    <inkml:brush xml:id="br0">
      <inkml:brushProperty name="width" value="0.035" units="cm"/>
      <inkml:brushProperty name="height" value="0.035" units="cm"/>
      <inkml:brushProperty name="color" value="#E71224"/>
    </inkml:brush>
  </inkml:definitions>
  <inkml:trace contextRef="#ctx0" brushRef="#br0">5 468 24575,'-1'48'0,"-1"-33"0,1 1 0,1-1 0,0 0 0,1 0 0,1 1 0,6 23 0,-7-37 0,0 1 0,0-1 0,0 1 0,1-1 0,-1 0 0,1 1 0,0-1 0,-1 0 0,1 0 0,0 0 0,0 0 0,1 0 0,-1-1 0,0 1 0,0-1 0,1 1 0,-1-1 0,1 0 0,-1 0 0,1 0 0,0 0 0,-1 0 0,1-1 0,0 1 0,0-1 0,-1 0 0,1 0 0,0 0 0,0 0 0,-1 0 0,1-1 0,0 1 0,0-1 0,4-1 0,7-2 0,-1-1 0,0 0 0,0 0 0,-1-2 0,19-11 0,168-125 0,123-52 0,-298 182 0,202-99 0,-168 88 0,1 1 0,64-14 0,25-12 134,-36 10-1633,-91 33-5327</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1:00.336"/>
    </inkml:context>
    <inkml:brush xml:id="br0">
      <inkml:brushProperty name="width" value="0.035" units="cm"/>
      <inkml:brushProperty name="height" value="0.035" units="cm"/>
      <inkml:brushProperty name="color" value="#E71224"/>
    </inkml:brush>
  </inkml:definitions>
  <inkml:trace contextRef="#ctx0" brushRef="#br0">1 288 24575,'1'-3'0,"0"1"0,0-1 0,1 1 0,-1-1 0,1 1 0,0 0 0,0 0 0,0 0 0,0 0 0,0 0 0,0 0 0,0 0 0,1 1 0,-1-1 0,1 1 0,-1 0 0,4-2 0,6-4 0,10-8 0,0 1 0,0 1 0,1 0 0,1 2 0,0 1 0,1 1 0,0 1 0,0 2 0,0 0 0,1 1 0,0 2 0,0 1 0,50 1 0,-74 1 0,1 0 0,0 1 0,0-1 0,0 1 0,0-1 0,-1 1 0,1 0 0,0 0 0,-1 0 0,1 1 0,0-1 0,-1 0 0,0 1 0,1 0 0,-1-1 0,0 1 0,0 0 0,0 0 0,0 1 0,2 2 0,-2-2 0,0 1 0,-1 0 0,0-1 0,0 1 0,0 0 0,0 0 0,0 0 0,-1 0 0,0-1 0,1 1 0,-1 0 0,-1 0 0,0 4 0,-2 11 0,-2 0 0,0-1 0,-2 1 0,-13 29 0,9-27 0,-26 38 0,9-17 0,4-16 0,21-24 0,0 1 0,0-1 0,1 0 0,0 1 0,-1 0 0,1 0 0,0-1 0,0 1 0,0 0 0,-1 4 0,3-6 0,1-1 0,-1 0 0,0 0 0,1 1 0,-1-1 0,1 0 0,-1 0 0,1 0 0,-1 0 0,0 1 0,1-1 0,-1 0 0,1 0 0,-1 0 0,1 0 0,-1 0 0,1 0 0,-1 0 0,1 0 0,-1-1 0,1 1 0,-1 0 0,1 0 0,-1 0 0,0 0 0,1 0 0,-1-1 0,1 1 0,-1 0 0,0-1 0,1 1 0,-1 0 0,1 0 0,-1-1 0,21-9 0,180-110 0,-165 100 0,74-31 0,-93 45 0,0 0 0,-1 2 0,2 0 0,-1 0 0,0 2 0,1 0 0,20 1 0,-35 1 0,0 0 0,-1 0 0,1 1 0,0-1 0,-1 1 0,1 0 0,-1-1 0,1 1 0,-1 0 0,1 0 0,3 3 0,-5-3 0,0 0 0,0 0 0,-1 0 0,1 0 0,0 0 0,-1 0 0,1 0 0,-1 0 0,1 0 0,-1 0 0,0 0 0,1 0 0,-1 0 0,0 0 0,0 1 0,0-1 0,1 0 0,-1 0 0,0 0 0,-1 0 0,1 0 0,0 1 0,0-1 0,0 0 0,-1 0 0,1 0 0,-1 0 0,0 1 0,-1 4 0,0 0 0,0 0 0,1 0 0,0 0 0,-1 11 0,2-16 0,0 0 0,0 0 0,0 0 0,0 0 0,0 0 0,1 0 0,-1 0 0,0 0 0,1 0 0,-1 0 0,0 0 0,1 0 0,-1 0 0,1 0 0,0-1 0,-1 1 0,1 0 0,0 0 0,-1-1 0,1 1 0,0-1 0,0 1 0,0 0 0,-1-1 0,1 1 0,0-1 0,0 0 0,0 1 0,0-1 0,0 0 0,0 1 0,0-1 0,0 0 0,0 0 0,0 0 0,0 0 0,0 0 0,0 0 0,0 0 0,0 0 0,0-1 0,0 1 0,0 0 0,0 0 0,1-1 0,10-3 0,0 0 0,0-1 0,-1-1 0,0 1 0,0-2 0,0 1 0,17-16 0,19-10 0,-32 22 0,-1-1 0,-1-1 0,0 0 0,0-1 0,-2 0 0,1-1 0,-2 0 0,0-1 0,0 0 0,9-23 0,-17 35 0,0 0 0,-1 0 0,1-1 0,-1 1 0,0-1 0,0 0 0,0 1 0,0-1 0,-1 0 0,1 1 0,-1-1 0,0 0 0,0 1 0,-1-1 0,-1-7 0,1 7 0,-1 1 0,0 0 0,0-1 0,0 1 0,0 0 0,-1 0 0,1 1 0,-1-1 0,0 0 0,0 1 0,0-1 0,0 1 0,0 0 0,0 0 0,-6-2 0,-1-1 0,0 0 0,-1 1 0,0 1 0,0-1 0,0 2 0,0-1 0,0 2 0,0-1 0,0 2 0,-1-1 0,-20 3 0,27-1 0,0-1 0,0 1 0,0 0 0,0 1 0,0-1 0,0 1 0,1 0 0,-1 0 0,1 1 0,-1-1 0,1 1 0,0 0 0,0 0 0,0 1 0,0-1 0,1 1 0,-1 0 0,1 0 0,0 0 0,0 0 0,0 0 0,1 1 0,-1-1 0,1 1 0,0 0 0,1-1 0,-3 9 0,0 17-1365,1-2-5461</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1:01.841"/>
    </inkml:context>
    <inkml:brush xml:id="br0">
      <inkml:brushProperty name="width" value="0.035" units="cm"/>
      <inkml:brushProperty name="height" value="0.035" units="cm"/>
      <inkml:brushProperty name="color" value="#E71224"/>
    </inkml:brush>
  </inkml:definitions>
  <inkml:trace contextRef="#ctx0" brushRef="#br0">1 678 24575,'-1'58'0,"3"68"0,-2-124 0,0-1 0,0 1 0,0-1 0,1 1 0,-1 0 0,0-1 0,1 1 0,-1-1 0,1 1 0,-1-1 0,1 1 0,0-1 0,0 1 0,0-1 0,0 0 0,0 1 0,0-1 0,0 0 0,2 2 0,-1-2 0,-1-1 0,0 0 0,0 1 0,1-1 0,-1 0 0,0 0 0,1 0 0,-1 1 0,0-1 0,1-1 0,-1 1 0,0 0 0,1 0 0,-1 0 0,0-1 0,0 1 0,1-1 0,1 0 0,7-5 0,0 0 0,-1 0 0,0-1 0,13-12 0,-14 12 0,180-135 0,26-30 0,-55 40 0,-73 66 0,168-122 0,-79 59-1365,-160 118-5461</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14.897"/>
    </inkml:context>
    <inkml:brush xml:id="br0">
      <inkml:brushProperty name="width" value="0.035" units="cm"/>
      <inkml:brushProperty name="height" value="0.035" units="cm"/>
      <inkml:brushProperty name="color" value="#E71224"/>
    </inkml:brush>
  </inkml:definitions>
  <inkml:trace contextRef="#ctx0" brushRef="#br0">0 787 24575,'5'-2'0,"1"0"0,-1 0 0,0 0 0,0-1 0,-1 0 0,1 0 0,0 0 0,-1 0 0,0-1 0,5-4 0,1 0 0,43-38 0,79-88 0,33-66 0,-142 172 0,-12 16 0,-1 0 0,-1-1 0,0 0 0,0 0 0,-1-1 0,-1 0 0,0-1 0,7-24 0,-11 28 0,-1 0 0,0 0 0,0 0 0,-2-1 0,1 1 0,-1 0 0,-1-1 0,-3-21 0,3 30 0,0-1 0,0 1 0,0-1 0,-1 1 0,1 0 0,-1-1 0,0 1 0,0 0 0,0 0 0,0 0 0,0 0 0,-1 1 0,1-1 0,-1 1 0,0-1 0,1 1 0,-1 0 0,-1 0 0,1 0 0,0 0 0,0 1 0,-1-1 0,1 1 0,0 0 0,-1 0 0,1 0 0,-1 1 0,0-1 0,1 1 0,-8 0 0,3 0 0,0 1 0,1 1 0,-1-1 0,0 1 0,1 1 0,-1-1 0,1 1 0,0 1 0,0-1 0,0 1 0,0 0 0,1 1 0,0 0 0,0 0 0,-6 6 0,-1 1 0,2 1 0,0 0 0,0 0 0,2 1 0,-17 30 0,22-35 0,0-1 0,1 1 0,1 0 0,-1 1 0,2-1 0,-1 0 0,1 1 0,1-1 0,0 14 0,2 8 0,10 47 0,2 18 0,-13 65 0,1 24 0,-1-178 0,0 0 0,0 0 0,1-1 0,0 1 0,3 7 0,-5-13 0,0 0 0,1-1 0,-1 1 0,0 0 0,0 0 0,1-1 0,-1 1 0,0 0 0,1-1 0,-1 1 0,1 0 0,-1-1 0,1 1 0,-1-1 0,1 1 0,-1-1 0,1 1 0,0-1 0,-1 1 0,1-1 0,0 0 0,-1 1 0,1-1 0,0 0 0,0 1 0,-1-1 0,1 0 0,0 0 0,0 0 0,-1 0 0,1 0 0,0 0 0,0 0 0,-1 0 0,1 0 0,0 0 0,0 0 0,-1 0 0,1-1 0,0 1 0,0 0 0,-1 0 0,1-1 0,0 1 0,-1-1 0,1 1 0,0 0 0,-1-1 0,1 0 0,-1 1 0,1-1 0,-1 1 0,1-1 0,-1 1 0,1-1 0,-1 0 0,0 1 0,1-1 0,-1 0 0,1 0 0,7-12 0,-1 0 0,0 0 0,6-15 0,10-21 0,-13 33 0,0-1 0,1 2 0,1 0 0,17-18 0,-23 27 0,1 0 0,-1 1 0,1-1 0,0 1 0,0 1 0,1 0 0,-1 0 0,1 0 0,0 1 0,0 0 0,15-4 0,-21 7 0,0-1 0,0 1 0,0 0 0,1 0 0,-1 0 0,0 0 0,0 0 0,0 0 0,1 1 0,-1-1 0,0 1 0,0-1 0,0 1 0,0 0 0,0 0 0,0 0 0,0 0 0,0 0 0,3 3 0,-3-2 0,1 1 0,-1 0 0,0 0 0,-1-1 0,1 1 0,0 1 0,-1-1 0,1 0 0,-1 0 0,0 0 0,1 7 0,0 7 0,0 1 0,-1 1 0,-1-1 0,-2 19 0,1-18 0,0-11 24,1 1 0,0-1 0,1 0 0,2 12 0,-3-18-102,1 1 0,0-1 0,0 1-1,0-1 1,0 0 0,0 1 0,1-1 0,-1 0 0,0 0-1,1 0 1,0 0 0,0 0 0,-1 0 0,1-1 0,0 1-1,0-1 1,0 1 0,3 1 0,14 5-6748</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16.250"/>
    </inkml:context>
    <inkml:brush xml:id="br0">
      <inkml:brushProperty name="width" value="0.035" units="cm"/>
      <inkml:brushProperty name="height" value="0.035" units="cm"/>
      <inkml:brushProperty name="color" value="#E71224"/>
    </inkml:brush>
  </inkml:definitions>
  <inkml:trace contextRef="#ctx0" brushRef="#br0">1 1 24575,'0'484'0,"1"-466"0,0 0 0,1-1 0,1 0 0,1 1 0,0-1 0,1-1 0,1 1 0,1-1 0,0 0 0,1 0 0,19 27 0,-11-22 0,0-1 0,1 0 0,1-1 0,1-1 0,1-1 0,1 0 0,29 17 0,-26-18 0,-16-10 0,0-1 0,1 1 0,-1-2 0,1 1 0,0-1 0,0-1 0,0 1 0,0-1 0,16 2 0,34-2-1365,-32-3-5461</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17.585"/>
    </inkml:context>
    <inkml:brush xml:id="br0">
      <inkml:brushProperty name="width" value="0.035" units="cm"/>
      <inkml:brushProperty name="height" value="0.035" units="cm"/>
      <inkml:brushProperty name="color" value="#E71224"/>
    </inkml:brush>
  </inkml:definitions>
  <inkml:trace contextRef="#ctx0" brushRef="#br0">1 1 24575,'0'2'0,"1"-1"0,0 0 0,0 1 0,0-1 0,0 1 0,0-1 0,0 0 0,1 0 0,-1 0 0,0 0 0,1 0 0,-1 0 0,0 0 0,1 0 0,-1 0 0,4 1 0,3 2 0,71 43 0,-48-31 0,-1 2 0,38 30 0,31 47 0,-74-68 0,1-2 0,1 0 0,54 36 0,-75-58-227,0 0-1,0 0 1,0-1-1,0 0 1,7 2-1,8 0-6598</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18.628"/>
    </inkml:context>
    <inkml:brush xml:id="br0">
      <inkml:brushProperty name="width" value="0.035" units="cm"/>
      <inkml:brushProperty name="height" value="0.035" units="cm"/>
      <inkml:brushProperty name="color" value="#E71224"/>
    </inkml:brush>
  </inkml:definitions>
  <inkml:trace contextRef="#ctx0" brushRef="#br0">533 1 24575,'-9'10'0,"0"0"0,1 0 0,1 1 0,-7 13 0,-8 11 0,-149 244 0,67-103 0,71-124 0,17-29 0,1 1 0,1 0 0,1 1 0,-19 51 0,7-2 33,13-39-732,-12 50 0,19-58-6127</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19.942"/>
    </inkml:context>
    <inkml:brush xml:id="br0">
      <inkml:brushProperty name="width" value="0.035" units="cm"/>
      <inkml:brushProperty name="height" value="0.035" units="cm"/>
      <inkml:brushProperty name="color" value="#E71224"/>
    </inkml:brush>
  </inkml:definitions>
  <inkml:trace contextRef="#ctx0" brushRef="#br0">1 0 24575,'1'5'0,"0"-1"0,1 0 0,0 1 0,-1-1 0,1 0 0,1 0 0,-1 0 0,1 0 0,0-1 0,-1 1 0,1-1 0,1 1 0,-1-1 0,8 5 0,2 5 0,165 197 0,-55-61 0,-75-90 0,-3 2 0,58 104 0,-92-142 0,0-1 0,-2 2 0,8 30 0,-10-28 0,2 1 0,16 32 0,-11-28 0,-1 2 0,-1 0 0,-2 0 0,-1 1 0,-2 0 0,3 45 0,-7-51 0,-1 1 0,-2-1 0,-1 0 0,-1 0 0,-2 0 0,-12 53 0,10-64 0,0-1 0,0 1 0,-2-1 0,0-1 0,-1 1 0,0-1 0,-1-1 0,-1 0 0,-1 0 0,0-1 0,0-1 0,-18 14 0,-90 56-1365,93-62-5461</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21.278"/>
    </inkml:context>
    <inkml:brush xml:id="br0">
      <inkml:brushProperty name="width" value="0.035" units="cm"/>
      <inkml:brushProperty name="height" value="0.035" units="cm"/>
      <inkml:brushProperty name="color" value="#E71224"/>
    </inkml:brush>
  </inkml:definitions>
  <inkml:trace contextRef="#ctx0" brushRef="#br0">417 1 24575,'-2'0'0,"-1"1"0,1-1 0,0 1 0,-1 0 0,1 0 0,0 0 0,0 0 0,0 0 0,0 1 0,0-1 0,0 1 0,0-1 0,0 1 0,0 0 0,1 0 0,-2 2 0,-28 38 0,22-29 0,-10 13 0,-1-1 0,-1 0 0,-1-2 0,-26 22 0,-29 30 0,54-51 0,0-2 0,-35 27 0,32-27 0,26-21 0,0-1 0,-1 0 0,1 1 0,0-1 0,0 1 0,-1-1 0,1 1 0,0-1 0,0 1 0,-1-1 0,1 1 0,0 0 0,0-1 0,0 1 0,0-1 0,0 1 0,0-1 0,0 1 0,0-1 0,0 1 0,0 0 0,0-1 0,0 1 0,1-1 0,-1 1 0,0-1 0,0 1 0,1-1 0,-1 1 0,0-1 0,0 1 0,1-1 0,-1 0 0,1 1 0,-1-1 0,0 1 0,1-1 0,-1 0 0,1 1 0,-1-1 0,1 0 0,-1 1 0,1-1 0,-1 0 0,1 0 0,-1 0 0,1 0 0,-1 1 0,1-1 0,-1 0 0,1 0 0,0 0 0,-1 0 0,1 0 0,14 3 0,0-1 0,27 1 0,-26-2 0,0 0 0,27 6 0,13 9 0,63 14 0,-75-20-455,0 1 0,76 33 0,-94-33-6371</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22.308"/>
    </inkml:context>
    <inkml:brush xml:id="br0">
      <inkml:brushProperty name="width" value="0.035" units="cm"/>
      <inkml:brushProperty name="height" value="0.035" units="cm"/>
      <inkml:brushProperty name="color" value="#E71224"/>
    </inkml:brush>
  </inkml:definitions>
  <inkml:trace contextRef="#ctx0" brushRef="#br0">1 1 24575,'55'3'0,"-1"2"0,0 3 0,0 2 0,53 18 0,-5-2 0,-67-19 0,-10-2 0,-1 1 0,0 1 0,0 0 0,0 2 0,38 20 0,-49-22-136,0-1-1,1 0 1,0-1-1,0-1 1,1-1-1,-1 1 1,1-2-1,-1 0 0,31-1 1,-18-1-6690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23.580"/>
    </inkml:context>
    <inkml:brush xml:id="br0">
      <inkml:brushProperty name="width" value="0.035" units="cm"/>
      <inkml:brushProperty name="height" value="0.035" units="cm"/>
      <inkml:brushProperty name="color" value="#E71224"/>
    </inkml:brush>
  </inkml:definitions>
  <inkml:trace contextRef="#ctx0" brushRef="#br0">0 1 24575,'0'611'0,"1"-588"0,1 0 0,1 0 0,1 0 0,1 0 0,1-1 0,1 0 0,1 0 0,18 35 0,-19-40-151,0 0-1,-2 0 0,0 0 0,-1 1 1,-1 0-1,0 0 0,-2 0 1,0 28-1,-1-19-6674</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26.092"/>
    </inkml:context>
    <inkml:brush xml:id="br0">
      <inkml:brushProperty name="width" value="0.035" units="cm"/>
      <inkml:brushProperty name="height" value="0.035" units="cm"/>
      <inkml:brushProperty name="color" value="#E71224"/>
    </inkml:brush>
  </inkml:definitions>
  <inkml:trace contextRef="#ctx0" brushRef="#br0">96 1 24575,'0'3'0,"-1"0"0,0 0 0,0 0 0,0 0 0,-1 0 0,1 0 0,-1 0 0,1 0 0,-4 3 0,-4 10 0,1 6 0,0 1 0,2 0 0,1 1 0,1-1 0,1 1 0,0 0 0,3 35 0,-4 17 0,-10 25 0,7-69 0,-2 54 0,8-72 0,1 36 0,0-48 0,0 0 0,0 0 0,1 0 0,-1-1 0,0 1 0,1 0 0,0 0 0,-1 0 0,1 0 0,0-1 0,0 1 0,0 0 0,0-1 0,0 1 0,0-1 0,0 1 0,1-1 0,-1 0 0,0 1 0,3 0 0,-2-1 0,0-1 0,1 0 0,-1 0 0,0-1 0,0 1 0,0 0 0,0-1 0,0 1 0,0-1 0,0 0 0,0 0 0,0 0 0,0 0 0,0 0 0,0 0 0,0 0 0,0 0 0,-1-1 0,1 1 0,-1-1 0,2-1 0,8-6 0,62-47 0,-46 33 0,38-22 0,-55 38 0,2 1 0,-1 1 0,1 0 0,-1 0 0,1 1 0,0 1 0,16-3 0,-21 5 0,12-2 0,0 0 0,0-1 0,28-10 0,-42 12 0,0 0 0,0-1 0,-1 1 0,1-1 0,-1 0 0,0 0 0,0 0 0,0-1 0,0 1 0,0-1 0,-1 0 0,0 0 0,0 0 0,0 0 0,0-1 0,0 1 0,-1-1 0,2-6 0,-2 5 0,-1 0 0,0 0 0,0 0 0,0-1 0,-1-9 0,0 15 0,0 1 0,0-1 0,0 0 0,0 0 0,0 1 0,0-1 0,0 0 0,0 1 0,-1-1 0,1 0 0,0 1 0,-1-1 0,1 0 0,0 1 0,-1-1 0,1 1 0,0-1 0,-1 0 0,1 1 0,-1-1 0,1 1 0,-2-1 0,1 1 0,0 0 0,0 0 0,0 0 0,0 0 0,0 1 0,-1-1 0,1 0 0,0 1 0,0-1 0,1 0 0,-1 1 0,0-1 0,0 1 0,0 0 0,0-1 0,0 1 0,0 0 0,1 0 0,-1-1 0,0 1 0,0 1 0,-12 14 0,1 0 0,0 1 0,1 0 0,1 1 0,-8 19 0,4-9 0,-19 29 0,27-47 0,1 0 0,-1 1 0,2-1 0,-1 1 0,2 0 0,-1 1 0,1-1 0,1 0 0,-1 14 0,1 1 0,1 0 0,2-1 0,3 29 0,-4-52 0,0 0 0,0 0 0,1 0 0,-1 0 0,1 0 0,0 0 0,-1 0 0,1 0 0,0 0 0,0 0 0,0-1 0,0 1 0,0 0 0,1-1 0,-1 1 0,0 0 0,1-1 0,2 2 0,-3-2 0,0-1 0,1 1 0,-1-1 0,0 0 0,1 1 0,-1-1 0,0 0 0,1 0 0,-1 0 0,0 0 0,1 0 0,-1 0 0,0 0 0,1 0 0,-1-1 0,0 1 0,0-1 0,1 1 0,-1-1 0,0 1 0,0-1 0,1 1 0,-1-1 0,0 0 0,0 0 0,0 0 0,0 0 0,0 0 0,1-1 0,11-13-80,0-1-1,0 0 0,14-27 1,-15 23-963,0 2-5783</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27.909"/>
    </inkml:context>
    <inkml:brush xml:id="br0">
      <inkml:brushProperty name="width" value="0.035" units="cm"/>
      <inkml:brushProperty name="height" value="0.035" units="cm"/>
      <inkml:brushProperty name="color" value="#E71224"/>
    </inkml:brush>
  </inkml:definitions>
  <inkml:trace contextRef="#ctx0" brushRef="#br0">130 42 24575,'-5'6'0,"1"0"0,0 0 0,0 1 0,0 0 0,1 0 0,-4 11 0,-8 15 0,-4 1 0,-20 54 0,33-71 0,1-1 0,1 1 0,0 0 0,1 0 0,0 33 0,2-27 0,6 173 0,-5-194 0,0 1 0,0-1 0,1 0 0,-1 1 0,1-1 0,-1 1 0,1-1 0,0 0 0,0 0 0,0 1 0,0-1 0,0 0 0,0 0 0,1 0 0,-1 0 0,1 0 0,0 0 0,-1-1 0,1 1 0,0-1 0,0 1 0,0-1 0,0 1 0,0-1 0,0 0 0,3 1 0,-1-1 0,0-1 0,0 1 0,0-1 0,0 0 0,0 0 0,0 0 0,0 0 0,-1-1 0,1 0 0,0 0 0,0 0 0,0 0 0,0 0 0,-1-1 0,5-2 0,23-12 0,0-1 0,-2-1 0,43-34 0,12-11 0,-57 46 0,-2-2 0,0-1 0,-1 0 0,29-35 0,-5 7 0,-41 43 0,0-1 0,-1 1 0,0-1 0,0-1 0,0 1 0,-1-1 0,0 0 0,0 0 0,-1-1 0,1 1 0,-2-1 0,1 0 0,4-16 0,-6 12 0,-1 0 0,0 0 0,0 0 0,-1 0 0,-1-1 0,-3-22 0,3 31 0,0 0 0,0 1 0,0-1 0,0 0 0,-1 0 0,0 0 0,1 1 0,-1-1 0,-1 1 0,1 0 0,0-1 0,-1 1 0,0 0 0,0 1 0,0-1 0,0 0 0,0 1 0,0-1 0,-1 1 0,1 0 0,-1 0 0,1 1 0,-1-1 0,-5-1 0,-15-1 0,-1 1 0,0 1 0,0 1 0,0 1 0,-30 4 0,-15 0 0,52-4-109,7-1-142,0 2 0,0-1-1,0 2 1,-15 2 0,5 3-6575</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35.555"/>
    </inkml:context>
    <inkml:brush xml:id="br0">
      <inkml:brushProperty name="width" value="0.035" units="cm"/>
      <inkml:brushProperty name="height" value="0.035" units="cm"/>
      <inkml:brushProperty name="color" value="#E71224"/>
    </inkml:brush>
  </inkml:definitions>
  <inkml:trace contextRef="#ctx0" brushRef="#br0">1 1 24575,'0'11'0,"0"1"0,0 0 0,2-1 0,-1 1 0,2 0 0,-1-1 0,1 0 0,1 0 0,0 0 0,1 0 0,7 13 0,-6-13 0,-2 0 0,1 0 0,-2 1 0,1 0 0,-2 0 0,1-1 0,0 21 0,-4 90 0,-1-66 0,1 8-1365,1-37-5461</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36.957"/>
    </inkml:context>
    <inkml:brush xml:id="br0">
      <inkml:brushProperty name="width" value="0.035" units="cm"/>
      <inkml:brushProperty name="height" value="0.035" units="cm"/>
      <inkml:brushProperty name="color" value="#E71224"/>
    </inkml:brush>
  </inkml:definitions>
  <inkml:trace contextRef="#ctx0" brushRef="#br0">1 1 24575</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38.171"/>
    </inkml:context>
    <inkml:brush xml:id="br0">
      <inkml:brushProperty name="width" value="0.035" units="cm"/>
      <inkml:brushProperty name="height" value="0.035" units="cm"/>
      <inkml:brushProperty name="color" value="#E71224"/>
    </inkml:brush>
  </inkml:definitions>
  <inkml:trace contextRef="#ctx0" brushRef="#br0">0 1 24575,'0'5'0,"0"7"0,0 7 0,0 6 0,0 3 0,0 3 0,0 2 0,0-1 0,0 1 0,0-1 0,0 1 0,0-7-8191</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39.209"/>
    </inkml:context>
    <inkml:brush xml:id="br0">
      <inkml:brushProperty name="width" value="0.035" units="cm"/>
      <inkml:brushProperty name="height" value="0.035" units="cm"/>
      <inkml:brushProperty name="color" value="#E71224"/>
    </inkml:brush>
  </inkml:definitions>
  <inkml:trace contextRef="#ctx0" brushRef="#br0">64 1 24575,'-1'17'0,"-1"0"0,0-1 0,-7 25 0,-5 32 0,11 132 0,2-10 0,-14-101 116,0 3-1597,14-70-5345</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40.065"/>
    </inkml:context>
    <inkml:brush xml:id="br0">
      <inkml:brushProperty name="width" value="0.035" units="cm"/>
      <inkml:brushProperty name="height" value="0.035" units="cm"/>
      <inkml:brushProperty name="color" value="#E71224"/>
    </inkml:brush>
  </inkml:definitions>
  <inkml:trace contextRef="#ctx0" brushRef="#br0">0 1 24575,'6'0'0,"6"0"0,2 5 0,-2 2-8191</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40.984"/>
    </inkml:context>
    <inkml:brush xml:id="br0">
      <inkml:brushProperty name="width" value="0.035" units="cm"/>
      <inkml:brushProperty name="height" value="0.035" units="cm"/>
      <inkml:brushProperty name="color" value="#E71224"/>
    </inkml:brush>
  </inkml:definitions>
  <inkml:trace contextRef="#ctx0" brushRef="#br0">1 0 24575</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42.984"/>
    </inkml:context>
    <inkml:brush xml:id="br0">
      <inkml:brushProperty name="width" value="0.035" units="cm"/>
      <inkml:brushProperty name="height" value="0.035" units="cm"/>
      <inkml:brushProperty name="color" value="#E71224"/>
    </inkml:brush>
  </inkml:definitions>
  <inkml:trace contextRef="#ctx0" brushRef="#br0">69 1007 24575,'12'-16'0,"0"0"0,0 0 0,-2-1 0,0-1 0,-1 0 0,13-35 0,-2 5 0,2-3 0,169-409 0,-183 436 0,-1 0 0,7-45 0,-13 59 0,0-1 0,0 0 0,-1 0 0,-1 0 0,0 0 0,0 1 0,-1-1 0,-5-18 0,6 25 0,-1 0 0,1 1 0,-1-1 0,0 1 0,0 0 0,0 0 0,0 0 0,-1 0 0,1 0 0,-1 0 0,1 0 0,-1 1 0,0-1 0,0 1 0,-1 0 0,1 0 0,0 0 0,-4-1 0,1 1 0,1 1 0,0-1 0,0 1 0,-1 1 0,1-1 0,-1 1 0,1 0 0,0 0 0,-1 1 0,1-1 0,-9 3 0,2 1 0,1-1 0,0 1 0,0 1 0,0 0 0,1 1 0,-1 0 0,2 0 0,-1 1 0,0 0 0,1 1 0,-8 9 0,-12 21 0,22-27 0,-1 0 0,0-1 0,-11 10 0,11-11 0,1 0 0,0 0 0,0 0 0,0 0 0,1 1 0,1 0 0,0 1 0,0-1 0,1 1 0,0 0 0,1 0 0,0 0 0,-1 17 0,-1 15 0,3 0 0,3 55 0,1-41 0,-3 40 0,4 87 0,-3-182 0,0 1 0,0-1 0,0 0 0,0 0 0,1 0 0,-1 1 0,1-1 0,0 0 0,-1 0 0,1 0 0,0 0 0,0 0 0,0 0 0,1 0 0,-1-1 0,0 1 0,1 0 0,-1-1 0,1 1 0,-1-1 0,1 1 0,0-1 0,0 0 0,0 0 0,0 1 0,2 0 0,-1-2 0,0 1 0,0-1 0,1 0 0,-1 0 0,0 0 0,0 0 0,0-1 0,0 1 0,0-1 0,0 0 0,-1 0 0,1 0 0,0 0 0,0 0 0,0-1 0,-1 1 0,1-1 0,3-3 0,14-11 0,-1-1 0,-1 0 0,-1-2 0,20-26 0,-17 20 0,0 1 0,29-24 0,-46 45 0,0 0 0,0 1 0,1-1 0,-1 1 0,1 0 0,-1 0 0,1 0 0,0 1 0,0-1 0,-1 1 0,1 0 0,5-1 0,-7 2 0,-1 0 0,1 1 0,0-1 0,-1 0 0,1 1 0,-1-1 0,1 1 0,-1-1 0,1 1 0,-1 0 0,0 0 0,1-1 0,-1 1 0,0 0 0,0 0 0,0 0 0,1 1 0,-1-1 0,0 0 0,0 0 0,-1 0 0,1 1 0,0-1 0,0 1 0,-1-1 0,1 1 0,0-1 0,-1 1 0,0-1 0,1 1 0,-1-1 0,0 1 0,0-1 0,0 3 0,10 66 0,-8-43 0,12 45 0,-11-62 0,0-1 0,0 0 0,1 0 0,0-1 0,1 1 0,0-1 0,0 0 0,11 13 0,-10-15-170,-1 0-1,1 0 0,1 0 1,-1-1-1,1 0 0,0 0 1,10 5-1,3-1-6655</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44.052"/>
    </inkml:context>
    <inkml:brush xml:id="br0">
      <inkml:brushProperty name="width" value="0.035" units="cm"/>
      <inkml:brushProperty name="height" value="0.035" units="cm"/>
      <inkml:brushProperty name="color" value="#E71224"/>
    </inkml:brush>
  </inkml:definitions>
  <inkml:trace contextRef="#ctx0" brushRef="#br0">128 0 24575,'0'8'0,"-1"-1"0,0 0 0,0 0 0,-1 0 0,0 0 0,0-1 0,0 1 0,-6 11 0,-34 48 0,34-55 0,0 0 0,1 1 0,0 0 0,0 0 0,1 1 0,1 0 0,-7 22 0,9-14 0,1 1 0,1-1 0,1 0 0,0 1 0,2-1 0,8 42 0,46 122 0,-30-105 0,-17-50 0,1-1 0,2 0 0,0 0 0,2-1 0,1-1 0,1 0 0,1-1 0,36 40 0,-23-37 66,65 46-1,-5-4-1561,-70-52-5330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45.702"/>
    </inkml:context>
    <inkml:brush xml:id="br0">
      <inkml:brushProperty name="width" value="0.035" units="cm"/>
      <inkml:brushProperty name="height" value="0.035" units="cm"/>
      <inkml:brushProperty name="color" value="#E71224"/>
    </inkml:brush>
  </inkml:definitions>
  <inkml:trace contextRef="#ctx0" brushRef="#br0">34 75 24575,'-16'188'0,"8"-126"0,0 67 0,7-42 0,4 106 0,6-162 0,-2-23 0,-7-8 0,1-1 0,-1 1 0,1-1 0,-1 1 0,1 0 0,-1-1 0,1 1 0,-1-1 0,1 1 0,-1-1 0,0 0 0,1 1 0,-1-1 0,0 1 0,0-1 0,1 0 0,-1 1 0,0-1 0,0 1 0,0-1 0,0-1 0,12-75 0,-3 13 0,3 1 0,50-197 0,-53 233 0,1 1 0,1-1 0,1 2 0,1 0 0,1 0 0,2 1 0,22-27 0,-24 34 0,-12 13 0,1 0 0,0 0 0,0 0 0,0 1 0,1-1 0,-1 1 0,1 0 0,0 0 0,0 0 0,0 0 0,0 1 0,0 0 0,0 0 0,6-2 0,-9 4 0,0 0 0,0 0 0,0 0 0,1 0 0,-1 1 0,0-1 0,0 0 0,0 0 0,0 1 0,0-1 0,0 1 0,0-1 0,0 1 0,0 0 0,0-1 0,0 1 0,0 0 0,0 0 0,0 0 0,-1-1 0,1 1 0,0 0 0,0 0 0,-1 0 0,1 0 0,-1 0 0,1 0 0,-1 0 0,1 1 0,-1-1 0,0 0 0,0 0 0,1 0 0,-1 0 0,0 0 0,0 1 0,0 0 0,-1 47 0,-9 32 0,-7 81 0,16-136 0,1 1 0,1 0 0,2-1 0,6 31 0,1-10 0,3-1 0,2 1 0,2-2 0,32 62 0,31 34 0,-76-134-113,-1-2-44,0 0 1,0 0-1,1 0 1,-1-1-1,1 0 1,0 1-1,8 5 1,4 0-6670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46.931"/>
    </inkml:context>
    <inkml:brush xml:id="br0">
      <inkml:brushProperty name="width" value="0.035" units="cm"/>
      <inkml:brushProperty name="height" value="0.035" units="cm"/>
      <inkml:brushProperty name="color" value="#E71224"/>
    </inkml:brush>
  </inkml:definitions>
  <inkml:trace contextRef="#ctx0" brushRef="#br0">0 252 24575,'4'-3'0,"-1"1"0,1-1 0,0 1 0,-1 0 0,1 0 0,0 0 0,1 0 0,-1 1 0,0-1 0,8 0 0,23-10 0,10-12 0,0-3 0,50-39 0,-85 60 0,-1 0 0,2 0 0,-1 2 0,0-1 0,18-4 0,-15 4 0,0 1 0,0-2 0,15-8 0,-20 9-170,1 1-1,0-1 0,0 1 1,0 1-1,0 0 0,1 0 1,16-2-1,-2 2-6655</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48.253"/>
    </inkml:context>
    <inkml:brush xml:id="br0">
      <inkml:brushProperty name="width" value="0.035" units="cm"/>
      <inkml:brushProperty name="height" value="0.035" units="cm"/>
      <inkml:brushProperty name="color" value="#E71224"/>
    </inkml:brush>
  </inkml:definitions>
  <inkml:trace contextRef="#ctx0" brushRef="#br0">0 0 24575,'7'1'0,"1"1"0,-2 0 0,1 0 0,0 1 0,0-1 0,-1 2 0,1-1 0,-1 1 0,8 6 0,1-1 0,6 5 0,-1 1 0,-1 1 0,-1 0 0,0 1 0,16 22 0,-9-12 0,39 35 0,-48-49 0,135 118 0,-119-101 0,-1 2 0,41 56 0,-65-77 0,-1 0 0,0 0 0,-1 0 0,0 1 0,-1-1 0,0 1 0,0 0 0,2 25 0,-2 4 0,-2 59 0,-2-62 0,7 69 0,-3-82 0,0 0 0,-2 0 0,-1 0 0,-1 1 0,-4 36 0,0-36 0,-1 0 0,-1 0 0,-1 0 0,-1-1 0,-1 0 0,-1-1 0,-22 38 0,27-54-227,1 0-1,0 0 1,0 1-1,0 0 1,-3 15-1,3-2-6598</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49.511"/>
    </inkml:context>
    <inkml:brush xml:id="br0">
      <inkml:brushProperty name="width" value="0.035" units="cm"/>
      <inkml:brushProperty name="height" value="0.035" units="cm"/>
      <inkml:brushProperty name="color" value="#E71224"/>
    </inkml:brush>
  </inkml:definitions>
  <inkml:trace contextRef="#ctx0" brushRef="#br0">554 0 24575,'-1'6'0,"1"-1"0,-2 0 0,1 0 0,-1-1 0,1 1 0,-1 0 0,-1 0 0,1-1 0,-1 1 0,0-1 0,0 0 0,-4 6 0,-45 43 0,-35 15 0,61-49 0,1 1 0,-39 38 0,46-39 0,-29 22 0,-1 0 0,32-26 0,-34 21 0,35-26 0,0 1 0,1 0 0,-17 18 0,29-28 0,1 1 0,-1 0 0,1-1 0,0 1 0,0 0 0,0 0 0,-1 0 0,2 0 0,-1 0 0,0 0 0,0 0 0,1 0 0,-1 0 0,1 0 0,-1 3 0,1-4 0,1 0 0,-1 0 0,0 0 0,1 0 0,-1 0 0,1-1 0,-1 1 0,1 0 0,0 0 0,-1-1 0,1 1 0,-1 0 0,1-1 0,0 1 0,0-1 0,-1 1 0,1-1 0,0 1 0,0-1 0,0 1 0,0-1 0,0 0 0,-1 0 0,1 1 0,0-1 0,0 0 0,0 0 0,0 0 0,0 0 0,0 0 0,0 0 0,0 0 0,0 0 0,0 0 0,0-1 0,1 1 0,19-3 0,0-1 0,30-10 0,-29 8 0,43-7 0,-32 9 0,0 2 0,67 4 0,-86 0 0,0 0 0,0 0 0,0 2 0,0-1 0,-1 2 0,0 0 0,0 1 0,0 0 0,19 12 0,-22-12 11,0 0 0,1 0 0,0-1 0,0-1 0,13 4 0,15 6-1442,-21-6-5395</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50.786"/>
    </inkml:context>
    <inkml:brush xml:id="br0">
      <inkml:brushProperty name="width" value="0.035" units="cm"/>
      <inkml:brushProperty name="height" value="0.035" units="cm"/>
      <inkml:brushProperty name="color" value="#E71224"/>
    </inkml:brush>
  </inkml:definitions>
  <inkml:trace contextRef="#ctx0" brushRef="#br0">1 2 24575,'99'-1'0,"112"3"0,-96 13 0,-68-8 0,48 2 0,30-9-1365,-98 0-5461</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54.495"/>
    </inkml:context>
    <inkml:brush xml:id="br0">
      <inkml:brushProperty name="width" value="0.035" units="cm"/>
      <inkml:brushProperty name="height" value="0.035" units="cm"/>
      <inkml:brushProperty name="color" value="#E71224"/>
    </inkml:brush>
  </inkml:definitions>
  <inkml:trace contextRef="#ctx0" brushRef="#br0">113 0 24575,'0'5'0,"-1"0"0,0-1 0,0 1 0,0-1 0,-1 1 0,-2 5 0,-4 15 0,-3 19 0,1-1 0,1 0 0,-5 72 0,-2 27 0,0 8 0,7-83 0,6-55 0,1 1 0,0-1 0,1 1 0,0 17 0,1-29 0,0 0 0,0-1 0,0 1 0,0-1 0,0 1 0,0-1 0,0 1 0,0 0 0,1-1 0,-1 1 0,0-1 0,0 1 0,0-1 0,1 1 0,-1-1 0,0 1 0,1-1 0,-1 1 0,0-1 0,1 0 0,-1 1 0,1-1 0,-1 0 0,1 1 0,-1-1 0,1 0 0,-1 1 0,1-1 0,-1 0 0,1 0 0,-1 0 0,1 1 0,-1-1 0,1 0 0,-1 0 0,1 0 0,0 0 0,-1 0 0,1 0 0,-1 0 0,1 0 0,-1 0 0,1 0 0,-1 0 0,1-1 0,0 1 0,-1 0 0,1 0 0,-1-1 0,1 1 0,-1 0 0,1 0 0,-1-1 0,1 0 0,34-23 0,-25 15 0,39-26 0,-24 16 0,0 1 0,1 2 0,33-16 0,-49 28 0,0-1 0,0 0 0,0-1 0,-1 0 0,0 0 0,-1-1 0,1 0 0,-1-1 0,0 0 0,-1 0 0,0 0 0,0-1 0,-1 0 0,0-1 0,-1 1 0,0-1 0,6-17 0,-38 130 0,14-49 0,-27 71 0,30-99-170,1 1-1,1 0 0,1 0 1,2 1-1,0-1 0,2 1 1,1 53-1,2-54-6655</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0:56.244"/>
    </inkml:context>
    <inkml:brush xml:id="br0">
      <inkml:brushProperty name="width" value="0.035" units="cm"/>
      <inkml:brushProperty name="height" value="0.035" units="cm"/>
      <inkml:brushProperty name="color" value="#E71224"/>
    </inkml:brush>
  </inkml:definitions>
  <inkml:trace contextRef="#ctx0" brushRef="#br0">80 9 24575,'0'8'0,"0"0"0,1 0 0,0 0 0,0-1 0,1 1 0,0 0 0,1-1 0,-1 1 0,1-1 0,5 8 0,0-3 0,0 0 0,1 0 0,0-1 0,17 16 0,-12-13 0,20 30 0,-26-31 0,2-1 0,-1 0 0,2-1 0,14 14 0,-14-18 0,0 0 0,1-1 0,-1 0 0,1 0 0,0-1 0,1-1 0,-1 0 0,1-1 0,0 0 0,-1-1 0,1 0 0,0-1 0,1 0 0,-1-1 0,16-3 0,-12 2 0,0-2 0,0 0 0,0-1 0,0-1 0,-1 0 0,0-1 0,0-1 0,0 0 0,-1-2 0,0 1 0,14-13 0,4-4 0,-13 11 0,33-33 0,-46 39 0,0 0 0,-1 0 0,0-1 0,0 0 0,-1 1 0,-1-2 0,1 1 0,-1-1 0,4-15 0,-7 23 0,-1-1 0,1 0 0,-1 1 0,1-1 0,-1 0 0,0 0 0,0 1 0,0-1 0,0 0 0,-1 0 0,1 1 0,-1-1 0,1 0 0,-1 1 0,0-1 0,0 1 0,0-1 0,-1 1 0,1-1 0,0 1 0,-1 0 0,0 0 0,1-1 0,-1 1 0,0 1 0,0-1 0,0 0 0,-1 0 0,1 1 0,0-1 0,-1 1 0,1 0 0,0-1 0,-1 1 0,0 0 0,1 1 0,-1-1 0,0 0 0,1 1 0,-4-1 0,-27-3 0,0 1 0,-1 2 0,-62 6 0,5-1 0,87-4 0,-17-1 0,0 1 0,0 1 0,0 1 0,0 1 0,0 1 0,-37 12 0,-5 7 0,31-12 0,-42 20 0,15-5 51,36-16-759,-39 22 0,46-21-6118</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1:05.065"/>
    </inkml:context>
    <inkml:brush xml:id="br0">
      <inkml:brushProperty name="width" value="0.035" units="cm"/>
      <inkml:brushProperty name="height" value="0.035" units="cm"/>
      <inkml:brushProperty name="color" value="#E71224"/>
    </inkml:brush>
  </inkml:definitions>
  <inkml:trace contextRef="#ctx0" brushRef="#br0">67 1 24575,'0'5'0,"0"7"0,0 7 0,0 6 0,0 9 0,0 4 0,-6 1 0,-1-1 0,-5-1 0,-1-2 0,3-2 0,1 0 0,4-2 0,2 0 0,2-5-8191</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1:06.383"/>
    </inkml:context>
    <inkml:brush xml:id="br0">
      <inkml:brushProperty name="width" value="0.035" units="cm"/>
      <inkml:brushProperty name="height" value="0.035" units="cm"/>
      <inkml:brushProperty name="color" value="#E71224"/>
    </inkml:brush>
  </inkml:definitions>
  <inkml:trace contextRef="#ctx0" brushRef="#br0">0 0 24575,'0'5'0,"0"8"0,0 6 0,0 6 0,0 3 0,0 3 0,0 1 0,0 1 0,0 0 0,0-1 0,0 1 0,5-7 0,3-7-8191</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1:07.529"/>
    </inkml:context>
    <inkml:brush xml:id="br0">
      <inkml:brushProperty name="width" value="0.035" units="cm"/>
      <inkml:brushProperty name="height" value="0.035" units="cm"/>
      <inkml:brushProperty name="color" value="#E71224"/>
    </inkml:brush>
  </inkml:definitions>
  <inkml:trace contextRef="#ctx0" brushRef="#br0">67 0 24575,'0'5'0,"0"8"0,0 6 0,0 6 0,-5-2 0,-2 1 0,-5 2 0,-1 1 0,2 2 0,3 1 0,3 1 0,2 0 0,1 1 0,2-1 0,0 1 0,1 0 0,-1-6-8191</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1:09.492"/>
    </inkml:context>
    <inkml:brush xml:id="br0">
      <inkml:brushProperty name="width" value="0.035" units="cm"/>
      <inkml:brushProperty name="height" value="0.035" units="cm"/>
      <inkml:brushProperty name="color" value="#E71224"/>
    </inkml:brush>
  </inkml:definitions>
  <inkml:trace contextRef="#ctx0" brushRef="#br0">1 906 24575,'1'-9'0,"1"0"0,0 0 0,1 0 0,-1 1 0,2-1 0,-1 1 0,1-1 0,1 1 0,-1 0 0,1 1 0,1-1 0,6-7 0,18-29 0,234-411 0,-243 421 0,43-49 0,11-17 0,-56 66 0,-19 32 0,1 1 0,0-1 0,0 0 0,-1 0 0,1 0 0,-1 0 0,0 1 0,1-1 0,-1 0 0,0 0 0,0 0 0,0 0 0,0 0 0,-1 0 0,1 0 0,-1-2 0,0 3 0,1 1 0,-1-1 0,1 1 0,-1-1 0,1 1 0,-1-1 0,0 1 0,1 0 0,-1 0 0,0-1 0,1 1 0,-1 0 0,0 0 0,1 0 0,-1-1 0,0 1 0,1 0 0,-1 0 0,0 0 0,1 0 0,-1 0 0,0 1 0,0-1 0,1 0 0,-1 0 0,0 0 0,1 1 0,-1-1 0,0 0 0,1 0 0,-1 1 0,1-1 0,-1 1 0,1-1 0,-1 1 0,1-1 0,-1 1 0,0 0 0,-22 19 0,1 10 0,1 1 0,2 1 0,1 1 0,-19 51 0,32-71 0,1 0 0,0 1 0,0-1 0,2 1 0,0 0 0,-1 16 0,5 88 0,1-52 0,-2-6 0,-3 99 0,-9-112 0,9-42 0,0 0 0,0 1 0,0-1 0,1 1 0,0 0 0,0-1 0,1 1 0,0 0 0,0-1 0,1 9 0,-1-13 0,1-1 0,-1 1 0,1-1 0,-1 1 0,1-1 0,0 0 0,-1 1 0,1-1 0,0 0 0,-1 1 0,1-1 0,0 0 0,-1 0 0,1 0 0,0 0 0,-1 1 0,1-1 0,0 0 0,0 0 0,-1 0 0,1-1 0,0 1 0,-1 0 0,1 0 0,0 0 0,0 0 0,-1-1 0,1 1 0,0 0 0,-1-1 0,1 1 0,-1-1 0,1 1 0,-1 0 0,2-2 0,23-13 0,5-20 0,-24 28 0,0 0 0,0 0 0,1 0 0,12-10 0,4 1 0,1 1 0,33-16 0,-56 30 1,0 1 0,0-1 0,0 1 0,0-1-1,1 1 1,-1-1 0,0 1 0,0 0 0,1 0-1,-1-1 1,0 1 0,0 0 0,1 0 0,-1 0 0,0 0-1,0 1 1,0-1 0,1 0 0,-1 0 0,0 1 0,0-1-1,0 1 1,1-1 0,-1 1 0,0 0 0,0-1 0,0 1-1,0 0 1,0-1 0,0 1 0,0 0 0,-1 0-1,1 0 1,0 0 0,0 0 0,-1 0 0,1 0 0,0 0-1,-1 1 1,1-1 0,-1 0 0,0 0 0,1 2 0,2 8-36,-1 0 1,0 0 0,-1 0-1,0 15 1,1 7-1196,4-11-5596</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1:10.847"/>
    </inkml:context>
    <inkml:brush xml:id="br0">
      <inkml:brushProperty name="width" value="0.035" units="cm"/>
      <inkml:brushProperty name="height" value="0.035" units="cm"/>
      <inkml:brushProperty name="color" value="#E71224"/>
    </inkml:brush>
  </inkml:definitions>
  <inkml:trace contextRef="#ctx0" brushRef="#br0">349 1 24575,'-1'5'0,"-1"0"0,1 0 0,-1 0 0,0 0 0,0-1 0,-1 1 0,1 0 0,-7 7 0,7-8 0,-158 223 0,129-184 0,18-26 0,1 0 0,0 1 0,1 0 0,-12 30 0,4-3 0,12-29 0,0 0 0,1 0 0,1 0 0,0 1 0,2 0 0,-4 25 0,6-15 0,3 44 0,-2-64 0,1 1 0,1 0 0,-1-1 0,1 1 0,1-1 0,-1 0 0,1 1 0,0-1 0,1 0 0,6 9 0,-7-12 4,1-1 1,-1 0-1,1 0 0,-1-1 0,1 1 1,0-1-1,0 1 0,0-1 0,0-1 1,1 1-1,-1 0 0,0-1 0,1 0 1,-1 0-1,1 0 0,4-1 0,12 2-175,1-2-1,24-2 1,-21 1-752,3 0-5903</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1:13.126"/>
    </inkml:context>
    <inkml:brush xml:id="br0">
      <inkml:brushProperty name="width" value="0.035" units="cm"/>
      <inkml:brushProperty name="height" value="0.035" units="cm"/>
      <inkml:brushProperty name="color" value="#E71224"/>
    </inkml:brush>
  </inkml:definitions>
  <inkml:trace contextRef="#ctx0" brushRef="#br0">29 97 24575,'-1'23'0,"-1"0"0,-10 43 0,3-16 0,9-49 0,-1 2 0,0 1 0,0 0 0,0-1 0,1 1 0,0 0 0,0 0 0,0-1 0,0 1 0,0 0 0,1 0 0,0-1 0,0 1 0,0 0 0,0-1 0,2 5 0,-2-8 0,-1 1 0,1-1 0,-1 0 0,0 0 0,1 0 0,-1 0 0,1 1 0,-1-1 0,0 0 0,1 0 0,-1 0 0,1 0 0,-1 0 0,1 0 0,-1 0 0,0 0 0,1 0 0,-1-1 0,1 1 0,-1 0 0,1 0 0,-1 0 0,0 0 0,1-1 0,-1 1 0,0 0 0,1 0 0,-1-1 0,0 1 0,1 0 0,-1 0 0,0-1 0,1 0 0,12-13 0,-11 12 0,7-10 0,-1 0 0,-1-1 0,1 1 0,-2-1 0,0-1 0,4-13 0,-4 10 0,1 1 0,0 0 0,17-26 0,-7 18 0,-11 14 0,1 0 0,0 0 0,1 1 0,13-13 0,-17 19 0,0 0 0,-1 0 0,1 1 0,1 0 0,-1 0 0,0 0 0,0 0 0,1 1 0,-1-1 0,1 1 0,-1 1 0,1-1 0,0 0 0,-1 1 0,8 0 0,-9 0 0,0 1 0,0-1 0,0 1 0,0-1 0,0 1 0,0 0 0,-1 0 0,1 0 0,0 1 0,0-1 0,-1 1 0,1-1 0,-1 1 0,0 0 0,1 0 0,-1 0 0,0 0 0,0 0 0,0 1 0,-1-1 0,1 0 0,0 1 0,-1 0 0,1-1 0,-1 1 0,0 0 0,0-1 0,0 1 0,-1 0 0,1 0 0,-1 0 0,1 0 0,-1 4 0,1 5 0,0 0 0,-2-1 0,1 1 0,-1 0 0,-1 0 0,0-1 0,-5 15 0,5-18 0,-1 0 0,1 0 0,1 0 0,-1 1 0,2-1 0,-1 12 0,1-19 0,0 1 0,0-1 0,0 0 0,1 0 0,-1 1 0,0-1 0,1 0 0,-1 0 0,1 0 0,-1 0 0,1 1 0,0-1 0,-1 0 0,1 0 0,0 0 0,0-1 0,0 1 0,0 0 0,2 1 0,-1-1 0,-1 0 0,1-1 0,0 1 0,0-1 0,0 1 0,0-1 0,0 0 0,0 0 0,0 0 0,0 0 0,0 0 0,0-1 0,0 1 0,0-1 0,0 1 0,4-2 0,11-6 0,0 0 0,0-1 0,-1 0 0,0-2 0,0 0 0,23-21 0,-17 13 0,47-30 0,-52 38 0,30-25 0,1-1 0,-47 36 0,0 1 0,0-1 0,-1 1 0,1-1 0,0 1 0,0-1 0,0 1 0,0 0 0,0-1 0,0 1 0,0 0 0,0 0 0,0 0 0,0 0 0,0 0 0,0 0 0,0 0 0,0 0 0,0 0 0,0 0 0,0 0 0,1 1 0,-1 0 0,-1-1 0,0 1 0,1-1 0,-1 0 0,0 1 0,1-1 0,-1 1 0,0-1 0,0 1 0,0-1 0,0 1 0,1 0 0,-1-1 0,0 1 0,0-1 0,0 1 0,0-1 0,0 1 0,0-1 0,0 1 0,0-1 0,-1 1 0,1-1 0,0 1 0,0-1 0,0 1 0,-1-1 0,1 1 0,0-1 0,0 1 0,-1-1 0,1 1 0,0-1 0,-1 1 0,1-1 0,-1 0 0,1 1 0,0-1 0,-2 1 0,-37 37 0,33-33 0,0-1 0,1 1 0,-1 1 0,1-1 0,0 1 0,1 0 0,-1 0 0,1 0 0,0 0 0,1 1 0,-1 0 0,1 0 0,1 0 0,-1 0 0,-1 13 0,0 15 0,2-1 0,2 1 0,5 48 0,0-57-1365,3-6-5461</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1:14.539"/>
    </inkml:context>
    <inkml:brush xml:id="br0">
      <inkml:brushProperty name="width" value="0.035" units="cm"/>
      <inkml:brushProperty name="height" value="0.035" units="cm"/>
      <inkml:brushProperty name="color" value="#E71224"/>
    </inkml:brush>
  </inkml:definitions>
  <inkml:trace contextRef="#ctx0" brushRef="#br0">246 0 24575,'0'7'0,"1"0"0,1 0 0,-1 0 0,1 0 0,4 9 0,6 23 0,-6 25 0,-2 0 0,-5 69 0,-1-44 0,2-75 0,-1 0 0,-1-1 0,0 1 0,-1-1 0,0 1 0,-1-1 0,-1 0 0,0-1 0,-7 14 0,6-10 0,0-1 0,2 1 0,0 0 0,1 1 0,0-1 0,1 1 0,1-1 0,2 28 0,0-27 0,-1 1 0,-1-1 0,-1 1 0,0-1 0,-1 0 0,-1 1 0,-9 23 0,-102 197 0,110-229 27,0-1-1,0-1 1,-1 1-1,-8 9 1,-14 17-1525,18-17-5328</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1:16.052"/>
    </inkml:context>
    <inkml:brush xml:id="br0">
      <inkml:brushProperty name="width" value="0.035" units="cm"/>
      <inkml:brushProperty name="height" value="0.035" units="cm"/>
      <inkml:brushProperty name="color" value="#E71224"/>
    </inkml:brush>
  </inkml:definitions>
  <inkml:trace contextRef="#ctx0" brushRef="#br0">347 1 24575,'-189'199'0,"176"-186"0,-1 0 0,-15 10 0,18-15 0,0 0 0,1 1 0,0 0 0,1 1 0,-11 14 0,19-23 0,-4 5 0,1 0 0,0 0 0,1 1 0,-1-1 0,1 1 0,-3 8 0,6-14 0,0 0 0,0 0 0,0 0 0,-1 1 0,1-1 0,0 0 0,0 0 0,1 0 0,-1 1 0,0-1 0,0 0 0,1 0 0,-1 0 0,0 0 0,1 1 0,-1-1 0,2 2 0,-1-2 0,1 0 0,-1 1 0,0-1 0,1 0 0,0 0 0,-1 0 0,1 0 0,-1 0 0,1 0 0,0-1 0,0 1 0,0 0 0,-1-1 0,1 0 0,2 1 0,27 3 0,1-2 0,-1-1 0,51-4 0,-6 0 0,50 2-1365,-99 1-5461</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1:17.488"/>
    </inkml:context>
    <inkml:brush xml:id="br0">
      <inkml:brushProperty name="width" value="0.035" units="cm"/>
      <inkml:brushProperty name="height" value="0.035" units="cm"/>
      <inkml:brushProperty name="color" value="#E71224"/>
    </inkml:brush>
  </inkml:definitions>
  <inkml:trace contextRef="#ctx0" brushRef="#br0">1 34 24575,'112'2'0,"122"-5"0,-158-12 0,-57 10 0,0 1 0,26-3 0,15 5-1365,-33 2-5461</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1:19.669"/>
    </inkml:context>
    <inkml:brush xml:id="br0">
      <inkml:brushProperty name="width" value="0.035" units="cm"/>
      <inkml:brushProperty name="height" value="0.035" units="cm"/>
      <inkml:brushProperty name="color" value="#E71224"/>
    </inkml:brush>
  </inkml:definitions>
  <inkml:trace contextRef="#ctx0" brushRef="#br0">1 1 24575,'0'755'0,"0"-738"-170,2 0-1,0 0 0,1 0 1,0-1-1,2 1 0,0-1 1,8 19-1,-3-17-6655</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1:21.340"/>
    </inkml:context>
    <inkml:brush xml:id="br0">
      <inkml:brushProperty name="width" value="0.035" units="cm"/>
      <inkml:brushProperty name="height" value="0.035" units="cm"/>
      <inkml:brushProperty name="color" value="#E71224"/>
    </inkml:brush>
  </inkml:definitions>
  <inkml:trace contextRef="#ctx0" brushRef="#br0">98 0 24575,'-1'13'0,"-1"0"0,-1-1 0,0 1 0,-1-1 0,-1 1 0,1-1 0,-2-1 0,-9 16 0,-14 38 0,22-45 0,2 1 0,0 0 0,2 0 0,-2 36 0,6 90 0,2-58 0,-4-62 0,0-9 0,1 0 0,4 31 0,-3-45 0,-1-1 0,1 1 0,0-1 0,-1 0 0,1 1 0,1-1 0,-1 0 0,1 0 0,-1 0 0,1 0 0,0 0 0,0 0 0,0-1 0,0 1 0,0-1 0,1 1 0,-1-1 0,1 0 0,0 0 0,4 3 0,-4-4 0,-1 0 0,1-1 0,-1 1 0,1-1 0,0 1 0,-1-1 0,1 0 0,0 0 0,0 0 0,-1 0 0,1-1 0,0 1 0,-1-1 0,1 1 0,-1-1 0,1 0 0,-1 0 0,1 0 0,-1 0 0,1-1 0,-1 1 0,0-1 0,0 1 0,3-4 0,6-5 0,-1 0 0,0-1 0,12-15 0,-11 12 0,30-32 0,60-53 0,-94 93 0,1 1 0,-1 0 0,1 0 0,11-5 0,-11 6 0,0 0 0,0-1 0,0 0 0,9-7 0,-3-1 0,0-1 0,0 0 0,-1-1 0,20-31 0,-27 36 0,-1 0 0,0-1 0,-1 0 0,0 0 0,-1 0 0,0 0 0,-1 0 0,0-1 0,1-19 0,-3 21 0,0-1 0,0 0 0,-1 1 0,0-1 0,-1 0 0,0 1 0,0 0 0,-6-13 0,6 18 0,-1 0 0,0 0 0,0 0 0,0 0 0,-1 1 0,1-1 0,-1 1 0,0 0 0,0 0 0,-1 1 0,1-1 0,-1 1 0,0 0 0,0 0 0,0 1 0,0-1 0,-6-1 0,-8-1 0,1 0 0,-1 2 0,0 1 0,0 0 0,0 1 0,0 1 0,0 1 0,-23 3 0,33-2 0,1 0 0,-1 1 0,1 0 0,0 0 0,0 1 0,0-1 0,1 2 0,-1-1 0,1 1 0,-11 10 0,8-7 0,0 0 0,-1-1 0,0-1 0,-15 7 0,-27 8-1365,28-13-5461</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1:23.394"/>
    </inkml:context>
    <inkml:brush xml:id="br0">
      <inkml:brushProperty name="width" value="0.035" units="cm"/>
      <inkml:brushProperty name="height" value="0.035" units="cm"/>
      <inkml:brushProperty name="color" value="#E71224"/>
    </inkml:brush>
  </inkml:definitions>
  <inkml:trace contextRef="#ctx0" brushRef="#br0">31 1 24575,'0'5'0,"0"7"0,0 8 0,0 5 0,0 3 0,-5-2 0,-2-1 0,0 1 0,2 1 0,1 2 0,2-5-8191</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1:25.263"/>
    </inkml:context>
    <inkml:brush xml:id="br0">
      <inkml:brushProperty name="width" value="0.035" units="cm"/>
      <inkml:brushProperty name="height" value="0.035" units="cm"/>
      <inkml:brushProperty name="color" value="#E71224"/>
    </inkml:brush>
  </inkml:definitions>
  <inkml:trace contextRef="#ctx0" brushRef="#br0">68 41 24575,'-2'0'0,"1"1"0,-1-1 0,1 1 0,-1 0 0,1-1 0,0 1 0,-1 0 0,1 0 0,0 0 0,0 0 0,0 0 0,-1 0 0,1 1 0,0-1 0,1 0 0,-1 0 0,-1 3 0,-15 25 0,16-27 0,-4 10 0,1 0 0,0 1 0,0-1 0,1 1 0,1 0 0,0 0 0,0 13 0,1 6 0,6 54 0,-5-84 0,0 1 0,0 0 0,0-1 0,1 1 0,-1-1 0,1 1 0,0-1 0,0 1 0,0-1 0,0 1 0,0-1 0,0 0 0,0 1 0,1-1 0,-1 0 0,1 0 0,0 0 0,0 0 0,0-1 0,0 1 0,0 0 0,0-1 0,0 1 0,0-1 0,0 0 0,1 0 0,-1 1 0,1-2 0,-1 1 0,1 0 0,-1 0 0,1-1 0,3 1 0,-1-1 0,1-1 0,0 1 0,0-1 0,-1 0 0,1 0 0,-1-1 0,1 0 0,-1 0 0,1 0 0,-1 0 0,0-1 0,0 0 0,0 0 0,4-4 0,91-88 0,-70 65 0,51-41 0,-77 68 0,0 0 0,-1-1 0,1 1 0,0-1 0,-1 0 0,0 1 0,0-2 0,0 1 0,0 0 0,-1 0 0,0-1 0,0 1 0,0-1 0,0 0 0,-1 0 0,2-6 0,-3 8 0,0 1 0,0-1 0,0 0 0,-1 0 0,1 1 0,-1-1 0,1 0 0,-1 1 0,0-1 0,0 1 0,0-1 0,0 1 0,-1-1 0,1 1 0,-1 0 0,1-1 0,-1 1 0,0 0 0,0 0 0,0 0 0,0 1 0,0-1 0,0 0 0,-1 1 0,1-1 0,0 1 0,-1 0 0,1 0 0,-1 0 0,0 0 0,-2 0 0,-8-3 10,0 0 0,0 2 0,0-1 0,0 2 0,0-1 0,0 2 0,-1 0 0,1 1 0,0 0 0,0 0 0,-22 7 0,18-3-175,1 0 0,-1 2 0,1 0 0,0 1 0,1 0 0,0 1 0,0 1 0,-16 14 0,13-8-6661</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1:26.998"/>
    </inkml:context>
    <inkml:brush xml:id="br0">
      <inkml:brushProperty name="width" value="0.035" units="cm"/>
      <inkml:brushProperty name="height" value="0.035" units="cm"/>
      <inkml:brushProperty name="color" value="#E71224"/>
    </inkml:brush>
  </inkml:definitions>
  <inkml:trace contextRef="#ctx0" brushRef="#br0">1 388 24575,'0'21'0,"3"67"0,-2-80 0,0-1 0,1 1 0,0-1 0,0 1 0,0-1 0,1 0 0,0 0 0,9 14 0,-9-18 0,1 1 0,-1-1 0,1 1 0,0-1 0,0 0 0,1-1 0,-1 1 0,0-1 0,1 0 0,0 0 0,-1 0 0,1 0 0,0-1 0,0 0 0,0 0 0,0 0 0,0-1 0,0 1 0,8-2 0,3 1 0,-1-1 0,1-1 0,0-1 0,-1 0 0,17-6 0,2-3 0,-1-2 0,0-1 0,44-28 0,22-15 0,-40 25 0,-1-3 0,101-82 0,-119 83 0,1 1 0,74-45 0,-32 39 0,-10 7 0,9-3-1365,-57 24-5461</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1:28.814"/>
    </inkml:context>
    <inkml:brush xml:id="br0">
      <inkml:brushProperty name="width" value="0.035" units="cm"/>
      <inkml:brushProperty name="height" value="0.035" units="cm"/>
      <inkml:brushProperty name="color" value="#E71224"/>
    </inkml:brush>
  </inkml:definitions>
  <inkml:trace contextRef="#ctx0" brushRef="#br0">1 1 24575,'0'5'0,"0"8"0,0 6 0,0 6 0,0 3 0,0 3 0,0 1 0,0 1 0,0 0 0,0 0 0,0-1 0,0-1 0,0 1 0,0-6-8191</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1:29.993"/>
    </inkml:context>
    <inkml:brush xml:id="br0">
      <inkml:brushProperty name="width" value="0.035" units="cm"/>
      <inkml:brushProperty name="height" value="0.035" units="cm"/>
      <inkml:brushProperty name="color" value="#E71224"/>
    </inkml:brush>
  </inkml:definitions>
  <inkml:trace contextRef="#ctx0" brushRef="#br0">1 0 24575</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1:31.503"/>
    </inkml:context>
    <inkml:brush xml:id="br0">
      <inkml:brushProperty name="width" value="0.035" units="cm"/>
      <inkml:brushProperty name="height" value="0.035" units="cm"/>
      <inkml:brushProperty name="color" value="#E71224"/>
    </inkml:brush>
  </inkml:definitions>
  <inkml:trace contextRef="#ctx0" brushRef="#br0">3 136 24575,'-1'27'0,"0"-19"0,1-1 0,-1 1 0,1-1 0,1 1 0,-1 0 0,2-1 0,-1 1 0,1-1 0,0 0 0,0 1 0,1-1 0,5 10 0,0-3 0,2 0 0,0-1 0,0 0 0,1-1 0,19 16 0,-26-25 0,-1-1 0,1 1 0,0-1 0,0 0 0,0 0 0,0 0 0,0-1 0,1 1 0,-1-1 0,0 0 0,1-1 0,-1 1 0,1-1 0,-1 0 0,1 0 0,-1 0 0,1 0 0,-1-1 0,0 0 0,1 0 0,-1 0 0,0 0 0,1-1 0,-1 1 0,5-4 0,22-13 0,0-1 0,38-31 0,-60 43 0,85-84 0,-73 74 45,-1-2-1,31-38 1,-31 32-795,32-28 1,-33 36-6077</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1:40.481"/>
    </inkml:context>
    <inkml:brush xml:id="br0">
      <inkml:brushProperty name="width" value="0.035" units="cm"/>
      <inkml:brushProperty name="height" value="0.035" units="cm"/>
      <inkml:brushProperty name="color" value="#E71224"/>
    </inkml:brush>
  </inkml:definitions>
  <inkml:trace contextRef="#ctx0" brushRef="#br0">392 0 24575,'-7'0'0,"1"1"0,-1-1 0,0 1 0,1 0 0,-1 1 0,1 0 0,0 0 0,-1 0 0,1 1 0,0 0 0,-8 5 0,0 2 0,0 1 0,-24 25 0,34-32 0,-6 4 0,-1 0 0,1 0 0,-1-1 0,-1-1 0,1 0 0,-15 5 0,11-4 0,0 0 0,1 1 0,-17 11 0,24-13 0,-33 27 0,38-31 0,0-1 0,0 1 0,0 0 0,0 0 0,0 1 0,1-1 0,-1 0 0,1 1 0,0-1 0,-1 0 0,1 1 0,0 0 0,1-1 0,-2 5 0,2-6 0,0 0 0,1 0 0,-1 0 0,1 0 0,-1 0 0,1 0 0,-1 0 0,1 0 0,-1 0 0,1 0 0,0 0 0,0 0 0,-1 0 0,1-1 0,0 1 0,0 0 0,0 0 0,0-1 0,0 1 0,0-1 0,0 1 0,0-1 0,0 1 0,0-1 0,0 0 0,0 1 0,0-1 0,1 0 0,0 0 0,38 5 0,-35-5 0,279 0 105,-121-2-1575,-136 2-5356</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1:41.667"/>
    </inkml:context>
    <inkml:brush xml:id="br0">
      <inkml:brushProperty name="width" value="0.035" units="cm"/>
      <inkml:brushProperty name="height" value="0.035" units="cm"/>
      <inkml:brushProperty name="color" value="#E71224"/>
    </inkml:brush>
  </inkml:definitions>
  <inkml:trace contextRef="#ctx0" brushRef="#br0">1 33 24575,'474'0'0,"-469"0"-91,-1 0 0,1 1 0,0-2 0,-1 1 0,1 0 0,-1-1 0,1 0 0,-1 0 0,1 0 0,-1-1 0,0 0 0,1 0 0,-1 0 0,7-4 0,2-8-6735</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1:43.687"/>
    </inkml:context>
    <inkml:brush xml:id="br0">
      <inkml:brushProperty name="width" value="0.035" units="cm"/>
      <inkml:brushProperty name="height" value="0.035" units="cm"/>
      <inkml:brushProperty name="color" value="#E71224"/>
    </inkml:brush>
  </inkml:definitions>
  <inkml:trace contextRef="#ctx0" brushRef="#br0">1 134 24575,'1'11'0,"0"0"0,2 0 0,-1 0 0,1 0 0,0-1 0,1 1 0,9 17 0,5 14 0,2 16 0,-12-32 0,1 0 0,0-1 0,2 0 0,1-1 0,21 31 0,-23-41 0,6 8 0,0 0 0,2-1 0,0-1 0,27 23 0,-38-38 0,-1-1 0,1 1 0,-1-1 0,1-1 0,1 1 0,-1-1 0,0 0 0,1-1 0,-1 0 0,1 0 0,0 0 0,0-1 0,-1 0 0,1-1 0,0 0 0,0 0 0,0-1 0,0 1 0,11-4 0,-10 1 0,0 0 0,0 0 0,0-1 0,-1 0 0,0 0 0,1-1 0,-2 0 0,13-10 0,1-4 0,28-33 0,-8 8 0,-19 20 0,20-30 0,19-20 0,-53 66 0,-2 0 0,1-1 0,-1 0 0,0 0 0,-1 0 0,0-1 0,-1 0 0,5-13 0,-7 18 0,-1 0 0,0 0 0,1 0 0,-2 0 0,1 0 0,-1 0 0,0 0 0,0 0 0,0-1 0,0 1 0,-1 0 0,0 0 0,0 0 0,-1 0 0,1 1 0,-1-1 0,0 0 0,0 1 0,-5-8 0,-24-34 0,20 29 0,-1 0 0,-22-24 0,28 36 0,1 0 0,-1 0 0,-1 0 0,1 1 0,0 0 0,-1 0 0,0 0 0,0 1 0,0 0 0,-13-3 0,-7 1 0,-1 1 0,0 1 0,0 2 0,0 1 0,-55 7 0,74-6 0,0 0 0,1 1 0,-1 0 0,1 1 0,0-1 0,-1 2 0,1-1 0,1 1 0,-1 1 0,0-1 0,-8 8 0,6-3 0,1 0 0,1 0 0,0 1 0,0 0 0,1 0 0,0 0 0,-7 15 0,0-2 34,-2 1-1,-1-2 0,-29 32 1,22-28-784,-25 37 1,33-39-6077</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1:34.642"/>
    </inkml:context>
    <inkml:brush xml:id="br0">
      <inkml:brushProperty name="width" value="0.035" units="cm"/>
      <inkml:brushProperty name="height" value="0.035" units="cm"/>
      <inkml:brushProperty name="color" value="#E71224"/>
    </inkml:brush>
  </inkml:definitions>
  <inkml:trace contextRef="#ctx0" brushRef="#br0">320 628 24575,'1'-5'0,"0"0"0,1 0 0,-1 0 0,1 0 0,0 0 0,0 1 0,0-1 0,1 1 0,5-8 0,11-25 0,-13 16 0,-1 0 0,-1 0 0,-1 0 0,1-24 0,-4-91 0,-2 81 0,1 44 0,-1 0 0,0 0 0,0 0 0,-2 1 0,1-1 0,-1 1 0,-1-1 0,0 1 0,0 1 0,-1-1 0,0 1 0,-1 0 0,0 0 0,0 1 0,-1 0 0,0 0 0,0 1 0,-1 0 0,-11-7 0,16 11 0,0 0 0,-1 1 0,1 0 0,-1 0 0,0 0 0,1 0 0,-1 1 0,0-1 0,0 1 0,0 1 0,0-1 0,0 1 0,0 0 0,0 0 0,0 0 0,0 0 0,0 1 0,0 0 0,0 0 0,0 1 0,0-1 0,1 1 0,-1 0 0,0 0 0,-3 3 0,-5 3 0,2 1 0,-1-1 0,1 2 0,1 0 0,-1 0 0,2 1 0,-14 19 0,18-23 0,1 1 0,0 0 0,0 0 0,0 0 0,1 0 0,0 1 0,1-1 0,0 1 0,1 0 0,-1-1 0,1 15 0,1-9 0,0-1 0,1 0 0,1 0 0,0 0 0,1 0 0,0 0 0,7 15 0,18 51 0,-17-44 0,24 51 0,-23-61 0,-1 0 0,-1 0 0,-2 2 0,0-1 0,-2 1 0,0 0 0,-2 0 0,-2 0 0,1 39 0,-4-44 0,0-8 0,0 0 0,1 0 0,1 0 0,3 19 0,-3-31 0,-1 0 0,0-1 0,1 1 0,-1 0 0,1 0 0,0 0 0,-1 0 0,1 0 0,0-1 0,0 1 0,0 0 0,0-1 0,1 1 0,-1-1 0,0 1 0,1-1 0,-1 0 0,1 1 0,-1-1 0,1 0 0,0 0 0,-1 0 0,1 0 0,0 0 0,0-1 0,0 1 0,0 0 0,-1-1 0,1 0 0,0 1 0,0-1 0,0 0 0,0 0 0,0 0 0,0 0 0,0 0 0,3-1 0,-1 0 0,0-1 0,0 1 0,-1-1 0,1 0 0,-1 0 0,1-1 0,-1 1 0,0 0 0,0-1 0,0 0 0,0 0 0,-1 0 0,1 0 0,3-6 0,34-59 0,-28 45 0,-1 4 0,54-86 0,-55 92 0,0 0 0,0 0 0,1 2 0,1-1 0,20-15 0,-30 26 0,0-1 0,1 1 0,-1-1 0,0 1 0,1 0 0,-1-1 0,1 1 0,-1 0 0,1 1 0,-1-1 0,1 0 0,0 1 0,-1 0 0,1-1 0,0 1 0,0 0 0,-1 0 0,5 1 0,-5 0 0,0 0 0,0 0 0,0 0 0,-1 0 0,1 1 0,0-1 0,-1 1 0,1-1 0,-1 1 0,1-1 0,-1 1 0,1 0 0,-1-1 0,0 1 0,0 0 0,0 0 0,0 0 0,-1 0 0,1 0 0,0 0 0,-1 0 0,1 0 0,-1 1 0,0 1 0,7 50 0,-6-39 0,0-1 0,1 0 0,1 1 0,0-1 0,7 15 0,2 0 0,1-1 0,21 32 0,-28-50 0,1 0 0,0-1 0,1 0 0,0 0 0,0-1 0,1 0 0,0 0 0,0-1 0,12 7 0,-13-11 9,0 1-1,0-1 0,0 0 1,1-1-1,-1 0 1,1-1-1,14 2 0,63-3-461,-56-1-526,-3 0-5847</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1:35.935"/>
    </inkml:context>
    <inkml:brush xml:id="br0">
      <inkml:brushProperty name="width" value="0.035" units="cm"/>
      <inkml:brushProperty name="height" value="0.035" units="cm"/>
      <inkml:brushProperty name="color" value="#E71224"/>
    </inkml:brush>
  </inkml:definitions>
  <inkml:trace contextRef="#ctx0" brushRef="#br0">130 1 24575,'-2'15'0,"-1"1"0,0-1 0,0 1 0,-2-1 0,0 0 0,0-1 0,-2 1 0,0-1 0,-11 17 0,6-9 0,0 1 0,-10 30 0,15-26 0,1 0 0,1 0 0,-2 54 0,8 86 0,2-67 0,0-47 0,3-1 0,1 1 0,21 71 0,-17-91 0,0-1 0,2 0 0,33 57 0,-43-84-72,0 0 1,1-1-1,-1 0 0,1 1 0,0-1 0,0-1 0,0 1 0,1 0 1,-1-1-1,1 0 0,0 0 0,0 0 0,0-1 0,0 0 0,0 0 1,0 0-1,1-1 0,7 2 0,13 1-6754</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1:37.697"/>
    </inkml:context>
    <inkml:brush xml:id="br0">
      <inkml:brushProperty name="width" value="0.035" units="cm"/>
      <inkml:brushProperty name="height" value="0.035" units="cm"/>
      <inkml:brushProperty name="color" value="#E71224"/>
    </inkml:brush>
  </inkml:definitions>
  <inkml:trace contextRef="#ctx0" brushRef="#br0">0 49 24575,'1'5'0,"-1"-1"0,1 1 0,0 0 0,0-1 0,1 1 0,-1-1 0,1 1 0,0-1 0,0 0 0,0 0 0,5 6 0,38 45 0,-5-8 0,-33-37 0,0 0 0,1 0 0,0-1 0,1 1 0,0-2 0,0 0 0,1 0 0,20 12 0,-24-16 0,0-1 0,1 0 0,0 0 0,0-1 0,0 0 0,0 0 0,0 0 0,0-1 0,0 0 0,0-1 0,1 1 0,-1-2 0,0 1 0,0-1 0,1 0 0,7-2 0,-8 1 0,0 0 0,0-1 0,-1 1 0,1-1 0,-1-1 0,0 1 0,0-1 0,0-1 0,7-6 0,-1-1 0,-1-1 0,15-23 0,-9 12 0,16-20 0,-6 9 0,-2-1 0,24-44 0,-49 80 0,0 0 0,0 0 0,0 0 0,0 0 0,-1 0 0,1 0 0,0 0 0,0 0 0,0 0 0,0 0 0,0 0 0,0 0 0,0 0 0,0 0 0,0 0 0,0 0 0,0 0 0,0 0 0,0 0 0,0 0 0,0 0 0,0 0 0,0 0 0,0 0 0,0 0 0,0 0 0,0-1 0,0 1 0,0 0 0,0 0 0,0 0 0,0 0 0,0 0 0,0 0 0,0 0 0,0 0 0,0 0 0,0 0 0,0 0 0,0 0 0,0 0 0,0 0 0,0 0 0,0 0 0,0 0 0,0-1 0,0 1 0,-8 7 0,-8 11 0,-143 194 0,54-78 0,51-63 1,40-55-229,1 1 0,0 0 1,1 1-1,1 0 1,-17 38-1,20-31-6598</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1:39.106"/>
    </inkml:context>
    <inkml:brush xml:id="br0">
      <inkml:brushProperty name="width" value="0.035" units="cm"/>
      <inkml:brushProperty name="height" value="0.035" units="cm"/>
      <inkml:brushProperty name="color" value="#E71224"/>
    </inkml:brush>
  </inkml:definitions>
  <inkml:trace contextRef="#ctx0" brushRef="#br0">0 1 24575,'121'102'0,"-84"-68"0,-19-19 0,-1 1 0,0 1 0,-1 0 0,-1 2 0,-1-1 0,0 2 0,18 34 0,-23-29 0,0-1 0,-2 1 0,-1 0 0,0 1 0,2 46 0,-6 134 0,-5-104 0,2-81 0,-2 0 0,0 0 0,-2 0 0,0-1 0,-10 25 0,5-16 0,-9 48 0,12-34 0,-1 0 0,-3 0 0,-1-1 0,-30 67 0,8-25-31,-4 11 148,32-85-325,1-1 1,-1 1 0,-1-1 0,1 0-1,-2 0 1,-15 15 0,8-12-6619</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1:46.051"/>
    </inkml:context>
    <inkml:brush xml:id="br0">
      <inkml:brushProperty name="width" value="0.035" units="cm"/>
      <inkml:brushProperty name="height" value="0.035" units="cm"/>
      <inkml:brushProperty name="color" value="#E71224"/>
    </inkml:brush>
  </inkml:definitions>
  <inkml:trace contextRef="#ctx0" brushRef="#br0">217 502 24575,'4'0'0,"0"-1"0,0 0 0,0 0 0,-1-1 0,1 1 0,0-1 0,-1 0 0,1 0 0,-1 0 0,0-1 0,4-2 0,8-5 0,40-28 0,-2-2 0,84-81 0,-92 79 0,-28 25 0,-1-1 0,-1 0 0,0-1 0,13-24 0,-26 38 0,1 0 0,-1 1 0,0-1 0,0 0 0,0 0 0,0 0 0,-1 0 0,0 0 0,0-1 0,-1 1 0,1 0 0,-1-6 0,0 9 0,-1 0 0,1 0 0,-1 0 0,1 0 0,-1 0 0,0 0 0,0 0 0,0 0 0,0 0 0,0 1 0,0-1 0,0 0 0,-1 1 0,1-1 0,-1 1 0,1-1 0,-1 1 0,0 0 0,1-1 0,-1 1 0,0 0 0,0 0 0,0 0 0,0 0 0,0 1 0,0-1 0,0 1 0,0-1 0,0 1 0,0 0 0,0-1 0,-4 1 0,-11 1 0,-1-1 0,1 2 0,-1 1 0,1 0 0,-18 6 0,-2-1 0,-1 3 0,0 2 0,1 1 0,1 2 0,-67 40 0,50-27 0,8-9 0,32-15 0,1 1 0,0 0 0,-1 0 0,2 1 0,-20 15 0,29-20 0,-1 1 0,1 0 0,0-1 0,-1 1 0,1 0 0,1 0 0,-1 0 0,0 0 0,1 0 0,-1 1 0,1-1 0,0 0 0,0 1 0,1-1 0,-1 1 0,1-1 0,-1 1 0,1-1 0,0 1 0,1-1 0,-1 1 0,0-1 0,1 1 0,0-1 0,0 1 0,0-1 0,2 5 0,1-1 0,0 0 0,0 1 0,1-1 0,0-1 0,0 1 0,0-1 0,1 0 0,0 0 0,1-1 0,-1 1 0,1-2 0,0 1 0,12 6 0,-3-3 0,1 0 0,-1-1 0,1-1 0,0 0 0,26 4 0,-7-6-47,0-1 0,57-4 0,-45-1-1177,-21 2-5602</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1:49.211"/>
    </inkml:context>
    <inkml:brush xml:id="br0">
      <inkml:brushProperty name="width" value="0.035" units="cm"/>
      <inkml:brushProperty name="height" value="0.035" units="cm"/>
      <inkml:brushProperty name="color" value="#E71224"/>
    </inkml:brush>
  </inkml:definitions>
  <inkml:trace contextRef="#ctx0" brushRef="#br0">0 449 24575,'0'411'0,"0"-407"0,0 1 0,0 0 0,1 0 0,-1-1 0,1 1 0,0 0 0,0-1 0,1 1 0,-1-1 0,1 1 0,0-1 0,0 0 0,1 0 0,2 5 0,-2-7 0,-1 0 0,1 1 0,0-1 0,0 0 0,0 0 0,0 0 0,0-1 0,0 1 0,0-1 0,1 0 0,-1 1 0,1-2 0,-1 1 0,1 0 0,-1-1 0,1 1 0,-1-1 0,1 0 0,5-1 0,-2 0 0,1 0 0,-1 0 0,1-1 0,-1 0 0,0-1 0,0 1 0,0-1 0,7-5 0,53-34 0,-59 37 0,80-62 0,27-18 0,-26 31 14,171-76 0,114-17-381,-20 25-834,599-124 1,-779 218 2489,-140 24-1430,0 2 0,1 2 0,34 3 0,-49 0-6035</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4:19.265"/>
    </inkml:context>
    <inkml:brush xml:id="br0">
      <inkml:brushProperty name="width" value="0.035" units="cm"/>
      <inkml:brushProperty name="height" value="0.035" units="cm"/>
      <inkml:brushProperty name="color" value="#E71224"/>
    </inkml:brush>
  </inkml:definitions>
  <inkml:trace contextRef="#ctx0" brushRef="#br0">0 160 24575,'49'-3'0,"0"-3"0,-1-1 0,83-24 0,-75 16 0,0 3 0,68-6 0,248 14 0,-196 6 0,81 0 0,280-4 0,-268-13 0,81-1 0,382 15 0,-332 2 0,-147-16 0,-64 1 0,637 8 0,-462 9 0,153-3 0,-483 1 0,0 3 0,36 7 0,-32-4 0,55 3 0,-65-9 0,33 0 0,100 15 0,-88-7-16,0-3 0,127-6 0,-77-3-1301,-96 3-5509</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0:19.810"/>
    </inkml:context>
    <inkml:brush xml:id="br0">
      <inkml:brushProperty name="width" value="0.035" units="cm"/>
      <inkml:brushProperty name="height" value="0.035" units="cm"/>
      <inkml:brushProperty name="color" value="#E71224"/>
    </inkml:brush>
  </inkml:definitions>
  <inkml:trace contextRef="#ctx0" brushRef="#br0">1 554 24575,'12'0'0,"1"0"0,-1 0 0,1-1 0,-1-1 0,0 0 0,1 0 0,-1-1 0,0-1 0,-1 0 0,1-1 0,-1 0 0,22-13 0,-2-3 0,-18 13 0,-1-1 0,0 0 0,0-1 0,18-19 0,79-123 0,-103 145 0,-1-1 0,0 1 0,-1-1 0,0-1 0,0 1 0,-1 0 0,0-1 0,0 0 0,-1 0 0,2-13 0,-2 3 0,-1 0 0,0 0 0,-5-37 0,3 51 0,0 0 0,0 1 0,-1-1 0,1 1 0,-1-1 0,-4-6 0,6 10 0,0 0 0,0 1 0,-1-1 0,1 0 0,-1 0 0,1 1 0,0-1 0,-1 0 0,1 1 0,-1-1 0,0 1 0,1-1 0,-1 1 0,1-1 0,-1 1 0,0-1 0,1 1 0,-1-1 0,0 1 0,0 0 0,1-1 0,-1 1 0,0 0 0,0 0 0,1 0 0,-1-1 0,0 1 0,0 0 0,0 0 0,1 0 0,-1 0 0,0 1 0,0-1 0,0 0 0,1 0 0,-1 0 0,0 1 0,0-1 0,1 0 0,-1 1 0,0-1 0,1 0 0,-1 1 0,0-1 0,1 1 0,-1-1 0,0 2 0,-4 3 0,1 1 0,0-1 0,0 1 0,0 0 0,1 0 0,0 1 0,-3 10 0,-16 56 0,15-43 0,0 1 0,1 1 0,2-1 0,2 1 0,2 51 0,-3 32 0,-11-38 0,9-57 0,1 0 0,-2 21 0,4 144 0,3-132 0,1-71 0,0 1 0,1 0 0,1 1 0,1-1 0,8-20 0,42-95 0,-51 124 0,1 0 0,0 0 0,0 1 0,0 0 0,1-1 0,8-6 0,-13 13 0,0 0 0,1-1 0,-1 1 0,0 0 0,1 1 0,-1-1 0,1 0 0,-1 0 0,1 1 0,-1-1 0,1 0 0,-1 1 0,1 0 0,0-1 0,-1 1 0,1 0 0,1 0 0,-1 0 0,-1 1 0,1-1 0,-1 1 0,0 0 0,1-1 0,-1 1 0,0 0 0,0 0 0,0 0 0,1 0 0,-1 0 0,0 0 0,0 0 0,0 0 0,-1 1 0,1-1 0,0 0 0,0 1 0,-1-1 0,1 0 0,-1 1 0,2 2 0,2 11 0,-1-1 0,0 1 0,-1 0 0,-1 0 0,0 0 0,-1 0 0,-3 23 0,2 36 0,1-71-105,0 1 0,1-1 0,-1 1 0,1-1 0,0 0 0,0 1 0,0-1 0,0 0 0,1 0 0,-1 1 0,1-1 0,3 3 0,8 8-6721</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0:21.021"/>
    </inkml:context>
    <inkml:brush xml:id="br0">
      <inkml:brushProperty name="width" value="0.035" units="cm"/>
      <inkml:brushProperty name="height" value="0.035" units="cm"/>
      <inkml:brushProperty name="color" value="#E71224"/>
    </inkml:brush>
  </inkml:definitions>
  <inkml:trace contextRef="#ctx0" brushRef="#br0">220 0 24575,'-1'6'0,"0"0"0,-1 0 0,0 0 0,0 0 0,0-1 0,-1 1 0,0-1 0,0 0 0,-1 1 0,-3 4 0,-6 9 0,-34 57 0,20-33 0,-32 64 0,51-88 0,0 0 0,0 0 0,2 1 0,-5 25 0,10-36 0,0 0 0,1-1 0,0 1 0,0 0 0,1-1 0,0 1 0,0-1 0,1 1 0,0-1 0,1 0 0,0 1 0,7 13 0,0-4 0,0-1 0,2 0 0,0 0 0,16 16 0,-23-28-1,1 0 1,0 0-1,0-1 0,0 0 0,1 0 1,-1 0-1,1-1 0,0 0 0,11 3 0,3 0 37,41 4-1,-40-7-749,37 10 0,-39-7-6112</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0:23.435"/>
    </inkml:context>
    <inkml:brush xml:id="br0">
      <inkml:brushProperty name="width" value="0.035" units="cm"/>
      <inkml:brushProperty name="height" value="0.035" units="cm"/>
      <inkml:brushProperty name="color" value="#E71224"/>
    </inkml:brush>
  </inkml:definitions>
  <inkml:trace contextRef="#ctx0" brushRef="#br0">1 152 24575,'0'240'0,"0"-257"0,2-1 0,0 1 0,2 0 0,-1 0 0,2 0 0,9-22 0,3 0 0,31-55 0,-42 85 0,0 0 0,1 0 0,0 1 0,0 0 0,1 0 0,0 0 0,0 1 0,1 1 0,0-1 0,0 1 0,1 1 0,-1 0 0,1 0 0,1 1 0,-1 0 0,17-4 0,-25 8 0,0-1 0,-1 1 0,1 0 0,0 0 0,0 0 0,0 0 0,0 0 0,0 1 0,0-1 0,0 0 0,-1 1 0,1 0 0,0-1 0,0 1 0,0 0 0,1 1 0,-2-1 0,0-1 0,-1 1 0,1 0 0,0 0 0,-1 0 0,1 0 0,0 0 0,-1 0 0,0 0 0,1 0 0,-1 0 0,1 0 0,-1 0 0,0 0 0,0 0 0,1 0 0,-1 0 0,0 0 0,0 0 0,-1 2 0,1 1 0,-1 0 0,0 0 0,0 0 0,0 0 0,-1 0 0,0-1 0,1 1 0,-1-1 0,-1 1 0,1-1 0,0 1 0,-1-1 0,-4 4 0,-56 43 0,5-6 0,48-37 0,-2 3 0,13-8 0,8-2 0,-7-1 0,10-1 0,-1 0 0,1 1 0,0 0 0,0 0 0,15 3 0,-24-2 0,0 1 0,0-1 0,0 1 0,0 0 0,-1 0 0,1 0 0,0 0 0,-1 1 0,1-1 0,-1 1 0,0-1 0,1 1 0,-1 0 0,0 0 0,0 0 0,0 0 0,0 1 0,0-1 0,-1 0 0,1 1 0,-1-1 0,1 1 0,-1 0 0,0-1 0,0 1 0,0 0 0,0 3 0,1 2 0,0 0 0,-1 0 0,0 0 0,-1 1 0,0-1 0,0 0 0,0 0 0,-1 0 0,-1 0 0,1 0 0,-1 0 0,-1 0 0,1-1 0,-1 1 0,-1-1 0,-6 12 0,4-9 0,-2-1 0,1 0 0,-1 0 0,-1 0 0,1-1 0,-2 0 0,1-1 0,-1 0 0,0 0 0,-17 8 0,-39 15-1365,46-24-5461</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0:24.999"/>
    </inkml:context>
    <inkml:brush xml:id="br0">
      <inkml:brushProperty name="width" value="0.035" units="cm"/>
      <inkml:brushProperty name="height" value="0.035" units="cm"/>
      <inkml:brushProperty name="color" value="#E71224"/>
    </inkml:brush>
  </inkml:definitions>
  <inkml:trace contextRef="#ctx0" brushRef="#br0">206 0 24575,'0'493'0,"-3"-459"0,-1 1 0,-1 0 0,-19 61 0,17-75 0,-1-1 0,-19 37 0,-5 12 0,16-23 0,14-35 0,-1-1 0,-1 1 0,0-1 0,0 0 0,-1-1 0,0 1 0,-1-1 0,0 0 0,-9 10 0,1-3-1365,2-1-5461</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0:26.600"/>
    </inkml:context>
    <inkml:brush xml:id="br0">
      <inkml:brushProperty name="width" value="0.035" units="cm"/>
      <inkml:brushProperty name="height" value="0.035" units="cm"/>
      <inkml:brushProperty name="color" value="#E71224"/>
    </inkml:brush>
  </inkml:definitions>
  <inkml:trace contextRef="#ctx0" brushRef="#br0">288 1 24575,'0'2'0,"-1"1"0,1 0 0,-1-1 0,0 1 0,0-1 0,0 1 0,0-1 0,0 1 0,-1-1 0,1 0 0,-1 1 0,1-1 0,-5 4 0,-30 27 0,21-19 0,-8 8 0,1 2 0,2 1 0,0 0 0,-22 39 0,24-22 0,15-34 0,1 0 0,-1-1 0,-1 0 0,1 0 0,-7 9 0,-3-1 0,-13 19 0,25-33 0,0 1 0,0-1 0,0 1 0,0-1 0,0 1 0,1-1 0,-1 1 0,1-1 0,-1 1 0,1 0 0,0-1 0,-1 1 0,1 0 0,0-1 0,0 1 0,0 0 0,1 0 0,-1-1 0,1 3 0,-1-4 0,0 1 0,0-1 0,0 0 0,1 1 0,-1-1 0,0 1 0,0-1 0,1 0 0,-1 1 0,0-1 0,1 0 0,-1 1 0,1-1 0,-1 0 0,0 0 0,1 1 0,-1-1 0,1 0 0,-1 0 0,0 0 0,1 1 0,-1-1 0,1 0 0,-1 0 0,1 0 0,-1 0 0,1 0 0,-1 0 0,2 0 0,16-7 0,12-15 0,-22 16 0,0 0 0,0 0 0,1 1 0,-1 0 0,1 0 0,1 1 0,-1 0 0,0 1 0,1 0 0,0 0 0,-1 1 0,1 0 0,12 0 0,2 2 0,0 1 0,0 1 0,0 1 0,31 8 0,8-1-1365,-36-7-5461</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0:28.121"/>
    </inkml:context>
    <inkml:brush xml:id="br0">
      <inkml:brushProperty name="width" value="0.035" units="cm"/>
      <inkml:brushProperty name="height" value="0.035" units="cm"/>
      <inkml:brushProperty name="color" value="#E71224"/>
    </inkml:brush>
  </inkml:definitions>
  <inkml:trace contextRef="#ctx0" brushRef="#br0">0 0 24575,'6'6'0,"7"1"0,6 0 0,6-1 0,3-2 0,3-2 0,1 0 0,1-2 0,0 0 0,-1 0 0,0 0 0,0-1 0,0 1 0,-1 0 0,1 0 0,-6 0-8191</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0:34.350"/>
    </inkml:context>
    <inkml:brush xml:id="br0">
      <inkml:brushProperty name="width" value="0.035" units="cm"/>
      <inkml:brushProperty name="height" value="0.035" units="cm"/>
      <inkml:brushProperty name="color" value="#E71224"/>
    </inkml:brush>
  </inkml:definitions>
  <inkml:trace contextRef="#ctx0" brushRef="#br0">416 324 24575,'-16'0'0,"-1"1"0,1 1 0,0 0 0,0 1 0,1 1 0,-1 1 0,1 0 0,-1 1 0,1 0 0,-18 12 0,-10 6 0,21-10 0,-43 17 0,59-28 0,0 0 0,0 0 0,1 0 0,0 1 0,-1 0 0,1 0 0,1 0 0,-1 0 0,0 1 0,1 0 0,0 0 0,0 0 0,1 1 0,-1-1 0,1 1 0,1 0 0,-1 0 0,1 0 0,-3 10 0,2-7 0,2 0 0,-1-1 0,1 1 0,0 0 0,1 0 0,0 0 0,1 0 0,-1-1 0,2 1 0,-1 0 0,1 0 0,1-1 0,6 17 0,-7-22 0,0 0 0,0 0 0,0 0 0,0 0 0,1 0 0,0 0 0,-1-1 0,1 1 0,0-1 0,0 0 0,0 0 0,1 0 0,-1 0 0,0 0 0,1-1 0,-1 0 0,6 2 0,7 1 0,0-1 0,30 2 0,-4 0 0,-24-1 0,0-2 0,0 0 0,20-1 0,-29-1 0,-1-1 0,1-1 0,0 1 0,0-1 0,-1-1 0,1 0 0,-1 0 0,10-6 0,71-48 0,-87 58 0,-1-1 0,1 0 0,0 1 0,0-1 0,-1 1 0,1-1 0,0 1 0,-1 0 0,1-1 0,-1 1 0,1 0 0,-1 0 0,1 0 0,-1 1 0,1-1 0,-1 0 0,0 0 0,0 1 0,0-1 0,1 2 0,1 0 0,-1 0 0,1-1 0,0 1 0,-1-1 0,1 0 0,0 0 0,4 2 0,3-2 0,-1-1 0,1 0 0,0-1 0,-1 0 0,1-1 0,0 0 0,-1 0 0,1-1 0,-1 0 0,1 0 0,-1-1 0,0-1 0,0 0 0,0 0 0,12-8 0,-17 9 0,0 0 0,-1 0 0,0-1 0,0 1 0,0-1 0,0 0 0,0 0 0,-1 0 0,0 0 0,0 0 0,0-1 0,0 1 0,-1 0 0,1-1 0,-1 1 0,0-1 0,0-8 0,-1 11 0,0-1 0,0 1 0,-1-1 0,1 0 0,-1 1 0,1-1 0,-1 1 0,0-1 0,0 1 0,0-1 0,0 1 0,-1 0 0,1-1 0,-1 1 0,1 0 0,-1 0 0,0 0 0,0 0 0,1 1 0,-1-1 0,-1 0 0,1 1 0,0-1 0,0 1 0,-1 0 0,1 0 0,0 0 0,-1 0 0,1 0 0,-1 0 0,0 1 0,-2-1 0,-9-1 0,-25-6 0,38 8 0,-1 0 0,1 0 0,0-1 0,0 1 0,0-1 0,0 1 0,-1-1 0,1 1 0,0-1 0,0 0 0,0 0 0,0 1 0,0-1 0,0 0 0,1 0 0,-1 0 0,0 0 0,0 0 0,1 0 0,-1 0 0,0 0 0,1 0 0,-1-2 0,1 2 0,0 0 0,0-1 0,1 1 0,-1 0 0,1 0 0,-1 0 0,1 0 0,-1-1 0,1 1 0,0 0 0,-1 0 0,1 0 0,0 0 0,0 0 0,0 1 0,0-1 0,0 0 0,0 0 0,0 0 0,0 1 0,0-1 0,0 1 0,1-2 0,35-15 0,-27 13 0,18-9 0,0-2 0,-1-1 0,-1-1 0,0-1 0,-1-1 0,-1-2 0,22-24 0,-46 46 0,1-1 0,-1 1 0,1-1 0,-1 1 0,0 0 0,1-1 0,-1 1 0,0 0 0,0-1 0,1 1 0,-1 0 0,0 0 0,0-1 0,0 1 0,0 0 0,0 0 0,0-1 0,0 1 0,0 0 0,0 0 0,0-1 0,-1 1 0,1 0 0,-1 28 0,-7 162 0,7-183 0,0-1 0,-1 0 0,0 1 0,-1-1 0,1 0 0,-1 0 0,-1 0 0,1-1 0,-1 1 0,0-1 0,-8 9 0,151-197 0,-64 67 0,-54 80 0,3-8 0,27-70 0,-28 60 0,-6 6 0,-16 45 0,-1 0 0,1 0 0,-1 0 0,1 0 0,-1-1 0,0 1 0,1 0 0,-1 0 0,0 0 0,-1-1 0,1 1 0,0 0 0,-1 0 0,1 0 0,-1 0 0,1 0 0,-1-1 0,0 1 0,-2-2 0,3 4 0,-1 0 0,0 0 0,1 0 0,-1 0 0,0 0 0,1 0 0,-1 1 0,0-1 0,1 0 0,-1 0 0,0 1 0,1-1 0,-1 0 0,1 1 0,-1-1 0,1 1 0,-1-1 0,1 1 0,-1-1 0,1 1 0,-1-1 0,1 1 0,-1-1 0,1 1 0,0-1 0,-1 1 0,1 0 0,0-1 0,0 1 0,-1 1 0,-11 20 0,-40 134 0,16-41 0,20-73 0,7-22 0,2 0 0,0 0 0,1 1 0,-5 31 0,11-50 0,0 0 0,0 1 0,0-1 0,0 0 0,0 1 0,0-1 0,1 0 0,-1 0 0,1 0 0,0 1 0,-1-1 0,1 0 0,0 0 0,0 0 0,0 0 0,1 0 0,-1 0 0,0 0 0,1-1 0,3 4 0,-2-2 0,1-1 0,-1 0 0,1 0 0,0 0 0,0 0 0,0-1 0,0 0 0,0 1 0,0-1 0,7 0 0,4 1 0,0-2 0,0 0 0,0-1 0,0 0 0,23-6 0,-14 1-455,0 0 0,44-20 0,-47 16-6371</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0:35.613"/>
    </inkml:context>
    <inkml:brush xml:id="br0">
      <inkml:brushProperty name="width" value="0.035" units="cm"/>
      <inkml:brushProperty name="height" value="0.035" units="cm"/>
      <inkml:brushProperty name="color" value="#E71224"/>
    </inkml:brush>
  </inkml:definitions>
  <inkml:trace contextRef="#ctx0" brushRef="#br0">0 189 24575,'5'-1'0,"0"-1"0,0 0 0,0 0 0,-1 0 0,1 0 0,-1-1 0,0 0 0,0 1 0,6-7 0,11-5 0,5 1 0,1 1 0,1 1 0,43-10 0,44-17 0,-91 27-273,1 2 0,0 0 0,0 2 0,41-7 0,-41 12-6553</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0:36.857"/>
    </inkml:context>
    <inkml:brush xml:id="br0">
      <inkml:brushProperty name="width" value="0.035" units="cm"/>
      <inkml:brushProperty name="height" value="0.035" units="cm"/>
      <inkml:brushProperty name="color" value="#E71224"/>
    </inkml:brush>
  </inkml:definitions>
  <inkml:trace contextRef="#ctx0" brushRef="#br0">34 1 24575,'0'57'0,"-2"0"0,-15 80 0,11-99 0,2 0 0,1 0 0,2 0 0,1 0 0,2 1 0,10 53 0,-4-47 0,-1-6 0,12 43 0,-14-68 0,0-1 0,0 0 0,1 0 0,1-1 0,0 1 0,17 20 0,9 5-341,2-2 0,2-1-1,42 32 1,-56-50-6485</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0:39.317"/>
    </inkml:context>
    <inkml:brush xml:id="br0">
      <inkml:brushProperty name="width" value="0.035" units="cm"/>
      <inkml:brushProperty name="height" value="0.035" units="cm"/>
      <inkml:brushProperty name="color" value="#E71224"/>
    </inkml:brush>
  </inkml:definitions>
  <inkml:trace contextRef="#ctx0" brushRef="#br0">1 38 24575,'1'1'0,"1"-1"0,0 1 0,0 0 0,0 0 0,-1 0 0,1 0 0,-1 0 0,1 1 0,-1-1 0,1 0 0,-1 1 0,0-1 0,1 1 0,-1 0 0,0-1 0,0 1 0,0 0 0,0 0 0,0 2 0,3 3 0,12 23 0,-1 0 0,-2 2 0,13 44 0,-14-37 0,31 66 0,-36-90 0,-1-1 0,-1 1 0,0 0 0,-1 1 0,2 18 0,-8-60 0,-2 0 0,0 0 0,-2 1 0,-15-45 0,6 24 0,11 28 0,0 0 0,0 0 0,2 0 0,-1-29 0,3 38 0,0 0 0,1 0 0,0 0 0,0 0 0,1 0 0,0 0 0,1 0 0,0 1 0,0-1 0,1 1 0,5-9 0,-6 13 0,0 1 0,0-1 0,1 1 0,0 0 0,-1 0 0,1 0 0,0 0 0,1 1 0,-1-1 0,0 1 0,1 0 0,-1 1 0,1-1 0,0 1 0,-1-1 0,1 2 0,0-1 0,0 0 0,0 1 0,8 0 0,0 1 0,0 0 0,0 1 0,-1 0 0,1 1 0,-1 0 0,21 9 0,-27-10 0,-1 1 0,0 0 0,0 1 0,0-1 0,0 1 0,0 0 0,-1 0 0,1 1 0,-1-1 0,0 1 0,-1 0 0,1 0 0,-1 0 0,0 0 0,0 1 0,-1-1 0,1 1 0,-1 0 0,-1 0 0,1-1 0,0 10 0,0-7 0,-1 0 0,-1 0 0,0 0 0,0 0 0,-1 0 0,1 0 0,-2 0 0,1 0 0,-1 0 0,0-1 0,-1 1 0,0-1 0,0 1 0,-1-1 0,-6 11 0,0-6 0,0 0 0,0 0 0,-18 15 0,23-23 0,1 0 0,-1-1 0,0 1 0,0-1 0,0 0 0,-1 0 0,1-1 0,-1 1 0,1-1 0,-1-1 0,-10 3 0,16-4 0,0 0 0,-1 0 0,1 0 0,0 0 0,0 1 0,0-1 0,0 0 0,0 0 0,-1 0 0,1 0 0,0 0 0,0 0 0,0 0 0,0 0 0,-1 0 0,1 0 0,0 0 0,0 0 0,0 0 0,0 0 0,0-1 0,-1 1 0,1 0 0,0 0 0,0 0 0,0 0 0,0 0 0,0 0 0,0 0 0,-1 0 0,1 0 0,0 0 0,0-1 0,0 1 0,0 0 0,0 0 0,0 0 0,0 0 0,0 0 0,0-1 0,0 1 0,0 0 0,-1 0 0,1 0 0,0 0 0,0 0 0,0-1 0,0 1 0,0 0 0,0 0 0,0 0 0,0 0 0,0 0 0,0-1 0,1 1 0,-1 0 0,8-11 0,15-10 0,-23 21 0,21-14 0,0 0 0,0 2 0,36-15 0,-24 11 0,-21 11 0,0 0 0,1 1 0,0 0 0,-1 1 0,1 1 0,0 0 0,0 0 0,1 2 0,-1-1 0,0 2 0,0 0 0,15 2 0,-23-2 0,1 0 0,-1 0 0,1 1 0,-1 0 0,1 0 0,-1 0 0,0 0 0,0 1 0,0 0 0,0 0 0,-1 0 0,1 0 0,-1 1 0,0 0 0,0 0 0,0 0 0,0 0 0,-1 1 0,0 0 0,0-1 0,0 1 0,0 0 0,-1 0 0,0 1 0,0-1 0,0 0 0,-1 1 0,0-1 0,2 11 0,-4-11 0,1-1 0,0 1 0,-1 0 0,0-1 0,0 1 0,0-1 0,-1 1 0,0-1 0,0 0 0,0 0 0,0 1 0,0-1 0,-1-1 0,0 1 0,0 0 0,0-1 0,0 1 0,0-1 0,-1 0 0,1 0 0,-1 0 0,0-1 0,-7 4 0,-7 4 0,-1 0 0,-1-1 0,-35 10 0,16-6-273,0-2 0,0-2 0,-1-2 0,-73 4 0,86-11-6553</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0:41.341"/>
    </inkml:context>
    <inkml:brush xml:id="br0">
      <inkml:brushProperty name="width" value="0.035" units="cm"/>
      <inkml:brushProperty name="height" value="0.035" units="cm"/>
      <inkml:brushProperty name="color" value="#E71224"/>
    </inkml:brush>
  </inkml:definitions>
  <inkml:trace contextRef="#ctx0" brushRef="#br0">0 381 24575,'6'0'0,"-1"-1"0,0 0 0,0-1 0,0 1 0,0-1 0,-1 0 0,7-4 0,12-3 0,26-5 0,1 3 0,0 3 0,66-4 0,-56 6 0,104-21 0,1-22 0,-144 43 0,-1 0 0,0-2 0,0 0 0,-1-1 0,34-21 0,-51 29 0,0 0 0,0-1 0,0 1 0,0 0 0,0-1 0,-1 1 0,1-1 0,0 0 0,-1 0 0,1 1 0,-1-1 0,0 0 0,0 0 0,0 0 0,0-1 0,0 1 0,0 0 0,0 0 0,-1 0 0,1-1 0,-1 1 0,1 0 0,-1-1 0,0 1 0,0 0 0,0-1 0,0 1 0,-1 0 0,1-1 0,-1 1 0,1 0 0,-1 0 0,0-1 0,0 1 0,0 0 0,0 0 0,0 0 0,0 0 0,0 0 0,-1 0 0,1 0 0,-1 1 0,0-1 0,-2-2 0,-4-3 0,0 0 0,-1 1 0,0 0 0,0 0 0,0 1 0,-1 0 0,1 1 0,-18-6 0,12 6 0,0 0 0,0 2 0,0-1 0,0 2 0,-1 0 0,1 1 0,-26 2 0,41-2 0,0 0 0,0 0 0,-1 0 0,1 0 0,0 0 0,-1 0 0,1 0 0,0 0 0,0 1 0,-1-1 0,1 0 0,0 0 0,0 0 0,-1 0 0,1 0 0,0 1 0,0-1 0,0 0 0,-1 0 0,1 0 0,0 1 0,0-1 0,0 0 0,0 0 0,-1 1 0,1-1 0,0 0 0,0 0 0,0 1 0,0-1 0,0 0 0,0 0 0,0 1 0,0-1 0,0 0 0,0 1 0,0-1 0,0 0 0,0 0 0,0 1 0,0-1 0,0 0 0,0 1 0,0-1 0,0 0 0,0 0 0,0 1 0,1-1 0,-1 0 0,0 0 0,0 0 0,0 1 0,0-1 0,1 0 0,-1 0 0,0 1 0,0-1 0,0 0 0,1 0 0,-1 0 0,0 0 0,0 0 0,1 1 0,-1-1 0,0 0 0,1 0 0,17 12 0,-18-12 0,50 32 0,-26-16 0,1-1 0,36 17 0,-42-25 0,-1 1 0,0 1 0,-1 1 0,0 0 0,21 17 0,-35-23 0,1 0 0,-1 0 0,0 0 0,-1 0 0,1 0 0,-1 1 0,1-1 0,-1 1 0,-1-1 0,1 1 0,-1 0 0,1 0 0,-2 0 0,1 0 0,0 0 0,-1 0 0,0 0 0,0 0 0,0 0 0,-1 0 0,0 0 0,0 0 0,0-1 0,0 1 0,-3 5 0,-1 5 0,-1 0 0,-1-1 0,0 0 0,-1 0 0,-1-1 0,-17 22 0,-31 38-1365,43-50-5461</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0:42.726"/>
    </inkml:context>
    <inkml:brush xml:id="br0">
      <inkml:brushProperty name="width" value="0.035" units="cm"/>
      <inkml:brushProperty name="height" value="0.035" units="cm"/>
      <inkml:brushProperty name="color" value="#E71224"/>
    </inkml:brush>
  </inkml:definitions>
  <inkml:trace contextRef="#ctx0" brushRef="#br0">653 1 24575,'-14'1'0,"0"2"0,0 0 0,0 0 0,0 2 0,0-1 0,-23 13 0,24-11 0,-33 15 0,1 3 0,-66 45 0,85-51 0,1 1 0,1 0 0,1 2 0,-29 33 0,33-31 0,0 1 0,1 1 0,2 0 0,0 1 0,-12 32 0,11-27 0,11-22 0,1 0 0,0 1 0,0-1 0,1 1 0,-3 11 0,7-20 0,-1 1 0,1 0 0,0 0 0,0 0 0,-1 0 0,1-1 0,1 1 0,-1 0 0,0 0 0,0 0 0,1 0 0,-1-1 0,1 1 0,-1 0 0,1 0 0,0-1 0,-1 1 0,1-1 0,0 1 0,0 0 0,0-1 0,1 0 0,-1 1 0,0-1 0,0 0 0,1 1 0,-1-1 0,1 0 0,-1 0 0,1 0 0,0 0 0,-1 0 0,1-1 0,2 2 0,17 5 0,1 1 0,0-2 0,0-1 0,0-1 0,23 1 0,115-2 0,-132-3 0,-16-1 12,1 0 0,-1-1 0,1 0 0,-1-1 0,0 0 0,0-1 0,0 0 0,-1-1 0,19-11 0,-15 7-224,0-1 0,-1 0 0,0-2-1,-1 1 1,0-2 0,14-16 0,-11 8-6614</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0:44.189"/>
    </inkml:context>
    <inkml:brush xml:id="br0">
      <inkml:brushProperty name="width" value="0.035" units="cm"/>
      <inkml:brushProperty name="height" value="0.035" units="cm"/>
      <inkml:brushProperty name="color" value="#E71224"/>
    </inkml:brush>
  </inkml:definitions>
  <inkml:trace contextRef="#ctx0" brushRef="#br0">0 0 24575,'1'3'0,"0"1"0,0-1 0,0 0 0,0 0 0,0 0 0,1-1 0,-1 1 0,1 0 0,0 0 0,0-1 0,0 1 0,2 1 0,8 12 0,73 99 0,-23-35 0,-15-18 0,-30-41 0,0 1 0,-1 0 0,-2 1 0,0 1 0,-1 0 0,10 30 0,17 49 0,-28-80 0,-2 1 0,-1 1 0,-1 0 0,-1 0 0,-2 0 0,5 39 0,-7 8 0,-3 1 0,-3 0 0,-3-1 0,-3 0 0,-4-1 0,-23 77 0,16-96 0,-33 64 0,19-46 0,18-39 0,-2-2 0,-43 55 0,47-68-1365,0-3-5461</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0:46.183"/>
    </inkml:context>
    <inkml:brush xml:id="br0">
      <inkml:brushProperty name="width" value="0.035" units="cm"/>
      <inkml:brushProperty name="height" value="0.035" units="cm"/>
      <inkml:brushProperty name="color" value="#E71224"/>
    </inkml:brush>
  </inkml:definitions>
  <inkml:trace contextRef="#ctx0" brushRef="#br0">1 309 24575,'38'-2'0,"0"-2"0,0-2 0,68-20 0,-68 15 0,36-18 0,-49 18 0,0 1 0,0 2 0,1 0 0,32-4 0,-68 11 0,1 1 0,-1-1 0,0-1 0,1 0 0,0 0 0,-1-1 0,1 0 0,0-1 0,0 0 0,0 0 0,-13-9 0,8 4 0,0 0 0,0-1 0,1-1 0,0 0 0,1-1 0,-19-22 0,26 25 0,3 5 0,1 1 0,-1 0 0,0 0 0,0 0 0,0 0 0,0 0 0,-1 0 0,1 1 0,-1-1 0,1 1 0,-4-3 0,5 6 0,0-1 0,1 1 0,-1 0 0,1-1 0,-1 1 0,1 0 0,-1-1 0,1 1 0,0 0 0,-1 0 0,1 0 0,0 0 0,0-1 0,0 1 0,-1 0 0,1 0 0,0 0 0,0 0 0,0 0 0,1 1 0,-1 24 0,0-21 0,0 95 0,5 123 0,0-197-1365,1-5-5461</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0:48.206"/>
    </inkml:context>
    <inkml:brush xml:id="br0">
      <inkml:brushProperty name="width" value="0.035" units="cm"/>
      <inkml:brushProperty name="height" value="0.035" units="cm"/>
      <inkml:brushProperty name="color" value="#E71224"/>
    </inkml:brush>
  </inkml:definitions>
  <inkml:trace contextRef="#ctx0" brushRef="#br0">99 1026 24575,'1'-9'0,"0"-1"0,1 1 0,0 0 0,1-1 0,0 1 0,0 0 0,1 1 0,5-10 0,-3 5 0,0 0 0,6-23 0,4-71 0,-2 8 0,-6 47 0,-3 1 0,-2-1 0,-5-83 0,-1 30 0,4 64 0,1 16 0,-2 0 0,-1 1 0,-5-31 0,5 49 0,0 1 0,0 0 0,0 0 0,-1 0 0,0 0 0,0 0 0,0 0 0,-1 0 0,0 0 0,0 1 0,0-1 0,0 1 0,-1 0 0,1 0 0,-1 0 0,0 1 0,0-1 0,-1 1 0,1 0 0,-7-3 0,9 5 0,0 0 0,0 0 0,0 0 0,0 1 0,0-1 0,0 1 0,0-1 0,-1 1 0,1 0 0,0 0 0,0 0 0,0 0 0,0 0 0,-1 0 0,1 0 0,0 1 0,0-1 0,0 1 0,0 0 0,-4 1 0,3 1 0,0-1 0,0 0 0,0 1 0,0-1 0,1 1 0,-1 0 0,1 0 0,0 0 0,0 0 0,0 0 0,-2 5 0,-3 7 0,1 1 0,1 1 0,1-1 0,-4 20 0,1 24 0,2-1 0,6 121 0,2-64 0,-2-94 0,1 0 0,1-1 0,1 0 0,0 1 0,12 28 0,3-1 0,26 51 0,-42-95 0,0 0 0,0 0 0,1 0 0,-1 0 0,1 0 0,0 0 0,0-1 0,1 0 0,-1 0 0,1 0 0,0-1 0,6 4 0,-8-6 0,0 1 0,0-1 0,0 0 0,0 0 0,0 0 0,0-1 0,0 1 0,0-1 0,0 1 0,0-1 0,0 0 0,0 0 0,0-1 0,1 1 0,-1-1 0,0 1 0,0-1 0,0 0 0,0 0 0,-1-1 0,1 1 0,0 0 0,0-1 0,-1 0 0,4-2 0,2-3 0,0 0 0,0-1 0,-1 0 0,0 0 0,0-1 0,7-13 0,10-14 0,-21 33 0,-1 0 0,0 0 0,1 0 0,0 0 0,0 0 0,0 0 0,0 1 0,0 0 0,0-1 0,0 1 0,1 0 0,-1 1 0,1-1 0,7-2 0,-8 4 0,-1 0 0,1 0 0,0 0 0,0 1 0,0-1 0,0 1 0,0-1 0,0 1 0,-1 0 0,1 0 0,0 0 0,-1 1 0,1-1 0,-1 1 0,1-1 0,-1 1 0,0 0 0,1 0 0,-1 0 0,2 2 0,5 7 0,0-1 0,-1 1 0,0 0 0,10 21 0,-12-20 0,0-1 0,1-1 0,0 1 0,1-1 0,0-1 0,10 10 0,9 1-1365,-2-6-5461</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0:49.594"/>
    </inkml:context>
    <inkml:brush xml:id="br0">
      <inkml:brushProperty name="width" value="0.035" units="cm"/>
      <inkml:brushProperty name="height" value="0.035" units="cm"/>
      <inkml:brushProperty name="color" value="#E71224"/>
    </inkml:brush>
  </inkml:definitions>
  <inkml:trace contextRef="#ctx0" brushRef="#br0">162 1 24575,'-1'11'0,"0"-1"0,-1 1 0,0 0 0,-1-1 0,0 1 0,-1-1 0,0 0 0,0 0 0,-1 0 0,0-1 0,-8 11 0,-12 25 0,15-22 0,1 0 0,2 1 0,0 0 0,-5 35 0,-10 37 0,16-77 0,1 0 0,1 1 0,1-1 0,1 1 0,1 0 0,0 0 0,1 0 0,1-1 0,1 1 0,1 0 0,8 26 0,-9-40 0,1 0 0,0-1 0,1 0 0,-1 0 0,1 0 0,0 0 0,0 0 0,0-1 0,1 0 0,0 0 0,0 0 0,9 6 0,9 3 0,39 17 0,-58-28 0,22 9-682,37 11-1,-37-15-6143</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0:51.065"/>
    </inkml:context>
    <inkml:brush xml:id="br0">
      <inkml:brushProperty name="width" value="0.035" units="cm"/>
      <inkml:brushProperty name="height" value="0.035" units="cm"/>
      <inkml:brushProperty name="color" value="#E71224"/>
    </inkml:brush>
  </inkml:definitions>
  <inkml:trace contextRef="#ctx0" brushRef="#br0">285 1 24575,'-4'0'0,"0"1"0,0 0 0,0 0 0,-1 0 0,1 0 0,0 1 0,0-1 0,1 1 0,-1 0 0,0 0 0,0 1 0,1-1 0,0 1 0,-1 0 0,1-1 0,0 2 0,0-1 0,-2 4 0,-8 10 0,1 0 0,-14 29 0,12-21 0,-62 83 0,40-60 0,32-42 0,-1 1 0,1 0 0,1 0 0,-1 1 0,1-1 0,0 1 0,1 0 0,0-1 0,0 1 0,0 0 0,1 0 0,1 0 0,-1 1 0,1-1 0,0 0 0,1 0 0,0 0 0,1 0 0,-1 0 0,1 0 0,1-1 0,0 1 0,0 0 0,0-1 0,1 0 0,0 0 0,0 0 0,1 0 0,0-1 0,10 11 0,-9-11-54,1-1-1,0 1 0,0-1 1,1 0-1,-1-1 1,1 0-1,0 0 0,1-1 1,-1 0-1,0 0 1,1-1-1,0 0 0,-1 0 1,1-1-1,0 0 0,0-1 1,0 0-1,0 0 1,0-1-1,-1 0 0,1-1 1,0 0-1,-1 0 1,11-5-1,2 0-6771</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0:52.693"/>
    </inkml:context>
    <inkml:brush xml:id="br0">
      <inkml:brushProperty name="width" value="0.035" units="cm"/>
      <inkml:brushProperty name="height" value="0.035" units="cm"/>
      <inkml:brushProperty name="color" value="#E71224"/>
    </inkml:brush>
  </inkml:definitions>
  <inkml:trace contextRef="#ctx0" brushRef="#br0">0 0 24575,'7'1'0,"-1"0"0,1 0 0,-1 0 0,0 1 0,11 4 0,10 2 0,-7-2 0,0 0 0,-1 1 0,0 2 0,25 13 0,70 52 0,-27-17 0,-70-44 0,-1 1 0,-1 0 0,0 1 0,-1 0 0,0 1 0,-1 1 0,18 31 0,6 6 0,-18-28 0,-1 1 0,-1 1 0,-2 0 0,-1 1 0,21 61 0,-27-63 0,0 0 0,-2 0 0,-1 1 0,2 49 0,-9-41 0,-1-1 0,-2 1 0,-2-1 0,-1 0 0,-20 54 0,-52 139 0,62-169 11,13-40-355,-1-1 0,-1 0 0,-15 31 0,12-34-6482</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0:56.051"/>
    </inkml:context>
    <inkml:brush xml:id="br0">
      <inkml:brushProperty name="width" value="0.035" units="cm"/>
      <inkml:brushProperty name="height" value="0.035" units="cm"/>
      <inkml:brushProperty name="color" value="#E71224"/>
    </inkml:brush>
  </inkml:definitions>
  <inkml:trace contextRef="#ctx0" brushRef="#br0">0 0 24575,'0'663'-1365,"0"-637"-5461</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0:57.527"/>
    </inkml:context>
    <inkml:brush xml:id="br0">
      <inkml:brushProperty name="width" value="0.035" units="cm"/>
      <inkml:brushProperty name="height" value="0.035" units="cm"/>
      <inkml:brushProperty name="color" value="#E71224"/>
    </inkml:brush>
  </inkml:definitions>
  <inkml:trace contextRef="#ctx0" brushRef="#br0">0 2 24575,'79'-1'0,"77"2"0,-132 1 0,0 1 0,0 1 0,0 1 0,32 11 0,-20-4 0,-20-8 0,-1 2 0,1 0 0,28 16 0,-40-20 0,0 1 0,0 0 0,0 0 0,-1 0 0,1 1 0,-1-1 0,0 1 0,0 0 0,0 0 0,0 0 0,-1 0 0,0 0 0,0 1 0,0-1 0,0 1 0,-1-1 0,1 1 0,0 4 0,-1 13 0,0 0 0,-1 0 0,-1-1 0,-1 1 0,-1-1 0,-1 1 0,-11 32 0,11-39 0,2-6 8,-1 1 0,-1 0 0,0-1 0,0 0 0,-1 0 0,0 0 0,-1 0 0,0-1 0,0 0 0,-1 0 0,0-1 0,0 1 0,-1-2 0,-14 12 0,11-11-143,-1-1 0,0 1 0,1-2 0,-2 0 0,1 0 0,-1-1 0,0-1 0,1 0 0,-2 0 0,-23 0 0,10-2-6691</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0:58.679"/>
    </inkml:context>
    <inkml:brush xml:id="br0">
      <inkml:brushProperty name="width" value="0.035" units="cm"/>
      <inkml:brushProperty name="height" value="0.035" units="cm"/>
      <inkml:brushProperty name="color" value="#E71224"/>
    </inkml:brush>
  </inkml:definitions>
  <inkml:trace contextRef="#ctx0" brushRef="#br0">0 277 24575,'5'-5'0,"1"1"0,-1 0 0,1 1 0,-1-1 0,1 1 0,10-4 0,11-6 0,20-11 0,70-24 0,-7 4 0,158-59 0,-246 95-1365,-2 1-5461</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1:00.048"/>
    </inkml:context>
    <inkml:brush xml:id="br0">
      <inkml:brushProperty name="width" value="0.035" units="cm"/>
      <inkml:brushProperty name="height" value="0.035" units="cm"/>
      <inkml:brushProperty name="color" value="#E71224"/>
    </inkml:brush>
  </inkml:definitions>
  <inkml:trace contextRef="#ctx0" brushRef="#br0">301 1 24575,'-10'11'0,"1"1"0,-14 22 0,0 0 0,11-17 0,1 2 0,0-1 0,-7 22 0,11-24 0,-1 1 0,0-1 0,-2-1 0,1 1 0,-14 13 0,16-18 0,-1-1 0,2 1 0,-1 0 0,1 1 0,1-1 0,-6 19 0,6-16 0,0 0 0,-2-1 0,1 1 0,-14 18 0,17-28 0,-1 0 0,1 1 0,1-1 0,-1 1 0,0 0 0,1 0 0,-3 9 0,5-12 0,0-1 0,0 0 0,0 1 0,0-1 0,0 0 0,0 1 0,0-1 0,0 0 0,0 0 0,1 1 0,-1-1 0,1 0 0,-1 0 0,1 1 0,-1-1 0,1 0 0,0 0 0,0 0 0,-1 0 0,1 0 0,0 0 0,0 0 0,0 0 0,0 0 0,0-1 0,0 1 0,0 0 0,0-1 0,0 1 0,1 0 0,-1-1 0,0 0 0,0 1 0,1-1 0,-1 0 0,0 1 0,3-1 0,3 2 0,37 8 0,0 2 0,-1 2 0,0 2 0,44 24 0,-60-26 0,35 12 0,-41-17 0,0-1 0,0 2 0,26 17 0,-8-4-1365,-20-15-5461</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1:01.308"/>
    </inkml:context>
    <inkml:brush xml:id="br0">
      <inkml:brushProperty name="width" value="0.035" units="cm"/>
      <inkml:brushProperty name="height" value="0.035" units="cm"/>
      <inkml:brushProperty name="color" value="#E71224"/>
    </inkml:brush>
  </inkml:definitions>
  <inkml:trace contextRef="#ctx0" brushRef="#br0">0 0 24575,'1'3'0,"0"-1"0,0 0 0,0 1 0,1-1 0,-1 0 0,1 0 0,-1 0 0,1 0 0,0 0 0,0-1 0,-1 1 0,1 0 0,0-1 0,1 0 0,-1 1 0,4 1 0,0 1 0,32 19 0,0-2 0,76 29 0,17 9 0,-100-43 0,31 18 0,1-3 0,114 38 0,-156-61 0,-1 0 0,36 20 0,-40-19 0,-1-1 0,1 0 0,0-2 0,1 1 0,25 5 0,-17-9-682,42 0-1,-40-3-6143</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1:04.433"/>
    </inkml:context>
    <inkml:brush xml:id="br0">
      <inkml:brushProperty name="width" value="0.035" units="cm"/>
      <inkml:brushProperty name="height" value="0.035" units="cm"/>
      <inkml:brushProperty name="color" value="#E71224"/>
    </inkml:brush>
  </inkml:definitions>
  <inkml:trace contextRef="#ctx0" brushRef="#br0">0 124 24575,'4'-1'0,"-1"0"0,1-1 0,-1 1 0,1-1 0,-1 0 0,0 1 0,1-2 0,-1 1 0,0 0 0,0 0 0,4-6 0,23-14 0,78-32 0,-103 51 0,1 0 0,0 1 0,-1-1 0,1 1 0,0 0 0,1 1 0,-1-1 0,0 1 0,0 1 0,1-1 0,-1 1 0,12 1 0,-15-1 0,1 1 0,-1 0 0,0 0 0,1 0 0,-1 0 0,0 1 0,1-1 0,-1 1 0,0 0 0,0 0 0,0 0 0,-1 0 0,1 1 0,0-1 0,-1 1 0,0-1 0,1 1 0,-1 0 0,0 0 0,0 0 0,-1 0 0,1 0 0,2 7 0,-1 1 0,0 0 0,0 0 0,-1 0 0,-1 1 0,0-1 0,0 1 0,-1-1 0,-1 1 0,0-1 0,0 1 0,-1-1 0,-1 0 0,-6 19 0,-1-4 0,-1 0 0,-2-1 0,0 0 0,-24 32 0,35-54 0,0 1 0,0-1 0,0 1 0,0 0 0,0 0 0,1 0 0,0 0 0,-2 8 0,3-11 0,0 0 0,0 0 0,0-1 0,0 1 0,0 0 0,0 0 0,0 0 0,0-1 0,1 1 0,-1 0 0,0 0 0,0 0 0,1-1 0,-1 1 0,1 0 0,-1-1 0,0 1 0,1 0 0,-1-1 0,2 2 0,-1-1 0,0-1 0,1 1 0,-1-1 0,0 1 0,0-1 0,1 1 0,-1-1 0,1 0 0,-1 0 0,0 0 0,1 0 0,-1 0 0,0 0 0,1 0 0,-1 0 0,3-1 0,23-5 0,1-2 0,-1-1 0,0-1 0,-1-1 0,29-18 0,22-8 0,-21 11 0,51-20 0,-92 40 0,0 0 0,0-1 0,0-1 0,-1 0 0,19-15 0,-37 27 0,1-1 0,-1 1 0,1 0 0,0 0 0,0 0 0,0 1 0,-2 4 0,4-8 0,1 0 0,-1 1 0,0-1 0,1 0 0,-1 1 0,1-1 0,0 0 0,-1 1 0,1-1 0,0 1 0,0-1 0,0 1 0,0-1 0,0 0 0,0 1 0,0-1 0,0 1 0,1-1 0,-1 1 0,1-1 0,-1 0 0,1 1 0,-1-1 0,1 0 0,0 0 0,0 1 0,-1-1 0,1 0 0,0 0 0,0 0 0,0 0 0,0 0 0,1 0 0,-1 0 0,0 0 0,0-1 0,0 1 0,3 1 0,4 1 0,1 0 0,0 0 0,-1-1 0,1 0 0,0-1 0,0 0 0,0 0 0,0-1 0,0 0 0,15-2 0,8-3 0,48-13 0,-63 12 0,-1 0 0,0 0 0,23-14 0,29-13 0,-62 31 0,-1 0 0,0-1 0,1 0 0,-1 0 0,0 0 0,-1 0 0,1-1 0,-1 0 0,1 0 0,-1 0 0,0 0 0,-1-1 0,6-7 0,-8 10 0,0 0 0,0 0 0,0-1 0,0 1 0,0 0 0,-1-1 0,1 1 0,-1-1 0,1 1 0,-1-1 0,0 1 0,0-1 0,0 1 0,0-1 0,-1 1 0,1 0 0,-1-1 0,1 1 0,-1-1 0,0 1 0,0 0 0,0-1 0,0 1 0,0 0 0,-1 0 0,1 0 0,-1 0 0,1 0 0,-1 0 0,0 0 0,1 1 0,-1-1 0,0 1 0,-3-2 0,-1-2 0,-1 1 0,0 0 0,0 1 0,-1 0 0,1 0 0,-1 0 0,1 1 0,-1 0 0,0 0 0,0 1 0,-8 0 0,-17-1 0,-45 5 0,36-1 0,29-2-96,3 0 134,1 0 0,0 1 0,-1 0 0,1 0 0,-16 5 0,22-5-103,0 1 0,1-1 0,-1 1 0,1-1 0,-1 1 0,1 0 0,0-1-1,0 1 1,0 1 0,0-1 0,0 0 0,0 0 0,0 1 0,1-1 0,-1 1 0,1-1 0,0 1-1,0 0 1,0-1 0,0 1 0,0 0 0,0 5 0,-3 15-6761</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1:07.122"/>
    </inkml:context>
    <inkml:brush xml:id="br0">
      <inkml:brushProperty name="width" value="0.035" units="cm"/>
      <inkml:brushProperty name="height" value="0.035" units="cm"/>
      <inkml:brushProperty name="color" value="#E71224"/>
    </inkml:brush>
  </inkml:definitions>
  <inkml:trace contextRef="#ctx0" brushRef="#br0">1 192 24575,'43'0'0,"65"-2"0,-96 1 0,1-1 0,-1-1 0,0 1 0,0-2 0,0 0 0,17-8 0,-10 2 0,2-1 0,0 1 0,0 1 0,1 0 0,32-7 0,-34 11 0,0-1 0,0 0 0,-1-2 0,0 0 0,29-18 0,-47 25 0,0 1 0,0-1 0,0 1 0,0-1 0,0 1 0,0-1 0,-1 0 0,1 1 0,0-1 0,0 0 0,-1 0 0,1 1 0,-1-1 0,1 0 0,0 0 0,-1 0 0,0 0 0,1 0 0,-1 0 0,0 0 0,1-1 0,-1 1 0,0 0 0,-1 1 0,1-1 0,-1 0 0,1 1 0,-1-1 0,1 0 0,0 1 0,-1-1 0,0 1 0,1-1 0,-1 1 0,1 0 0,-1-1 0,0 1 0,1-1 0,-1 1 0,0 0 0,1 0 0,-1-1 0,-1 1 0,-45-7 0,33 6 0,1 1 0,-1 0 0,1 1 0,0 1 0,-25 6 0,31-6 0,1 0 0,0 0 0,0 1 0,0 0 0,1 1 0,-1-1 0,1 1 0,0 0 0,0 0 0,0 0 0,0 1 0,1 0 0,0 0 0,-5 7 0,-15 28 0,-29 68 0,6-13 0,40-80 0,0 0 0,0 1 0,2 0 0,0 0 0,0 0 0,2 0 0,0 1 0,1-1 0,0 1 0,2 0 0,2 27 0,-2-42 6,0 0 0,0 1 0,0-1 0,1 0 0,-1 1 0,1-1 0,0 0 0,0 0 0,0 1 0,0-1 0,0 0 0,0 0 0,0 0 0,1 0 0,-1 0 0,1-1 0,0 1 0,-1 0 0,4 2 0,-2-3-105,0 0 0,0 0 0,0 0 0,-1 0 0,1-1 0,0 1 0,0-1 0,0 1 0,0-1 0,0 0 0,0-1 0,0 1 0,0 0 0,6-2 0,12-3-6727</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1:08.861"/>
    </inkml:context>
    <inkml:brush xml:id="br0">
      <inkml:brushProperty name="width" value="0.035" units="cm"/>
      <inkml:brushProperty name="height" value="0.035" units="cm"/>
      <inkml:brushProperty name="color" value="#E71224"/>
    </inkml:brush>
  </inkml:definitions>
  <inkml:trace contextRef="#ctx0" brushRef="#br0">99 92 24575,'-6'6'0,"1"1"0,0-1 0,0 1 0,1 0 0,0 0 0,0 0 0,1 1 0,0-1 0,-5 16 0,2 4 0,-4 45 0,-4 15 0,8-60 0,0 0 0,-2 28 0,7-48 0,1 0 0,0 1 0,0-1 0,0 0 0,1 0 0,0 0 0,0 0 0,1 0 0,-1-1 0,2 1 0,-1 0 0,1-1 0,5 9 0,-2-5 0,2 0 0,-1-1 0,17 16 0,-20-22 0,1 0 0,-1 0 0,1-1 0,-1 1 0,1-1 0,0 0 0,0 0 0,0 0 0,0-1 0,0 0 0,8 1 0,-2-1 0,1 0 0,-1-1 0,1 0 0,-1-1 0,1 0 0,-1-1 0,0-1 0,0 1 0,0-2 0,0 0 0,0 0 0,0-1 0,-1 0 0,0 0 0,0-2 0,-1 1 0,0-1 0,0 0 0,14-15 0,-13 12 0,-2-1 0,1 0 0,-1 0 0,-1-1 0,0 0 0,0 0 0,-2-1 0,1 0 0,-1 0 0,-1 0 0,-1 0 0,0-1 0,0 1 0,-1-1 0,-1 0 0,-1-17 0,0 26 0,0 0 0,-1 1 0,0-1 0,0 0 0,0 0 0,0 1 0,-1-1 0,0 1 0,0-1 0,0 1 0,-1 0 0,-4-7 0,-1 2 0,0 1 0,0 0 0,-18-12 0,17 13 0,0 0 0,1 0 0,0-1 0,0 0 0,-8-10 0,-11-23 0,15 21 0,-24-30 0,30 43-341,0-1 0,0 0-1,-6-14 1,1 0-6485</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1:10.307"/>
    </inkml:context>
    <inkml:brush xml:id="br0">
      <inkml:brushProperty name="width" value="0.035" units="cm"/>
      <inkml:brushProperty name="height" value="0.035" units="cm"/>
      <inkml:brushProperty name="color" value="#E71224"/>
    </inkml:brush>
  </inkml:definitions>
  <inkml:trace contextRef="#ctx0" brushRef="#br0">1 176 24575,'11'13'0,"-1"0"0,0 1 0,15 30 0,-22-38 0,35 78 0,-29-60 0,2 0 0,18 31 0,-4-14 0,-17-26 0,0-1 0,1 0 0,21 23 0,-25-33 0,-1 1 0,1-2 0,0 1 0,0 0 0,0-1 0,0 0 0,1 0 0,-1-1 0,1 0 0,0 0 0,0 0 0,0 0 0,0-1 0,9 1 0,2-1 0,1-1 0,-1-1 0,1 0 0,-1-2 0,1 0 0,17-5 0,106-39 0,-96 30 0,514-153 0,-282 92 0,48-10 0,145-46 0,-451 128-117,111-44-1131,-108 39-5578</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1:54.376"/>
    </inkml:context>
    <inkml:brush xml:id="br0">
      <inkml:brushProperty name="width" value="0.035" units="cm"/>
      <inkml:brushProperty name="height" value="0.035" units="cm"/>
      <inkml:brushProperty name="color" value="#E71224"/>
    </inkml:brush>
  </inkml:definitions>
  <inkml:trace contextRef="#ctx0" brushRef="#br0">0 0 24575,'0'975'-1365,"0"-948"-5461</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1:55.867"/>
    </inkml:context>
    <inkml:brush xml:id="br0">
      <inkml:brushProperty name="width" value="0.035" units="cm"/>
      <inkml:brushProperty name="height" value="0.035" units="cm"/>
      <inkml:brushProperty name="color" value="#E71224"/>
    </inkml:brush>
  </inkml:definitions>
  <inkml:trace contextRef="#ctx0" brushRef="#br0">1 0 24575</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1:59.601"/>
    </inkml:context>
    <inkml:brush xml:id="br0">
      <inkml:brushProperty name="width" value="0.035" units="cm"/>
      <inkml:brushProperty name="height" value="0.035" units="cm"/>
      <inkml:brushProperty name="color" value="#E71224"/>
    </inkml:brush>
  </inkml:definitions>
  <inkml:trace contextRef="#ctx0" brushRef="#br0">342 0 24575,'2'53'0,"11"61"0,0-4 0,-12-93 0,0-1 0,-1 1 0,-1-1 0,0 1 0,-2-1 0,0 0 0,0 0 0,-2 0 0,0 0 0,0-1 0,-10 18 0,10-25 0,0 0 0,0 0 0,-1 0 0,0-1 0,0 0 0,-1 0 0,0-1 0,0 0 0,-1 0 0,1 0 0,-1-1 0,0-1 0,-1 1 0,1-1 0,-1 0 0,0-1 0,0 0 0,0-1 0,0 0 0,-18 2 0,18-2 0,0-2 0,-1 1 0,1-1 0,0-1 0,0 1 0,0-2 0,0 1 0,0-1 0,-8-3 0,13 3 0,0 0 0,1 0 0,0 0 0,-1 0 0,1 0 0,0 0 0,0-1 0,0 0 0,0 0 0,1 0 0,-1 0 0,1 0 0,0 0 0,0-1 0,0 1 0,0 0 0,0-1 0,1 0 0,0 0 0,0 1 0,0-1 0,0 0 0,0-5 0,0-3 0,0 0 0,1 0 0,1 0 0,0 0 0,1 0 0,0 0 0,1 0 0,0 0 0,7-16 0,0 4 0,1 1 0,1 1 0,22-34 0,-25 44 0,0-1 0,1 1 0,1 1 0,0 0 0,0 1 0,1 0 0,0 0 0,1 1 0,0 1 0,0 0 0,1 1 0,0 1 0,20-7 0,1-2 0,-21 9 0,-1 0 0,1 1 0,-1 0 0,1 1 0,27-4 0,-38 8 0,0 0 0,0 0 0,0 0 0,0 1 0,0-1 0,0 1 0,0 0 0,0-1 0,0 1 0,0 0 0,0 1 0,0-1 0,0 1 0,-1-1 0,1 1 0,-1 0 0,1 0 0,-1 0 0,0 0 0,0 0 0,1 0 0,-1 1 0,-1-1 0,1 1 0,0-1 0,-1 1 0,1 0 0,-1 0 0,0 0 0,0 0 0,0 0 0,0 0 0,0 3 0,2 7-136,-1 0-1,0-1 1,-1 1-1,0 0 1,-1 0-1,0 0 1,-1 0-1,0 0 0,-6 18 1,0-9-6690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2:04.131"/>
    </inkml:context>
    <inkml:brush xml:id="br0">
      <inkml:brushProperty name="width" value="0.035" units="cm"/>
      <inkml:brushProperty name="height" value="0.035" units="cm"/>
      <inkml:brushProperty name="color" value="#E71224"/>
    </inkml:brush>
  </inkml:definitions>
  <inkml:trace contextRef="#ctx0" brushRef="#br0">91 0 24575,'0'37'0,"-5"231"0,0-200 0,-26 130 0,22-154 0,2 1 0,2 0 0,1 70 0,3-97 0,0 0 0,-2 0 0,-5 19 0,5-25 0,0 0 0,1 1 0,0-1 0,1 1 0,0-1 0,1 1 0,2 19 0,-2-31 0,1-1 0,-1 1 0,0 0 0,0-1 0,0 1 0,0 0 0,0-1 0,1 1 0,-1-1 0,0 1 0,1 0 0,-1-1 0,0 1 0,1-1 0,-1 1 0,1-1 0,-1 1 0,1-1 0,-1 1 0,1-1 0,-1 0 0,1 1 0,0-1 0,-1 0 0,1 1 0,-1-1 0,1 0 0,0 0 0,-1 1 0,2-1 0,0 0 0,0 0 0,-1-1 0,1 1 0,0-1 0,-1 1 0,1-1 0,-1 1 0,1-1 0,0 0 0,-1 0 0,3-2 0,34-32 0,123-127 0,-154 155 0,0-1 0,0 0 0,-2-1 0,1 1 0,-1-1 0,0 0 0,0-1 0,-1 1 0,-1-1 0,0 1 0,0-1 0,2-12 0,-1-9 0,0-1 0,-2-51 0,-3 33 0,2 479 91,-3-191-1547,2-225-5370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2:07.455"/>
    </inkml:context>
    <inkml:brush xml:id="br0">
      <inkml:brushProperty name="width" value="0.035" units="cm"/>
      <inkml:brushProperty name="height" value="0.035" units="cm"/>
      <inkml:brushProperty name="color" value="#E71224"/>
    </inkml:brush>
  </inkml:definitions>
  <inkml:trace contextRef="#ctx0" brushRef="#br0">1 100 24575,'108'0'0,"-107"0"0,-1 0 0,0 0 0,1 0 0,-1-1 0,0 1 0,1 0 0,-1 0 0,0 0 0,1 0 0,-1-1 0,0 1 0,0 0 0,1 0 0,-1-1 0,0 1 0,0 0 0,0-1 0,1 1 0,-1 0 0,0 0 0,0-1 0,0 1 0,0 0 0,0-1 0,1 1 0,-1 0 0,0-1 0,0 1 0,0 0 0,0-1 0,0 1 0,0-1 0,0 1 0,0 0 0,0-1 0,-1 1 0,-1-23 0,0 0 0,3 20 0,0 1 0,1-1 0,-1 1 0,1-1 0,-1 1 0,1 0 0,0 0 0,0 0 0,0 0 0,0 0 0,0 0 0,0 1 0,1-1 0,-1 1 0,0-1 0,1 1 0,0 0 0,-1 0 0,1 0 0,0 0 0,-1 1 0,1-1 0,0 1 0,5-1 0,6-1 0,0 1 0,0 1 0,22 1 0,-27 0 0,0 1 0,0 0 0,0 0 0,0 1 0,-1 0 0,1 1 0,-1-1 0,1 2 0,-1-1 0,8 7 0,-11-7 0,0 0 0,0 0 0,-1 0 0,1 0 0,-1 1 0,0-1 0,0 1 0,-1 0 0,0 1 0,1-1 0,-2 0 0,1 1 0,-1 0 0,0-1 0,0 1 0,1 7 0,-1 1 0,-2 1 0,0 0 0,-1 0 0,0-1 0,-1 1 0,0-1 0,-1 1 0,-1-1 0,-1 0 0,0 0 0,0 0 0,-2-1 0,1 0 0,-2 0 0,-8 11 0,11-17 0,-1 0 0,1-1 0,-1 0 0,0-1 0,0 1 0,-1-1 0,1 0 0,-1-1 0,0 0 0,-1 0 0,1 0 0,-10 3 0,10-6 0,0 1 0,1-1 0,-1 0 0,0 0 0,0-1 0,0 0 0,0-1 0,0 1 0,0-1 0,0 0 0,0-1 0,0 0 0,1 0 0,-1 0 0,1-1 0,-8-4 0,7 3 0,0 0 0,0-1 0,1 0 0,0 0 0,0-1 0,0 1 0,1-1 0,-1-1 0,1 1 0,1-1 0,-1 0 0,1 0 0,0 0 0,1-1 0,0 1 0,-3-13 0,4 16 0,1 0 0,0-1 0,1 1 0,-1 0 0,1-1 0,0 1 0,0 0 0,0-1 0,0 1 0,1-1 0,0 1 0,0 0 0,0-1 0,1 1 0,-1 0 0,1 0 0,0 0 0,0 0 0,0 0 0,1 1 0,-1-1 0,1 1 0,0-1 0,0 1 0,0 0 0,0 0 0,1 0 0,-1 1 0,1-1 0,0 1 0,7-4 0,34-14-455,2 3 0,54-14 0,-64 21-6371</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2:08.875"/>
    </inkml:context>
    <inkml:brush xml:id="br0">
      <inkml:brushProperty name="width" value="0.035" units="cm"/>
      <inkml:brushProperty name="height" value="0.035" units="cm"/>
      <inkml:brushProperty name="color" value="#E71224"/>
    </inkml:brush>
  </inkml:definitions>
  <inkml:trace contextRef="#ctx0" brushRef="#br0">458 0 24575,'-33'20'0,"1"1"0,-43 37 0,30-23 0,-183 161 0,224-192 0,-1 1 0,1-1 0,0 1 0,0 0 0,0 0 0,1 0 0,-1 0 0,2 1 0,-1-1 0,-2 8 0,4-11 0,1 0 0,-1 1 0,1-1 0,0 0 0,0 0 0,0 1 0,0-1 0,0 0 0,0 0 0,1 1 0,-1-1 0,1 0 0,0 0 0,-1 0 0,1 0 0,0 0 0,0 0 0,0 0 0,1 0 0,-1 0 0,0 0 0,1-1 0,-1 1 0,1 0 0,0-1 0,-1 1 0,1-1 0,0 0 0,0 0 0,0 0 0,2 2 0,9 2 0,-1 0 0,1-1 0,0 0 0,0-1 0,0 0 0,20 1 0,31 8 0,-33-4-119,-1 1-193,0-1 1,1-2-1,36 3 1,-39-8-6515</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2:10.243"/>
    </inkml:context>
    <inkml:brush xml:id="br0">
      <inkml:brushProperty name="width" value="0.035" units="cm"/>
      <inkml:brushProperty name="height" value="0.035" units="cm"/>
      <inkml:brushProperty name="color" value="#E71224"/>
    </inkml:brush>
  </inkml:definitions>
  <inkml:trace contextRef="#ctx0" brushRef="#br0">1 2 24575,'90'-2'0,"103"4"0,-167 1 0,0 1 0,39 10 0,-53-11 0,-1 1 0,0 0 0,0 1 0,0 0 0,-1 1 0,1 0 0,17 15 0,-8-4-1365,-3-2-5461</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2:19.569"/>
    </inkml:context>
    <inkml:brush xml:id="br0">
      <inkml:brushProperty name="width" value="0.035" units="cm"/>
      <inkml:brushProperty name="height" value="0.035" units="cm"/>
      <inkml:brushProperty name="color" value="#E71224"/>
    </inkml:brush>
  </inkml:definitions>
  <inkml:trace contextRef="#ctx0" brushRef="#br0">1 1 24575,'65'0'0,"-1"3"0,1 3 0,-1 3 0,105 28 0,43 30 0,-207-64 0,0-1 0,0 1 0,0-1 0,0 1 0,0 1 0,-1-1 0,0 1 0,1 0 0,-1 0 0,0 0 0,-1 0 0,1 1 0,-1-1 0,0 1 0,0 0 0,-1 0 0,1 0 0,-1 0 0,0 1 0,0-1 0,-1 1 0,0-1 0,0 1 0,0-1 0,0 1 0,-1 0 0,0-1 0,0 1 0,-1 0 0,0-1 0,0 1 0,0 0 0,0-1 0,-1 0 0,0 1 0,0-1 0,-3 6 0,-5 4 0,-1-1 0,-1 0 0,0 0 0,0-1 0,-1-1 0,-1 0 0,0-1 0,-19 12 0,-2-3 0,0-1 0,-61 22 0,74-32 0,21-7 0,5-2 0,41-9 0,-19 3 0,-19 5 0,16-3 0,-1 2 0,39-1 0,-55 3 0,0 0 0,0 1 0,0 0 0,0 0 0,0 1 0,-1-1 0,1 1 0,0 1 0,-1-1 0,1 1 0,-1 0 0,0 0 0,0 0 0,0 1 0,5 4 0,-4-2 0,-1 0 0,1 1 0,-1 0 0,-1 0 0,1 0 0,-1 0 0,0 1 0,-1 0 0,0 0 0,0 0 0,-1 0 0,3 16 0,-4-18 0,0 0 0,-1 0 0,0 0 0,-1 0 0,1-1 0,-1 1 0,0 0 0,0 0 0,-1 0 0,1-1 0,-2 1 0,1-1 0,0 1 0,-1-1 0,0 0 0,0 0 0,-1 0 0,1 0 0,-6 4 0,-7 7 0,-1-2 0,0 0 0,-1 0 0,-1-2 0,0 0 0,-1-2 0,0 0 0,0-1 0,-1-1 0,0-1 0,-1 0 0,0-2 0,-30 4 0,49-9 0,-37 1 0,38-1 0,0 0 0,-1 0 0,1 0 0,0-1 0,0 1 0,-1-1 0,1 1 0,0-1 0,0 0 0,0 0 0,0 0 0,0 0 0,-4-3 0,6 3 0,0 1 0,-1-1 0,1 0 0,0 1 0,0-1 0,0 1 0,0-1 0,0 0 0,-1 1 0,1-1 0,0 0 0,0 1 0,1-1 0,-1 1 0,0-1 0,0 0 0,0 1 0,0-1 0,0 1 0,1-1 0,-1 0 0,0 1 0,1-1 0,-1 1 0,0-1 0,1 1 0,-1-1 0,0 1 0,1-1 0,-1 1 0,1 0 0,-1-1 0,2 0 0,18-16 0,-19 17 0,46-31 0,101-48 0,-93 52 0,76-49 0,-65 37 0,-48 30 0,0-1 0,-1-2 0,25-19 0,-38 27 0,-1 1 0,1 0 0,0 0 0,0 1 0,8-5 0,-11 7 0,0-1 0,0 1 0,0 0 0,-1 0 0,1-1 0,0 1 0,0 0 0,0 0 0,0 0 0,0 0 0,0 0 0,0 0 0,0 0 0,0 0 0,-1 0 0,1 1 0,0-1 0,0 0 0,0 0 0,0 1 0,0-1 0,-1 1 0,1-1 0,0 1 0,0-1 0,-1 1 0,1-1 0,0 1 0,-1 0 0,1-1 0,-1 1 0,1 0 0,0 0 0,-1-1 0,0 1 0,1 0 0,-1 0 0,1 1 0,9 22 0,-7-14 0,1-1 0,0 0 0,1-1 0,8 15 0,-10-20 0,-1-1 0,1 1 0,0 0 0,0-1 0,0 1 0,0-1 0,0 0 0,0 0 0,1 0 0,-1-1 0,0 1 0,1-1 0,0 0 0,-1 0 0,1 0 0,4 0 0,-4 0 0,0-1 0,0 0 0,1 0 0,-1 0 0,0-1 0,0 0 0,0 0 0,1 0 0,-1 0 0,0 0 0,0-1 0,-1 0 0,1 1 0,0-2 0,0 1 0,-1 0 0,0-1 0,1 1 0,-1-1 0,0 0 0,3-4 0,-2 2 0,1-1 0,-1 0 0,0 0 0,0-1 0,0 1 0,-1-1 0,0 1 0,0-1 0,-1 0 0,0 0 0,1-9 0,-1 8 0,-1 0 0,-1 0 0,1 0 0,-1 0 0,0 1 0,-1-1 0,0 0 0,0 0 0,-1 0 0,0 1 0,0-1 0,-1 1 0,0-1 0,0 1 0,-1 0 0,0 0 0,0 1 0,0-1 0,-1 1 0,0 0 0,0 0 0,-1 0 0,0 1 0,0 0 0,0 0 0,0 0 0,-1 1 0,0 0 0,-13-6 0,6 5 0,-16-8 0,30 12 0,-1 1 0,1 0 0,0-1 0,-1 1 0,1 0 0,0-1 0,-1 1 0,1-1 0,0 1 0,0-1 0,-1 1 0,1-1 0,0 1 0,0-1 0,0 1 0,0-1 0,0 1 0,0-1 0,0 1 0,0-1 0,0 1 0,0-1 0,0 1 0,0-1 0,0 1 0,0-1 0,0 1 0,0-1 0,0 1 0,1-1 0,-1 1 0,0 0 0,0-1 0,1 1 0,-1-1 0,0 1 0,1-1 0,-1 1 0,0 0 0,1-1 0,-1 1 0,1 0 0,-1-1 0,0 1 0,1 0 0,-1 0 0,1 0 0,-1-1 0,1 1 0,-1 0 0,1 0 0,0 0 0,156-115-1365,-127 96-5461</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2:20.903"/>
    </inkml:context>
    <inkml:brush xml:id="br0">
      <inkml:brushProperty name="width" value="0.035" units="cm"/>
      <inkml:brushProperty name="height" value="0.035" units="cm"/>
      <inkml:brushProperty name="color" value="#E71224"/>
    </inkml:brush>
  </inkml:definitions>
  <inkml:trace contextRef="#ctx0" brushRef="#br0">1 488 24575,'3'0'0,"0"0"0,1 1 0,-1-1 0,0 1 0,0 0 0,1 0 0,-1 0 0,0 0 0,0 1 0,0-1 0,0 1 0,-1 0 0,1 0 0,3 2 0,32 38 0,-16-17 0,-13-16 0,0 0 0,-1 1 0,-1-1 0,0 1 0,0 1 0,-1-1 0,0 1 0,-1 0 0,0 1 0,5 19 0,-9-29 0,-1 1 0,1 0 0,0 0 0,0-1 0,0 1 0,0-1 0,0 1 0,1-1 0,-1 1 0,1-1 0,-1 0 0,1 0 0,0 1 0,0-1 0,0-1 0,3 3 0,-3-3 0,0 0 0,1-1 0,-1 1 0,0-1 0,0 0 0,1 0 0,-1 0 0,0 0 0,1 0 0,-1 0 0,0-1 0,1 1 0,-1-1 0,0 1 0,0-1 0,0 0 0,1 0 0,-1 0 0,3-2 0,4-2 0,0 0 0,0-1 0,-1 0 0,0 0 0,0-1 0,0 0 0,0 0 0,9-13 0,0-5 0,24-42 0,7-11 0,3-2 0,12-16 0,-51 83 0,0 1 0,1 1 0,0 0 0,1 1 0,0 0 0,1 1 0,29-13 0,30-21 0,-25 14 0,-32 19 0,0 0 0,29-25 0,-31 23 24,1 0 1,1 2-1,29-16 0,7-4-1486,-33 17-5364</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2:22.067"/>
    </inkml:context>
    <inkml:brush xml:id="br0">
      <inkml:brushProperty name="width" value="0.035" units="cm"/>
      <inkml:brushProperty name="height" value="0.035" units="cm"/>
      <inkml:brushProperty name="color" value="#E71224"/>
    </inkml:brush>
  </inkml:definitions>
  <inkml:trace contextRef="#ctx0" brushRef="#br0">88 1 24575,'0'10'0,"0"10"0,-5 6 0,-2 4 0,-5 3 0,-1 0 0,3 0 0,2 1 0,3-2 0,2 1 0,2-1 0,0-1 0,2 0 0,-1 1 0,-5-6 0,-2 3 0,1 14 0,0-2-8191</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2:23.035"/>
    </inkml:context>
    <inkml:brush xml:id="br0">
      <inkml:brushProperty name="width" value="0.035" units="cm"/>
      <inkml:brushProperty name="height" value="0.035" units="cm"/>
      <inkml:brushProperty name="color" value="#E71224"/>
    </inkml:brush>
  </inkml:definitions>
  <inkml:trace contextRef="#ctx0" brushRef="#br0">0 1 24575,'0'11'0,"0"19"0,0 10 0,0 9 0,0 7 0,0-1 0,0-5 0,0-5 0,0-4 0,0-5 0,0-3 0,0-2 0,0 0 0,0-1 0,0 1 0,0-1 0,0-4-8191</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2:24.212"/>
    </inkml:context>
    <inkml:brush xml:id="br0">
      <inkml:brushProperty name="width" value="0.035" units="cm"/>
      <inkml:brushProperty name="height" value="0.035" units="cm"/>
      <inkml:brushProperty name="color" value="#E71224"/>
    </inkml:brush>
  </inkml:definitions>
  <inkml:trace contextRef="#ctx0" brushRef="#br0">0 0 24575</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2:25.235"/>
    </inkml:context>
    <inkml:brush xml:id="br0">
      <inkml:brushProperty name="width" value="0.035" units="cm"/>
      <inkml:brushProperty name="height" value="0.035" units="cm"/>
      <inkml:brushProperty name="color" value="#E71224"/>
    </inkml:brush>
  </inkml:definitions>
  <inkml:trace contextRef="#ctx0" brushRef="#br0">1 0 24575</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2:27.213"/>
    </inkml:context>
    <inkml:brush xml:id="br0">
      <inkml:brushProperty name="width" value="0.035" units="cm"/>
      <inkml:brushProperty name="height" value="0.035" units="cm"/>
      <inkml:brushProperty name="color" value="#E71224"/>
    </inkml:brush>
  </inkml:definitions>
  <inkml:trace contextRef="#ctx0" brushRef="#br0">1 1 24575,'910'0'-1365,"-883"0"-5461</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2:29.175"/>
    </inkml:context>
    <inkml:brush xml:id="br0">
      <inkml:brushProperty name="width" value="0.035" units="cm"/>
      <inkml:brushProperty name="height" value="0.035" units="cm"/>
      <inkml:brushProperty name="color" value="#E71224"/>
    </inkml:brush>
  </inkml:definitions>
  <inkml:trace contextRef="#ctx0" brushRef="#br0">1 1 24575,'0'5'0,"0"7"0,0 7 0,0 6 0,0 4 0,0 2 0,0 1 0,0 0 0,0 1 0,0-1 0,0 1 0,0-1 0,0-1 0,0 1 0,0-1 0,0 0 0,0-4-8191</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2:30.840"/>
    </inkml:context>
    <inkml:brush xml:id="br0">
      <inkml:brushProperty name="width" value="0.035" units="cm"/>
      <inkml:brushProperty name="height" value="0.035" units="cm"/>
      <inkml:brushProperty name="color" value="#E71224"/>
    </inkml:brush>
  </inkml:definitions>
  <inkml:trace contextRef="#ctx0" brushRef="#br0">32 0 24575,'-3'5'0,"0"0"0,0-1 0,0 1 0,0 0 0,1 0 0,-1 0 0,2 1 0,-1-1 0,0 1 0,1-1 0,0 1 0,0 5 0,-1 8 0,1-1 0,1 25 0,1-40 0,-1 1 0,1 0 0,0-1 0,0 1 0,0 0 0,0-1 0,1 1 0,0-1 0,-1 0 0,1 1 0,0-1 0,1 0 0,-1 0 0,0 0 0,1-1 0,0 1 0,0 0 0,-1-1 0,1 0 0,4 3 0,7 2 0,0 1 0,0-2 0,25 9 0,-18-8 0,23 8 0,-32-12 0,0 0 0,-1 1 0,1 1 0,-1 0 0,0 0 0,11 8 0,-19-11 0,-1 1 0,1-1 0,0 1 0,-1 0 0,1 0 0,-1 0 0,0 0 0,0 0 0,0 0 0,-1 1 0,1-1 0,-1 1 0,0-1 0,1 1 0,-2 0 0,1-1 0,0 1 0,-1 0 0,0-1 0,0 1 0,0 0 0,0 0 0,0-1 0,-2 7 0,-1 10 0,-1 1 0,-1-1 0,-12 32 0,13-42 0,-1 0 0,0 0 0,-1-1 0,0 0 0,0 0 0,-1 0 0,-1-1 0,-12 12 0,10-11-114,0-1 1,0 0-1,-1-1 0,0 0 0,0 0 1,0-2-1,-1 1 0,0-1 0,0-1 1,0 0-1,-17 2 0,2-2-6712</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2:32.252"/>
    </inkml:context>
    <inkml:brush xml:id="br0">
      <inkml:brushProperty name="width" value="0.035" units="cm"/>
      <inkml:brushProperty name="height" value="0.035" units="cm"/>
      <inkml:brushProperty name="color" value="#E71224"/>
    </inkml:brush>
  </inkml:definitions>
  <inkml:trace contextRef="#ctx0" brushRef="#br0">0 222 24575,'6'-6'0,"6"-6"0,7-7 0,5 0 0,5 3 0,-4-1 0,0 3 0,-4-3 0,-1-3 0,2 2 0,3 4 0,1 4 0,3 4 0,1 3 0,1 2 0,-4-4 0,-8-7 0,-6-1-8191</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2:34.082"/>
    </inkml:context>
    <inkml:brush xml:id="br0">
      <inkml:brushProperty name="width" value="0.035" units="cm"/>
      <inkml:brushProperty name="height" value="0.035" units="cm"/>
      <inkml:brushProperty name="color" value="#E71224"/>
    </inkml:brush>
  </inkml:definitions>
  <inkml:trace contextRef="#ctx0" brushRef="#br0">187 1 24575,'-1'0'0,"-1"1"0,1-1 0,-1 1 0,1 0 0,0 0 0,-1-1 0,1 1 0,0 0 0,-1 0 0,1 0 0,0 0 0,0 1 0,0-1 0,0 0 0,0 0 0,0 1 0,-1 1 0,-14 26 0,15-28 0,-19 44 0,16-35 0,0 0 0,0-1 0,-1 1 0,0-1 0,0 0 0,-1 0 0,-1-1 0,1 0 0,-1 0 0,-14 12 0,1-7 0,-12 12 0,32-25 0,0 1 0,0-1 0,-1 1 0,1 0 0,0-1 0,0 1 0,0-1 0,0 1 0,0 0 0,0-1 0,0 1 0,0 0 0,0-1 0,0 1 0,1-1 0,-1 1 0,0 0 0,0-1 0,0 1 0,1-1 0,-1 1 0,0-1 0,1 1 0,-1-1 0,1 1 0,-1-1 0,0 1 0,1-1 0,-1 1 0,1-1 0,-1 0 0,1 1 0,-1-1 0,1 0 0,1 1 0,22 14 0,-21-13 0,13 5 0,0 0 0,1-1 0,0-1 0,0-1 0,0 0 0,22 1 0,-16-1 0,1 0 0,36 12 0,-31-6 0,0-2 0,0-2 0,1 0 0,0-2 0,0-1 0,0-1 0,33-3 0,-91 1 0,0 0 0,0 1 0,-50 8 0,47 0-682,-60 25-1,60-20-6143</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2:35.513"/>
    </inkml:context>
    <inkml:brush xml:id="br0">
      <inkml:brushProperty name="width" value="0.035" units="cm"/>
      <inkml:brushProperty name="height" value="0.035" units="cm"/>
      <inkml:brushProperty name="color" value="#E71224"/>
    </inkml:brush>
  </inkml:definitions>
  <inkml:trace contextRef="#ctx0" brushRef="#br0">1 2 24575,'16'0'0,"19"-1"0,0 1 0,0 2 0,0 1 0,0 2 0,58 16 0,-54-10 0,79 12 0,-107-20 0,1 0 0,-1 1 0,1 0 0,-1 1 0,-1 0 0,1 1 0,10 8 0,-9-7 0,0 1 0,1-2 0,0 0 0,22 7 0,87 5-1365,-101-11-5461</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2:43.717"/>
    </inkml:context>
    <inkml:brush xml:id="br0">
      <inkml:brushProperty name="width" value="0.035" units="cm"/>
      <inkml:brushProperty name="height" value="0.035" units="cm"/>
      <inkml:brushProperty name="color" value="#E71224"/>
    </inkml:brush>
  </inkml:definitions>
  <inkml:trace contextRef="#ctx0" brushRef="#br0">120 1 24575,'3'1'0,"0"0"0,0 1 0,-1 0 0,1-1 0,-1 1 0,0 0 0,1 0 0,-1 0 0,0 1 0,0-1 0,3 5 0,10 10 0,-6-11 0,-1 1 0,0 1 0,0 0 0,-1 0 0,12 16 0,-16-18 0,1 1 0,-1-1 0,-1 1 0,1 0 0,-1 0 0,0 0 0,-1 0 0,0 0 0,1 14 0,0 31 0,-7 85 0,4-130 0,0-1 0,-1 0 0,0 0 0,0 0 0,0 0 0,-1 0 0,0 0 0,-7 9 0,-36 43 0,9-12 0,-89 121 0,125-167 0,0 1 0,0 0 0,0 0 0,1 0 0,-1 0 0,0 0 0,0 0 0,1 0 0,-1 1 0,1-1 0,-1 0 0,1 0 0,0 0 0,-1 1 0,1-1 0,0 0 0,0 0 0,0 1 0,0-1 0,0 0 0,0 0 0,0 1 0,1 1 0,-1-2 0,1 0 0,0 0 0,0 0 0,0 0 0,0 0 0,0 0 0,0 0 0,1 0 0,-1-1 0,0 1 0,0 0 0,1-1 0,-1 1 0,0-1 0,1 1 0,-1-1 0,3 1 0,10 1 0,-1-1 0,1-1 0,21-1 0,-22 1 0,4 0 0,0-1 0,1 0 0,-1-2 0,0 0 0,0-1 0,-1 0 0,33-14 0,28-9 0,-54 20 0,41-18 0,-29 9 0,-16 8 0,-1 0 0,-1-1 0,27-19 0,-40 26 0,-1 0 0,0 0 0,0-1 0,-1 0 0,1 1 0,0-1 0,-1 0 0,0 0 0,0-1 0,0 1 0,0 0 0,0-1 0,0 1 0,-1-1 0,0 0 0,0 1 0,0-1 0,0 0 0,0 0 0,-1 1 0,0-1 0,0 0 0,0 0 0,0-5 0,-6-3 0,-1 18 0,-2 22 0,5-7 0,1 1 0,1-1 0,1 1 0,1 0 0,1-1 0,1 1 0,0-1 0,9 30 0,-9-46 0,0 1 0,1-1 0,-1 0 0,1 0 0,0 0 0,1 0 0,-1-1 0,1 1 0,0-1 0,0 0 0,0 0 0,1 0 0,-1-1 0,1 1 0,0-1 0,0 0 0,0-1 0,0 1 0,7 1 0,-1 0 0,1-1 0,-1 0 0,1-1 0,0-1 0,-1 0 0,1 0 0,0-1 0,16-2 0,-22 1 0,0 0 0,0 0 0,1 0 0,-1-1 0,-1 0 0,1-1 0,0 1 0,0-1 0,-1 0 0,0-1 0,0 1 0,0-1 0,0 0 0,0 0 0,-1 0 0,1-1 0,-1 0 0,0 0 0,-1 0 0,1 0 0,-1 0 0,0-1 0,0 0 0,-1 1 0,0-1 0,0 0 0,0 0 0,-1 0 0,0-1 0,0 1 0,0-10 0,0 9 0,-1 0 0,0 0 0,-1 0 0,1 0 0,-1 0 0,-1 0 0,1 1 0,-1-1 0,0 1 0,-1-1 0,0 1 0,0-1 0,0 1 0,-1 0 0,1 1 0,-1-1 0,-1 1 0,1-1 0,-1 1 0,0 1 0,0-1 0,-1 1 0,1 0 0,-1 0 0,0 0 0,0 1 0,0 0 0,-10-4 0,4 4 1,-1 1-1,1 0 1,-24 1-1,21 0 21,0 0-1,-27-5 1,39 6-111,-1-1 1,1 0 0,-1-1-1,1 1 1,-1-1 0,1 1 0,0-1-1,-1 0 1,1-1 0,0 1-1,1 0 1,-1-1 0,0 1 0,1-1-1,-5-5 1,-2-10-6737</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2:49.170"/>
    </inkml:context>
    <inkml:brush xml:id="br0">
      <inkml:brushProperty name="width" value="0.035" units="cm"/>
      <inkml:brushProperty name="height" value="0.035" units="cm"/>
      <inkml:brushProperty name="color" value="#E71224"/>
    </inkml:brush>
  </inkml:definitions>
  <inkml:trace contextRef="#ctx0" brushRef="#br0">1 1 24575,'18'2'0,"0"0"0,-1 2 0,1 0 0,-1 1 0,32 13 0,-29-10 0,248 113 0,-43-17 0,-14-5 0,-161-75 0,-20-7 0,28 20 0,-19-12 0,-22-13-19,30 26 0,-25-18-1308,-8-9-5499</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2:54.491"/>
    </inkml:context>
    <inkml:brush xml:id="br0">
      <inkml:brushProperty name="width" value="0.035" units="cm"/>
      <inkml:brushProperty name="height" value="0.035" units="cm"/>
      <inkml:brushProperty name="color" value="#E71224"/>
    </inkml:brush>
  </inkml:definitions>
  <inkml:trace contextRef="#ctx0" brushRef="#br0">1 1 24575,'-1'80'0,"3"90"0,-2-167 0,1 0 0,-1 0 0,0-1 0,1 1 0,-1 0 0,1 0 0,0-1 0,0 1 0,0 0 0,1-1 0,-1 1 0,0-1 0,1 1 0,0-1 0,0 0 0,-1 0 0,5 4 0,-4-5 0,0 0 0,1 0 0,-1 0 0,1 0 0,-1 0 0,1 0 0,-1 0 0,1-1 0,-1 1 0,1-1 0,-1 0 0,1 0 0,-1 0 0,1 0 0,5-1 0,1-1 0,-1-1 0,1 1 0,0-2 0,-1 1 0,1-1 0,-1-1 0,0 1 0,0-1 0,11-10 0,8-5 0,1 2 0,0 0 0,2 2 0,0 2 0,57-20 0,-18 6 0,-58 24-273,1 0 0,-1 1 0,1 0 0,18-1 0,-6 2-6553</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2:55.946"/>
    </inkml:context>
    <inkml:brush xml:id="br0">
      <inkml:brushProperty name="width" value="0.035" units="cm"/>
      <inkml:brushProperty name="height" value="0.035" units="cm"/>
      <inkml:brushProperty name="color" value="#E71224"/>
    </inkml:brush>
  </inkml:definitions>
  <inkml:trace contextRef="#ctx0" brushRef="#br0">0 0 24575,'0'6'0,"0"6"0,0 12 0,0 8 0,0 3 0,0 1 0,0 1 0,0-2 0,0-7-8191</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2:57.036"/>
    </inkml:context>
    <inkml:brush xml:id="br0">
      <inkml:brushProperty name="width" value="0.035" units="cm"/>
      <inkml:brushProperty name="height" value="0.035" units="cm"/>
      <inkml:brushProperty name="color" value="#E71224"/>
    </inkml:brush>
  </inkml:definitions>
  <inkml:trace contextRef="#ctx0" brushRef="#br0">1 0 24575,'0'6'0,"0"6"0,5 7 0,2 11 0,0 6 0,-2 1 0,-1 1 0,-2-2 0,-1-1 0,0-1 0,-1-1 0,0-1 0,-1-1 0,1 1 0,0-7-8191</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2:58.411"/>
    </inkml:context>
    <inkml:brush xml:id="br0">
      <inkml:brushProperty name="width" value="0.035" units="cm"/>
      <inkml:brushProperty name="height" value="0.035" units="cm"/>
      <inkml:brushProperty name="color" value="#E71224"/>
    </inkml:brush>
  </inkml:definitions>
  <inkml:trace contextRef="#ctx0" brushRef="#br0">1 0 24575,'0'472'0,"0"-470"-57,-1 4-130,1 0 0,1 0 0,-1 0 1,1 0-1,0 0 0,2 6 0,4 2-6639</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2:59.199"/>
    </inkml:context>
    <inkml:brush xml:id="br0">
      <inkml:brushProperty name="width" value="0.035" units="cm"/>
      <inkml:brushProperty name="height" value="0.035" units="cm"/>
      <inkml:brushProperty name="color" value="#E71224"/>
    </inkml:brush>
  </inkml:definitions>
  <inkml:trace contextRef="#ctx0" brushRef="#br0">1 0 24575</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2:59.975"/>
    </inkml:context>
    <inkml:brush xml:id="br0">
      <inkml:brushProperty name="width" value="0.035" units="cm"/>
      <inkml:brushProperty name="height" value="0.035" units="cm"/>
      <inkml:brushProperty name="color" value="#E71224"/>
    </inkml:brush>
  </inkml:definitions>
  <inkml:trace contextRef="#ctx0" brushRef="#br0">0 0 24575</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3:05.277"/>
    </inkml:context>
    <inkml:brush xml:id="br0">
      <inkml:brushProperty name="width" value="0.035" units="cm"/>
      <inkml:brushProperty name="height" value="0.035" units="cm"/>
      <inkml:brushProperty name="color" value="#E71224"/>
    </inkml:brush>
  </inkml:definitions>
  <inkml:trace contextRef="#ctx0" brushRef="#br0">2 78 24575,'-1'101'0,"3"112"0,-1-208 0,0 1 0,1-1 0,0 1 0,-1-1 0,2 0 0,-1 1 0,1-1 0,-1 0 0,1-1 0,1 1 0,-1 0 0,1-1 0,-1 0 0,1 0 0,1 0 0,-1 0 0,0-1 0,1 0 0,8 5 0,-6-4 0,1 0 0,-1 0 0,0-1 0,1-1 0,0 1 0,0-1 0,-1 0 0,1-1 0,0 0 0,0 0 0,0-1 0,1 0 0,9-2 0,-5 0 0,0-1 0,0 0 0,0-1 0,0-1 0,0 0 0,-1-1 0,0 0 0,0-1 0,-1 0 0,15-12 0,-20 13 0,0 1 0,0-1 0,0-1 0,-1 1 0,0-1 0,0 0 0,-1 0 0,0 0 0,0-1 0,-1 1 0,0-1 0,0 0 0,-1 0 0,0 0 0,0 0 0,-1-1 0,1-16 0,-2 20 0,-1-1 0,0 0 0,0 1 0,0-1 0,-1 0 0,0 1 0,0-1 0,0 1 0,-1 0 0,1 0 0,-1 0 0,-1 0 0,1 0 0,0 1 0,-1 0 0,0-1 0,-6-4 0,-8-5 0,0 0 0,-39-23 0,55 36 0,-56-27 0,46 23 0,-1-1 0,1 0 0,0-1 0,1 0 0,-21-17 0,26 19 5,-1 1-1,1-1 1,-1 1 0,0 0-1,0 1 1,-8-4-1,-10-4-1401,8 1-5429</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3:06.742"/>
    </inkml:context>
    <inkml:brush xml:id="br0">
      <inkml:brushProperty name="width" value="0.035" units="cm"/>
      <inkml:brushProperty name="height" value="0.035" units="cm"/>
      <inkml:brushProperty name="color" value="#E71224"/>
    </inkml:brush>
  </inkml:definitions>
  <inkml:trace contextRef="#ctx0" brushRef="#br0">264 1 24575,'-1'5'0,"-1"0"0,0 1 0,0-1 0,-1 0 0,1 0 0,-1 0 0,0-1 0,-7 8 0,1 2 0,-20 32 0,-58 68 0,76-101 0,-8 7 0,1 2 0,1 0 0,-23 39 0,39-58 0,0-1 0,0 1 0,1-1 0,-1 1 0,1 0 0,-1-1 0,1 1 0,0 0 0,0-1 0,0 1 0,0 0 0,0-1 0,1 1 0,0 0 0,-1-1 0,1 1 0,0-1 0,0 1 0,0-1 0,0 1 0,1-1 0,-1 0 0,1 1 0,-1-1 0,1 0 0,0 0 0,0 0 0,2 1 0,7 8 0,1-2 0,0 1 0,23 12 0,-24-15 0,20 11-273,0-1 0,0-2 0,2-1 0,46 14 0,-58-23-6553</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3:08.139"/>
    </inkml:context>
    <inkml:brush xml:id="br0">
      <inkml:brushProperty name="width" value="0.035" units="cm"/>
      <inkml:brushProperty name="height" value="0.035" units="cm"/>
      <inkml:brushProperty name="color" value="#E71224"/>
    </inkml:brush>
  </inkml:definitions>
  <inkml:trace contextRef="#ctx0" brushRef="#br0">0 1 24575,'41'0'0,"14"0"0,56 6 0,-92-4 0,0 2 0,-1 0 0,1 1 0,-1 1 0,0 0 0,30 16 0,-35-15 0,0-1 0,1 0 0,-1-2 0,1 1 0,0-2 0,1 0 0,14 2 0,13-2 0,47-3 0,-83 0 0,3-1-273,1 2 0,-1-1 0,1 1 0,8 2 0,3 4-6553</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3:14.717"/>
    </inkml:context>
    <inkml:brush xml:id="br0">
      <inkml:brushProperty name="width" value="0.035" units="cm"/>
      <inkml:brushProperty name="height" value="0.035" units="cm"/>
      <inkml:brushProperty name="color" value="#E71224"/>
    </inkml:brush>
  </inkml:definitions>
  <inkml:trace contextRef="#ctx0" brushRef="#br0">285 1 24575,'-6'1'0,"1"1"0,-1 0 0,1 0 0,-1 0 0,1 1 0,0 0 0,-8 5 0,3-1 0,-3 1 0,0 0 0,0 1 0,1 1 0,1 0 0,-1 0 0,2 1 0,-1 1 0,2 0 0,-1 0 0,2 1 0,0 0 0,-13 27 0,6-9 0,0 1 0,-13 37 0,24-58 0,1 1 0,1-1 0,-1 1 0,2 0 0,0 0 0,0 0 0,2 14 0,-1-23 0,1 1 0,-1-1 0,1 0 0,0 0 0,0 0 0,0 0 0,0 0 0,1 0 0,-1 0 0,1 0 0,0-1 0,0 1 0,0 0 0,0-1 0,0 0 0,1 1 0,-1-1 0,1 0 0,-1 0 0,1-1 0,0 1 0,0 0 0,-1-1 0,1 0 0,0 1 0,1-1 0,-1 0 0,0-1 0,0 1 0,5 0 0,12 1 0,0 0 0,0-2 0,-1 0 0,21-3 0,-8 1 0,-25 2 0,-1-1 0,1 1 0,0-2 0,-1 1 0,1-1 0,0 1 0,-1-2 0,0 1 0,0-1 0,0 0 0,0 0 0,0-1 0,0 1 0,-1-1 0,0-1 0,0 1 0,0-1 0,0 0 0,-1 0 0,1 0 0,-1-1 0,-1 1 0,1-1 0,-1 0 0,4-10 0,9-22 0,22-41 0,-36 74 7,1-1 0,-1 1-1,0-1 1,0 0 0,-1 1-1,0-1 1,0 0-1,0 0 1,-1 0 0,1 0-1,-1 0 1,-1 0 0,1 0-1,-1 0 1,0 0 0,-1 0-1,-3-10 1,2 8-113,0 1 0,-1 0 0,0 0 0,0 0 0,0 1 0,-1 0-1,0-1 1,0 1 0,-1 1 0,1-1 0,-1 1 0,-1 0 0,-6-4 0,-13-5-6720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3:17.087"/>
    </inkml:context>
    <inkml:brush xml:id="br0">
      <inkml:brushProperty name="width" value="0.035" units="cm"/>
      <inkml:brushProperty name="height" value="0.035" units="cm"/>
      <inkml:brushProperty name="color" value="#E71224"/>
    </inkml:brush>
  </inkml:definitions>
  <inkml:trace contextRef="#ctx0" brushRef="#br0">1 278 24575,'0'379'0,"-1"-374"0,1 1 0,1-1 0,-1 0 0,1 1 0,0-1 0,0 0 0,0 0 0,1 1 0,0-1 0,3 6 0,-4-10 0,0 1 0,0-1 0,1 0 0,-1 1 0,0-1 0,1 0 0,-1 0 0,1 0 0,0 0 0,-1 0 0,1 0 0,0 0 0,0 0 0,-1-1 0,1 1 0,0-1 0,0 1 0,0-1 0,0 0 0,0 0 0,0 0 0,0 0 0,0 0 0,-1 0 0,1 0 0,0-1 0,0 1 0,0-1 0,0 1 0,0-1 0,2-1 0,8-3 0,-1-1 0,0 0 0,-1-1 0,1 0 0,-1-1 0,-1 0 0,1-1 0,-1 0 0,12-15 0,-9 10 0,1 0 0,1 1 0,19-14 0,-18 15 0,-1 0 0,0-1 0,-1 0 0,13-17 0,-13 15 0,0 0 0,1 1 0,21-17 0,-2 6 0,38-38 0,-54 49 0,1 0 0,1 2 0,0 0 0,0 1 0,37-14 0,32-19 0,39-21 0,-77 41 0,38-13 0,-58 27 0,52-29 0,-40 19-1365,-22 14-5461</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3:48.244"/>
    </inkml:context>
    <inkml:brush xml:id="br0">
      <inkml:brushProperty name="width" value="0.035" units="cm"/>
      <inkml:brushProperty name="height" value="0.035" units="cm"/>
      <inkml:brushProperty name="color" value="#E71224"/>
    </inkml:brush>
  </inkml:definitions>
  <inkml:trace contextRef="#ctx0" brushRef="#br0">0 405 24575,'3'0'0,"-1"-1"0,0 1 0,0-1 0,0 1 0,1-1 0,-1 0 0,0 0 0,0 0 0,0-1 0,0 1 0,-1 0 0,1-1 0,0 1 0,0-1 0,-1 0 0,2-1 0,27-37 0,-17 22 0,129-186 0,-133 191 0,0-1 0,1 1 0,1 0 0,0 1 0,15-12 0,-23 20 0,1 1 0,0 0 0,0 0 0,1 0 0,-1 0 0,1 1 0,-1 0 0,1 0 0,0 0 0,0 0 0,0 1 0,0 0 0,0 0 0,0 0 0,0 1 0,0-1 0,0 1 0,0 0 0,1 1 0,5 1 0,-8-1 0,-1 0 0,1 0 0,-1 0 0,1 1 0,-1-1 0,0 1 0,0 0 0,0-1 0,0 1 0,0 0 0,0 0 0,0 1 0,0-1 0,-1 0 0,1 1 0,-1-1 0,0 0 0,0 1 0,0 0 0,0-1 0,0 1 0,-1 0 0,1-1 0,0 5 0,1 8 0,-1 0 0,0 1 0,-2 17 0,0-20 0,0 14 0,-2 0 0,-2 0 0,-9 36 0,9-42 0,2-9 0,0-1 0,0 0 0,-6 13 0,7-20 0,0 0 0,-1 0 0,1 0 0,-1-1 0,0 1 0,0-1 0,0 1 0,0-1 0,-1 0 0,1 0 0,-8 4 0,-4 0 0,12-6 0,0 0 0,1 0 0,-1 1 0,1-1 0,-1 0 0,1 1 0,0-1 0,0 1 0,-1 0 0,1 0 0,0 0 0,-3 4 0,5-5 0,0-1 0,0 1 0,0-1 0,0 0 0,0 1 0,0-1 0,0 1 0,0-1 0,0 0 0,0 1 0,0-1 0,0 1 0,0-1 0,0 0 0,0 1 0,0-1 0,0 0 0,1 1 0,-1-1 0,0 1 0,0-1 0,1 0 0,-1 1 0,0-1 0,0 0 0,1 0 0,-1 1 0,0-1 0,1 0 0,-1 0 0,0 1 0,1-1 0,-1 0 0,0 0 0,1 0 0,-1 0 0,0 1 0,1-1 0,-1 0 0,1 0 0,-1 0 0,0 0 0,1 0 0,-1 0 0,1 0 0,-1 0 0,0 0 0,1 0 0,0-1 0,22 1 0,14-8 0,-24 5 0,0 0 0,1 1 0,-1 0 0,1 1 0,14 0 0,-25 1 0,0 1 0,-1-1 0,1 1 0,0-1 0,-1 1 0,1 0 0,0 0 0,-1 0 0,1 0 0,-1 0 0,0 1 0,1-1 0,-1 1 0,0 0 0,0-1 0,0 1 0,0 0 0,0 0 0,0 0 0,-1 1 0,1-1 0,-1 0 0,1 1 0,-1-1 0,0 1 0,0-1 0,0 1 0,0-1 0,0 1 0,0 4 0,2 24 0,-1 1 0,-1 0 0,-2 0 0,-6 42 0,5-60 0,-1 0 0,0 0 0,-1-1 0,-1 1 0,0-1 0,-1 0 0,-12 20 0,-60 79 0,76-109 0,-17 19 0,-2-2 0,0 0 0,-2-1 0,0-1 0,-1-1 0,-32 17 0,47-28 0,0-1 0,0-1 0,-1 0 0,1 0 0,-1-1 0,0 0 0,0 0 0,0-1 0,-18 1 0,27-3 0,1 0 0,0 0 0,-1 0 0,1 0 0,0 0 0,-1 0 0,1 0 0,0 0 0,-1 0 0,1 0 0,0 0 0,-1 0 0,1 0 0,0-1 0,-1 1 0,1 0 0,0 0 0,0 0 0,-1 0 0,1-1 0,0 1 0,0 0 0,-1 0 0,1-1 0,0 1 0,0 0 0,0-1 0,-1 1 0,1 0 0,0 0 0,0-1 0,0 1 0,0 0 0,0-1 0,0 1 0,0 0 0,-1-1 0,1 1 0,0 0 0,0-1 0,0 1 0,1 0 0,-1-1 0,0 1 0,0 0 0,0-1 0,0 1 0,0 0 0,0-1 0,0 1 0,1 0 0,-1-1 0,0 1 0,0 0 0,0 0 0,1-1 0,-1 1 0,0 0 0,0 0 0,1-1 0,-1 1 0,16-17 0,385-338 0,-353 310 0,67-58 0,-111 99 0,0 0 0,1 0 0,-1 0 0,1 1 0,0-1 0,9-3 0,-13 7 0,-1-1 0,1 1 0,0 0 0,0 0 0,0 0 0,0-1 0,0 1 0,0 0 0,0 0 0,-1 0 0,1 0 0,0 1 0,0-1 0,0 0 0,0 0 0,0 0 0,0 1 0,-1-1 0,1 0 0,1 1 0,-1 1 0,0-1 0,1 0 0,-1 0 0,0 1 0,0-1 0,-1 0 0,1 1 0,0-1 0,0 1 0,-1-1 0,1 1 0,-1-1 0,1 1 0,-1 0 0,1 2 0,2 64 0,-4-55 0,1 1 0,1 0 0,0-1 0,1 1 0,5 22 0,-5-33 0,-1 0 0,0 0 0,1 0 0,-1 0 0,1 0 0,0 0 0,0-1 0,0 1 0,0-1 0,1 0 0,-1 1 0,1-1 0,-1 0 0,1 0 0,0-1 0,0 1 0,-1 0 0,1-1 0,0 0 0,1 0 0,-1 0 0,0 0 0,0 0 0,0 0 0,1-1 0,-1 0 0,0 0 0,5 0 0,1 0 0,0-1 0,-1-1 0,0 1 0,1-1 0,-1-1 0,0 1 0,0-1 0,0-1 0,0 0 0,-1 0 0,12-8 0,1-3 0,0 0 0,29-32 0,-39 37 0,-1-1 0,0-1 0,-1 1 0,0-1 0,0-1 0,-2 0 0,0 0 0,0 0 0,-1 0 0,3-15 0,-6 23 0,-1-1 0,0 1 0,0 0 0,0-1 0,-1 1 0,0-1 0,0 1 0,0-1 0,-1 1 0,0 0 0,0-1 0,0 1 0,-1 0 0,0 0 0,0 0 0,0 0 0,0 0 0,-1 0 0,0 0 0,0 1 0,0 0 0,0-1 0,-1 1 0,0 0 0,0 1 0,0-1 0,0 1 0,0-1 0,-6-2 0,4 3 7,0 1 0,1 0-1,-1 0 1,0 0 0,0 0-1,-1 1 1,1 0-1,0 1 1,0-1 0,0 1-1,-1 0 1,1 1 0,0-1-1,0 1 1,0 0 0,-1 1-1,-5 2 1,5-2-106,0 1 0,1-1 0,0 1 0,0 1 0,0-1 0,0 1 0,0 0 0,1 0 0,-1 1 0,1 0 0,0 0 0,1 0 0,-1 0 0,-6 12 0,0 6-6727</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3:50.449"/>
    </inkml:context>
    <inkml:brush xml:id="br0">
      <inkml:brushProperty name="width" value="0.035" units="cm"/>
      <inkml:brushProperty name="height" value="0.035" units="cm"/>
      <inkml:brushProperty name="color" value="#E71224"/>
    </inkml:brush>
  </inkml:definitions>
  <inkml:trace contextRef="#ctx0" brushRef="#br0">1 720 24575,'1'34'0,"2"0"0,1 0 0,13 49 0,-17-80 0,1 0 0,0 0 0,0 1 0,0-1 0,1 0 0,-1 0 0,1 0 0,-1-1 0,1 1 0,0 0 0,0 0 0,0-1 0,1 1 0,-1-1 0,0 0 0,1 0 0,0 0 0,-1 0 0,1 0 0,0-1 0,4 3 0,-4-3 0,1-1 0,0 1 0,0 0 0,0-1 0,-1 0 0,1 0 0,0 0 0,0 0 0,0-1 0,-1 1 0,1-1 0,0 0 0,-1 0 0,1-1 0,0 1 0,-1-1 0,0 1 0,5-4 0,4-3 0,0-1 0,-1 1 0,-1-2 0,0 1 0,14-18 0,40-60 0,-48 64 0,297-430 0,-247 376 0,-51 62 0,-1 0 0,0-2 0,-1 0 0,-1 0 0,11-22 0,-19 31-104,3-6-148,-1 0 0,0-1-1,0 1 1,2-17 0,-4 8-6574</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3:54.601"/>
    </inkml:context>
    <inkml:brush xml:id="br0">
      <inkml:brushProperty name="width" value="0.035" units="cm"/>
      <inkml:brushProperty name="height" value="0.035" units="cm"/>
      <inkml:brushProperty name="color" value="#E71224"/>
    </inkml:brush>
  </inkml:definitions>
  <inkml:trace contextRef="#ctx0" brushRef="#br0">1 119 24575,'33'-38'0,"-27"31"0,-1 0 0,1 0 0,1 1 0,-1-1 0,1 1 0,0 1 0,0-1 0,1 1 0,0 1 0,0-1 0,9-3 0,-13 6 0,-1 1 0,1 0 0,0 0 0,-1 0 0,1 1 0,0-1 0,-1 1 0,1 0 0,0 0 0,0 0 0,-1 0 0,1 1 0,0 0 0,4 1 0,-5-1 0,-1 0 0,0 1 0,0-1 0,1 1 0,-1-1 0,0 1 0,0 0 0,-1 0 0,1 0 0,0 0 0,-1 0 0,1 0 0,-1 0 0,0 0 0,1 1 0,-1-1 0,0 1 0,0-1 0,-1 1 0,1-1 0,0 5 0,6 41 0,-6-35 0,1 1 0,1-1 0,6 22 0,-7-30 0,0-1 0,1 1 0,-1 0 0,1-1 0,0 0 0,0 1 0,0-1 0,1-1 0,-1 1 0,1 0 0,0-1 0,0 0 0,7 4 0,-5-2 0,1-1 0,-1 1 0,0 0 0,-1 1 0,1-1 0,-1 1 0,0 0 0,0 1 0,-1-1 0,0 1 0,0 0 0,-1 0 0,1 0 0,-1 0 0,-1 1 0,3 9 0,-2 1 0,0 0 0,-2 0 0,0 0 0,0 0 0,-5 36 0,3-50 5,0 1 1,-1-1-1,1 0 0,-1 1 0,1-1 0,-1 0 1,0 0-1,-1 0 0,1 0 0,-1-1 1,0 1-1,0 0 0,0-1 0,0 0 0,0 0 1,-1 0-1,0 0 0,1-1 0,-1 1 0,0-1 1,0 0-1,-8 3 0,4-2-129,1 0 0,-1-1 1,0 0-1,0 0 0,0-1 0,-1 0 1,1 0-1,0-1 0,0 0 0,0-1 1,-15-2-1,1-4-6702</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3:56.711"/>
    </inkml:context>
    <inkml:brush xml:id="br0">
      <inkml:brushProperty name="width" value="0.035" units="cm"/>
      <inkml:brushProperty name="height" value="0.035" units="cm"/>
      <inkml:brushProperty name="color" value="#E71224"/>
    </inkml:brush>
  </inkml:definitions>
  <inkml:trace contextRef="#ctx0" brushRef="#br0">5 64 24575,'-1'48'0,"-1"-33"0,1 1 0,1-1 0,0 0 0,1 0 0,1 1 0,6 23 0,-8-37 0,1 0 0,0 0 0,0 0 0,0 0 0,0 0 0,0 0 0,0 0 0,0 0 0,1-1 0,-1 1 0,1 0 0,-1-1 0,1 1 0,0-1 0,-1 1 0,1-1 0,0 0 0,0 0 0,0 0 0,0 0 0,2 1 0,-1-2 0,0 1 0,0-1 0,0 0 0,0 0 0,0-1 0,0 1 0,-1 0 0,1-1 0,0 0 0,0 1 0,0-1 0,-1 0 0,1-1 0,2 0 0,7-6 0,-1 1 0,0-1 0,-1 0 0,1-1 0,13-16 0,-14 13 0,1 0 0,-2 0 0,0-1 0,0 0 0,7-17 0,-14 27 0,-1 1 0,1-1 0,-1 0 0,0 0 0,0 0 0,0 0 0,-1 0 0,1-1 0,-1 1 0,1 0 0,-1 0 0,0 0 0,0 0 0,-1-1 0,1 1 0,-1 0 0,1 0 0,-1 0 0,0 0 0,0 0 0,0 0 0,-1 0 0,1 0 0,-1 1 0,1-1 0,-1 0 0,0 1 0,0-1 0,0 1 0,-1 0 0,1 0 0,-5-4 0,2 4-76,0-1 1,0 1-1,-1 0 0,1 0 0,-1 1 0,1 0 0,-1 0 0,0 0 1,0 0-1,1 1 0,-1 0 0,0 1 0,0-1 0,1 1 1,-1 0-1,1 0 0,-9 3 0,-14 4-6750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4:38.202"/>
    </inkml:context>
    <inkml:brush xml:id="br0">
      <inkml:brushProperty name="width" value="0.035" units="cm"/>
      <inkml:brushProperty name="height" value="0.035" units="cm"/>
      <inkml:brushProperty name="color" value="#E71224"/>
    </inkml:brush>
  </inkml:definitions>
  <inkml:trace contextRef="#ctx0" brushRef="#br0">122 617 24575,'-1'27'0,"-2"0"0,-8 34 0,-2 27 0,9 108 0,0-231 0,-11-44 0,-1-9 0,-9-291 0,21 240 0,1 110 0,-7-36 0,5 40 0,-3-47 0,9 67 0,-1 0 0,1 0 0,0 0 0,0 1 0,1-1 0,-1 1 0,1-1 0,0 1 0,0 0 0,1-1 0,-1 1 0,1 0 0,0 0 0,0 1 0,0-1 0,1 1 0,-1 0 0,1-1 0,0 1 0,0 1 0,0-1 0,0 1 0,0-1 0,1 1 0,-1 0 0,1 1 0,-1-1 0,1 1 0,0 0 0,-1 0 0,1 1 0,0-1 0,0 1 0,0 0 0,-1 0 0,1 0 0,0 1 0,0 0 0,-1 0 0,1 0 0,8 4 0,2 4 0,-1 0 0,0 1 0,-1 1 0,-1 0 0,1 1 0,10 14 0,62 87 0,-57-74 0,-5-7 0,23 29 0,-3 2 0,43 88 0,-76-132 0,-2 0 0,0 1 0,-1 0 0,-1 0 0,-1 1 0,-1 0 0,2 29 0,-6-46-62,0 0 0,0 0 0,-1 0 0,1 0 0,-1 0 0,0-1 0,0 1 0,0 0 0,-1-1 0,1 1 0,-1-1 0,0 1-1,0-1 1,0 0 0,-1 1 0,1-1 0,-1-1 0,1 1 0,-1 0 0,0-1 0,-5 4 0,-10 4-6764</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4:43.355"/>
    </inkml:context>
    <inkml:brush xml:id="br0">
      <inkml:brushProperty name="width" value="0.035" units="cm"/>
      <inkml:brushProperty name="height" value="0.035" units="cm"/>
      <inkml:brushProperty name="color" value="#E71224"/>
    </inkml:brush>
  </inkml:definitions>
  <inkml:trace contextRef="#ctx0" brushRef="#br0">1 932 24575,'13'-1'0,"1"0"0,-1-1 0,1-1 0,-1 0 0,21-8 0,-5 2 0,209-56 0,188-61 0,-337 86 0,-58 24 0,49-15 0,-49 24 0,-30 7 0,0-1 0,0 1 0,0 0 0,0 0 0,0 0 0,0 0 0,0 0 0,0 0 0,0 0 0,0 0 0,0 0 0,0 0 0,0 1 0,0-1 0,0 0 0,-1 1 0,1-1 0,0 1 0,0-1 0,0 1 0,0-1 0,0 1 0,-1 0 0,1-1 0,0 1 0,-1 0 0,2 0 0,-2 0 0,-1 0 0,1-1 0,0 1 0,0-1 0,0 1 0,-1 0 0,1-1 0,0 1 0,-1-1 0,1 1 0,0-1 0,-1 1 0,1-1 0,-1 1 0,1-1 0,-1 0 0,1 1 0,-1-1 0,1 1 0,-1-1 0,1 0 0,-1 0 0,1 1 0,-2-1 0,-21 11 0,15-8 0,-4 4 0,1 0 0,-1 1 0,1 0 0,0 1 0,1 0 0,0 1 0,1 0 0,0 1 0,0 0 0,1 0 0,1 0 0,-11 23 0,13-23 0,0-1 0,1 1 0,0-1 0,1 1 0,1 0 0,-1 0 0,2 1 0,0-1 0,0 0 0,1 1 0,0-1 0,1 0 0,0 1 0,1-1 0,0 0 0,4 11 0,-4-18 0,0 0 0,-1-1 0,2 1 0,-1 0 0,0-1 0,1 0 0,-1 0 0,1 1 0,0-1 0,0-1 0,0 1 0,4 2 0,-6-4 0,0-1 0,0 1 0,0-1 0,0 1 0,0-1 0,0 0 0,0 1 0,0-1 0,0 0 0,0 0 0,0 1 0,0-1 0,0 0 0,0 0 0,0 0 0,0-1 0,0 1 0,0 0 0,2-1 0,-1 0 0,-1 0 0,0 0 0,1 0 0,-1 0 0,0 0 0,0 0 0,0 0 0,0 0 0,0-1 0,0 1 0,0-1 0,0 1 0,-1 0 0,1-1 0,-1 1 0,1-1 0,0-2 0,10-41 0,-3 0 0,-1-1 0,-2 1 0,-2-48 0,1 7 0,1-5 0,50-470 0,-53 554 0,0 8 0,4 19 0,2 39 0,-7-56 0,7 55 0,2 0 0,3-1 0,23 64 0,84 214 0,-114-319 0,0-1 0,1 0 0,1 0 0,0-1 0,1 0 0,0 0 0,13 13 0,-16-21 0,0 0 0,1 0 0,0-1 0,-1 0 0,2-1 0,-1 1 0,0-1 0,1 0 0,0-1 0,0 0 0,0 0 0,0-1 0,0 0 0,1-1 0,11 2 0,-2-3 0,0-1 0,1 0 0,-1-2 0,-1 0 0,22-6 0,-14 3 0,44-5 0,-60 10 0,0 0 0,0 0 0,-1-1 0,1-1 0,0 0 0,-1 0 0,0 0 0,11-7 0,1-2 0,33-28 0,-16 11 0,-31 25 0,-1-1 0,0 0 0,0-1 0,-1 1 0,1-1 0,-1 0 0,3-7 0,-4 8 0,0 0 0,0 0 0,0 0 0,1 1 0,0-1 0,0 1 0,0 0 0,0 0 0,1 0 0,-1 0 0,6-2 0,52-20 0,-46 20 0,1-1 0,-1 0 0,0-1 0,17-12 0,-29 18 0,0-2 0,-1 1 0,1 0 0,0-1 0,-1 0 0,0 0 0,0 0 0,0 0 0,0 0 0,-1 0 0,0-1 0,0 1 0,0-1 0,0 0 0,-1 0 0,1 1 0,-1-1 0,-1 0 0,1-7 0,0 11 0,-1 0 0,0-1 0,1 1 0,-1-1 0,0 1 0,0-1 0,0 1 0,0 0 0,-1-1 0,1 1 0,0-1 0,-1 1 0,1 0 0,0-1 0,-1 1 0,0 0 0,1-1 0,-1 1 0,0 0 0,0 0 0,1-1 0,-1 1 0,0 0 0,0 0 0,0 0 0,-1 0 0,1 1 0,0-1 0,0 0 0,0 0 0,-1 1 0,1-1 0,0 0 0,-1 1 0,1-1 0,0 1 0,-1 0 0,1 0 0,-1-1 0,1 1 0,0 0 0,-1 0 0,1 0 0,-1 0 0,1 0 0,-1 1 0,1-1 0,0 0 0,-1 1 0,-1 0 0,-2 0 0,1 1 0,-1 0 0,1 0 0,0 0 0,-1 0 0,1 0 0,0 1 0,0 0 0,1 0 0,-1 0 0,0 0 0,1 1 0,0 0 0,-5 6 0,7-8 0,0 0 0,0 0 0,0 1 0,0-1 0,1 1 0,-1-1 0,1 1 0,-1-1 0,1 1 0,0-1 0,0 1 0,0-1 0,0 1 0,0-1 0,1 1 0,-1-1 0,1 1 0,0-1 0,0 0 0,0 1 0,0-1 0,0 0 0,0 0 0,0 1 0,1-1 0,-1 0 0,1 0 0,0 0 0,-1-1 0,5 4 0,5 4 0,1 0 0,0-1 0,0 0 0,18 8 0,-19-10 0,141 70 0,-61-32 0,130 85 0,-217-126 0,0 1 0,0-1 0,0 1 0,-1 0 0,1 0 0,-1 0 0,0 0 0,0 1 0,-1 0 0,1-1 0,-1 1 0,0 0 0,0 0 0,-1 0 0,1 0 0,-1 0 0,0 6 0,0-7 0,-1-1 0,0 0 0,0 0 0,0 1 0,0-1 0,-1 0 0,1 1 0,-1-1 0,0 0 0,0 0 0,0 0 0,0 0 0,-1 0 0,1 0 0,-1 0 0,0 0 0,1-1 0,-1 1 0,-1-1 0,1 1 0,0-1 0,-1 0 0,1 0 0,-1 0 0,1 0 0,-1 0 0,0 0 0,-3 1 0,5-3 0,0 1 0,0-1 0,0 1 0,0-1 0,0 1 0,0-1 0,0 0 0,0 1 0,0-1 0,0 0 0,0 0 0,0 0 0,0 0 0,0 0 0,0 0 0,0 0 0,0 0 0,0 0 0,-1 0 0,1-1 0,0 1 0,0 0 0,0-1 0,0 1 0,0-1 0,1 1 0,-1-1 0,0 1 0,0-1 0,0 0 0,0 0 0,1 1 0,-1-1 0,0 0 0,0 0 0,1 0 0,-1 0 0,1 0 0,-1 0 0,1 1 0,-1-1 0,1-1 0,0 1 0,-1 0 0,1 0 0,0 0 0,0 0 0,0 0 0,0-1 0,-1-6 0,1 0 0,0 0 0,0 0 0,0 1 0,3-12 0,1 3 0,1 0 0,1 0 0,0 1 0,1-1 0,12-18 0,-7 13 0,13-37 0,-15 32 0,25-85 0,-31 96 0,-1 0 0,-1 1 0,0-1 0,-1 0 0,-2-25 0,-7 11 0,6 20 0,15 23 0,0 1 0,0-1 0,1 0 0,22 15 0,-19-15 0,0 1 0,17 18 0,-29-28 0,-1 1 0,0 0 0,0 0 0,0 0 0,0 1 0,-1 0 0,0-1 0,0 1 0,-1 0 0,2 11 0,-2-10 0,-1 1 0,-1 0 0,0 0 0,0-1 0,0 1 0,-1 0 0,0-1 0,-1 1 0,0 0 0,-1-1 0,1 0 0,-1 1 0,-1-1 0,0-1 0,-5 9 0,8-14 0,0 0 0,0 0 0,1 0 0,-1-1 0,0 1 0,1 0 0,-1 0 0,1 0 0,0 0 0,0 0 0,-1 0 0,2 3 0,5 1 0,9-11 0,4-8 0,0-1 0,-1-1 0,0-1 0,-2 0 0,0-1 0,0-1 0,16-24 0,-30 39 0,18-21 0,-19 24 0,0-1 0,0 1 0,0 0 0,0-1 0,0 1 0,0 0 0,1 0 0,-1-1 0,0 1 0,0 0 0,0 0 0,0 0 0,0 0 0,0 1 0,0-1 0,0 0 0,0 0 0,1 1 0,-1-1 0,0 0 0,0 1 0,0-1 0,0 1 0,-1-1 0,3 2 0,-2-1 0,0 0 0,0 0 0,0-1 0,0 1 0,0-1 0,0 1 0,0-1 0,0 1 0,1-1 0,-1 0 0,0 1 0,0-1 0,0 0 0,1 0 0,-1 0 0,0 0 0,0 0 0,1 0 0,-1 0 0,0-1 0,0 1 0,0 0 0,1-1 0,-1 1 0,0-1 0,1 0 0,0 0 0,0-1 0,-1 0 0,1 1 0,-1-1 0,1 0 0,-1 0 0,0 0 0,1 0 0,-1 0 0,0 0 0,-1-1 0,2-3 0,1-6 0,0 0 0,-2 0 0,1 0 0,-1-18 0,-4 9 0,0 1 0,-1-1 0,-1 1 0,-1 0 0,-1 1 0,-16-35 0,-11-31 0,26 64 0,-17-33 0,17 40 0,1 0 0,1 0 0,0-1 0,-6-26 0,39 192 0,-25-59 0,3 24 0,-3-104 0,0 0 0,0 0 0,1 0 0,1-1 0,0 0 0,0 1 0,9 13 0,-10-21 0,-1 0 0,1-1 0,0 1 0,1-1 0,-1 0 0,1 0 0,-1 0 0,1 0 0,0-1 0,0 0 0,0 1 0,0-2 0,0 1 0,1 0 0,-1-1 0,1 0 0,-1 0 0,1 0 0,4 0 0,13 1 0,-1-1 0,42-4 0,-24 0 0,-20 3 0,0 0 0,0 1 0,29 6 0,-42-6 0,-1 0 0,0 0 0,1 1 0,-1 0 0,0 0 0,0 0 0,-1 0 0,1 1 0,0 0 0,-1 0 0,1 0 0,-1 0 0,0 1 0,0 0 0,0 0 0,-1 0 0,4 5 0,-8-12 0,1 1 0,-1-1 0,0 0 0,1 0 0,0 0 0,0 0 0,0 0 0,0 0 0,0 1 0,0-1 0,1 0 0,-1 0 0,2-4 0,18-56 0,-13 44 0,0 0 0,4-28 0,-9 19 0,-1 0 0,-1-1 0,-1 1 0,-2-1 0,-1 1 0,-1 0 0,-2 0 0,-11-32 0,-16-77 0,35 135 0,3 5 0,8 14 0,13 22 0,-19-26 0,-1-1 0,-1 1 0,0 0 0,-1 0 0,2 14 0,-4-15 0,1 1 0,1-1 0,0-1 0,1 1 0,1 0 0,6 13 0,-4-13 0,-3-5 0,0 0 0,1 0 0,-1 0 0,1 0 0,1-1 0,7 8 0,-10-12 0,-1 0 0,1-1 0,0 1 0,0-1 0,0 0 0,0 1 0,0-1 0,0-1 0,0 1 0,1 0 0,-1-1 0,0 0 0,0 1 0,1-1 0,-1 0 0,0-1 0,0 1 0,1-1 0,5-1 0,109-18 0,-97 18 0,-16 1 0,0 0 0,1-1 0,-1 1 0,0-1 0,0 0 0,0-1 0,-1 1 0,1-1 0,0 0 0,-1 0 0,0 0 0,0 0 0,0-1 0,5-5 0,-6 6 0,0-1 0,-1 1 0,0 0 0,1-1 0,-1 1 0,0-1 0,-1 1 0,1-1 0,-1 0 0,0 0 0,1 0 0,-2 0 0,1 0 0,0 0 0,-1 0 0,0-5 0,9 58 0,3 0 0,1 0 0,36 82 0,-17-47 0,114 287 0,-42-113 0,-27-28 0,-69-201 0,-2 0 0,-1 1 0,-2 0 0,-1-1 0,-1 1 0,-3 32 0,2-60 0,0 1 0,-1-1 0,1 1 0,0-1 0,-1 1 0,0-1 0,1 0 0,-1 1 0,0-1 0,0 0 0,0 1 0,-1-1 0,1 0 0,0 0 0,-1 0 0,0 0 0,1 0 0,-1-1 0,0 1 0,-3 2 0,3-3 0,-1 0 0,1 0 0,-1-1 0,1 1 0,-1-1 0,0 1 0,1-1 0,-1 0 0,1 0 0,-1 0 0,0 0 0,1 0 0,-1-1 0,0 1 0,1-1 0,-3-1 0,-8-3 0,1 0 0,0-1 0,0-1 0,0 0 0,1 0 0,-13-12 0,12 8 0,0 1 0,1-2 0,1 0 0,0 0 0,1-1 0,0 0 0,0-1 0,-10-23 0,3-6 0,-20-75 0,34 112 0,-21-72-1365,11 42-5461</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4:44.893"/>
    </inkml:context>
    <inkml:brush xml:id="br0">
      <inkml:brushProperty name="width" value="0.035" units="cm"/>
      <inkml:brushProperty name="height" value="0.035" units="cm"/>
      <inkml:brushProperty name="color" value="#E71224"/>
    </inkml:brush>
  </inkml:definitions>
  <inkml:trace contextRef="#ctx0" brushRef="#br0">1 226 24575,'12'-1'0,"1"0"0,-1 0 0,1-1 0,-1-1 0,0 0 0,0-1 0,19-8 0,3-5 0,37-24 0,-43 23 0,0 2 0,39-16 0,-60 29-124,0 0 0,0-1 0,-1 0 0,1 0 0,-1 0 0,0-1-1,0 0 1,0 0 0,0-1 0,7-10 0,-2 1-6702</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26:02.350"/>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6:05.241"/>
    </inkml:context>
    <inkml:brush xml:id="br0">
      <inkml:brushProperty name="width" value="0.035" units="cm"/>
      <inkml:brushProperty name="height" value="0.035" units="cm"/>
      <inkml:brushProperty name="color" value="#E71224"/>
    </inkml:brush>
  </inkml:definitions>
  <inkml:trace contextRef="#ctx0" brushRef="#br0">1218 113 24575,'-32'-2'0,"0"-2"0,0-1 0,0-1 0,-43-16 0,-18-3 0,34 13 0,-1 2 0,-99-2 0,118 12 0,1 1 0,0 2 0,0 2 0,-76 20 0,92-17 0,-1 0 0,1 2 0,-23 12 0,37-16 0,1 0 0,-1 0 0,1 1 0,1 0 0,-1 1 0,1 0 0,0 0 0,1 0 0,-9 14 0,-120 213 0,133-231 0,1 0 0,0 0 0,0 1 0,1-1 0,-1 0 0,1 1 0,0-1 0,0 1 0,0 0 0,1-1 0,-1 8 0,2-10 0,-1 0 0,1 0 0,-1 0 0,1 0 0,0 0 0,0-1 0,0 1 0,0 0 0,0 0 0,1 0 0,-1-1 0,0 1 0,1-1 0,-1 1 0,1-1 0,-1 0 0,1 1 0,0-1 0,0 0 0,-1 0 0,1 0 0,0 0 0,0-1 0,0 1 0,0 0 0,0-1 0,3 1 0,30 5 0,-1-2 0,1-1 0,0-2 0,61-6 0,-70 4 0,33-5 0,0-3 0,0-2 0,-1-2 0,0-3 0,-2-3 0,0-2 0,-1-3 0,-1-1 0,-1-4 0,63-44 0,-94 55 0,-1-1 0,0 0 0,-1-2 0,32-44 0,-13 18 0,-30 33 0,1 1 0,-1-1 0,8-18 0,-9 15 0,-8 17 0,0 1 0,0-1 0,0 0 0,0 0 0,0 0 0,0 0 0,0 0 0,0 0 0,0 0 0,0 0 0,0 0 0,0 0 0,0 1 0,0-1 0,0 0 0,0 0 0,0 0 0,1 0 0,-1 0 0,0 0 0,0 0 0,0 0 0,0 0 0,0 0 0,0 0 0,0 0 0,0 0 0,0 0 0,0 0 0,0 1 0,0-1 0,1 0 0,-1 0 0,0 0 0,0 0 0,0 0 0,0 0 0,0 0 0,0 0 0,0 0 0,0 0 0,0 0 0,0 0 0,1 0 0,-1 0 0,0 0 0,0 0 0,0 0 0,0-1 0,0 1 0,0 0 0,0 0 0,0 0 0,0 0 0,0 0 0,0 0 0,1 0 0,-1 0 0,0 0 0,0 0 0,0 0 0,0 0 0,2 14 0,-1 19 0,-17 132 0,1-28 0,11-31 0,5 0 0,30 209 0,16 17 0,-30 3 0,-15-279 0,-1-36 0,0 0 0,-2 0 0,0 0 0,-1 0 0,-6 27 0,6-43 0,0 0 0,-1 0 0,1 0 0,-1-1 0,1 1 0,-1-1 0,0 0 0,-1 1 0,1-1 0,0-1 0,-1 1 0,0 0 0,1-1 0,-1 0 0,0 0 0,0 0 0,-1 0 0,1-1 0,0 1 0,0-1 0,-1 0 0,-7 0 0,0 1 0,-1 0 0,1-2 0,-1 1 0,1-2 0,-1 1 0,-24-6 0,33 5 0,-1-1 0,0 1 0,0-1 0,1 0 0,-1-1 0,1 1 0,-1-1 0,1 0 0,0 0 0,0 0 0,0-1 0,1 1 0,-6-7 0,4 3 0,0 0 0,1-1 0,0 0 0,0 1 0,1-2 0,-1 1 0,-1-11 0,0-4 0,1-1 0,1 0 0,1 1 0,3-48 0,0 53 0,2 0 0,0 0 0,1 0 0,1 0 0,0 1 0,2 0 0,0 0 0,1 1 0,0 0 0,1 0 0,14-17 0,14-13 0,1 1 0,49-43 0,-74 76 0,28-23 0,1 2 0,2 1 0,1 3 0,65-32 0,74-48 0,-170 98 0,1-2 0,20-24 0,9-6 0,-34 34 0,-1 0 0,0 0 0,-1 0 0,1-2 0,-2 1 0,13-21 0,-18 27 0,-1 1 0,1-1 0,-1 1 0,0-1 0,0 0 0,0 1 0,0-1 0,0 0 0,-1 0 0,0 0 0,0 0 0,0 1 0,0-1 0,0 0 0,-1 0 0,0 0 0,0 1 0,0-1 0,0 0 0,0 1 0,-1-1 0,0 1 0,1-1 0,-1 1 0,-1 0 0,1 0 0,-4-4 0,5 5 0,-1 0 0,1 1 0,-1-1 0,1 1 0,-1-1 0,1 1 0,-1 0 0,0-1 0,0 1 0,0 0 0,0 0 0,0 1 0,0-1 0,0 0 0,0 1 0,0-1 0,0 1 0,0-1 0,0 1 0,0 0 0,0 0 0,-1 0 0,1 0 0,0 0 0,0 1 0,0-1 0,0 1 0,0-1 0,0 1 0,0 0 0,0 0 0,0 0 0,0 0 0,0 0 0,0 0 0,1 0 0,-1 1 0,1-1 0,-1 1 0,1-1 0,-1 1 0,-1 3 0,-7 7 0,1 0 0,0 1 0,1 1 0,-10 21 0,16-29 0,-6 10 0,-14 29 0,-18 53 0,35-85 0,1 1 0,1-1 0,0 1 0,0 0 0,2 1 0,0-1 0,0 0 0,4 25 0,-3-35 0,1-1 0,0 1 0,0 0 0,0 0 0,1 0 0,0-1 0,-1 1 0,1-1 0,0 1 0,1-1 0,-1 0 0,0 0 0,1 0 0,0 0 0,0 0 0,0-1 0,0 1 0,0-1 0,0 0 0,1 0 0,-1 0 0,1 0 0,0-1 0,-1 1 0,1-1 0,0 0 0,0 0 0,0 0 0,5 0 0,11 1 0,0-1 0,1-1 0,-1-1 0,29-5 0,-48 6 0,24-4 0,1-2 0,-1 0 0,0-2 0,-1-1 0,0-1 0,0-1 0,-1-1 0,43-30 0,-52 32 0,-1-1 0,16-16 0,10-8 0,-17 15 0,-1 0 0,36-46 0,-42 47 0,-7 9 0,1 0 0,0 1 0,1 0 0,0 0 0,1 1 0,13-8 0,-20 14 0,0-1 0,0 1 0,0 0 0,0 1 0,1-1 0,-1 1 0,1 0 0,-1 0 0,1 0 0,-1 0 0,1 1 0,-1 0 0,1 0 0,0 0 0,-1 1 0,1-1 0,-1 1 0,1 0 0,-1 0 0,0 1 0,5 1 0,8 6 0,-1 1 0,-1 0 0,0 0 0,0 2 0,-1 0 0,-1 1 0,0 0 0,0 1 0,-1 0 0,-1 1 0,14 25 0,-22-35 0,1 0 0,-1 0 0,1 0 0,0-1 0,0 0 0,0 0 0,0 0 0,1 0 0,-1-1 0,1 1 0,0-1 0,0 0 0,1-1 0,10 5 0,-13-6 0,-1-1 0,1 1 0,0-1 0,0 1 0,0-1 0,0 0 0,0 0 0,0 0 0,-1 0 0,1-1 0,0 1 0,0-1 0,0 0 0,0 1 0,-1-1 0,1-1 0,0 1 0,-1 0 0,1-1 0,-1 1 0,0-1 0,1 0 0,-1 1 0,0-1 0,0 0 0,0-1 0,0 1 0,0 0 0,-1 0 0,1-1 0,-1 1 0,2-4 0,-1 2 0,5-9 0,0 0 0,0 0 0,1 1 0,1 0 0,17-19 0,-15 19 0,-4 4 0,0 1 0,1-1 0,15-11 0,-22 19 0,0-1 0,-1 0 0,1 1 0,0-1 0,0 1 0,0-1 0,0 1 0,0-1 0,0 1 0,0-1 0,0 1 0,0 0 0,0 0 0,0-1 0,0 1 0,0 0 0,0 0 0,0 0 0,0 0 0,0 0 0,1 0 0,-1 1 0,0-1 0,0 0 0,0 0 0,0 1 0,0-1 0,0 1 0,0-1 0,0 1 0,-1-1 0,1 1 0,0 0 0,0-1 0,0 1 0,-1 0 0,1 0 0,0-1 0,0 1 0,-1 0 0,1 0 0,-1 0 0,1 0 0,0 2 0,11 30 0,-9-25 0,0 1 0,0-1 0,9 14 0,-10-19 0,0 0 0,0 0 0,0-1 0,1 1 0,-1-1 0,1 0 0,-1 1 0,1-1 0,0-1 0,0 1 0,0 0 0,0-1 0,6 3 0,0-2 0,-1 0 0,1 0 0,-1-1 0,1 0 0,-1 0 0,1-1 0,-1 0 0,1-1 0,-1 0 0,1 0 0,-1-1 0,1 0 0,-1-1 0,0 0 0,0 0 0,0 0 0,0-1 0,-1 0 0,0-1 0,12-8 0,-1-2 0,0-1 0,-1 0 0,0-1 0,-2-1 0,0-1 0,15-24 0,-20 28 0,-1 0 0,-1 0 0,0-1 0,8-26 0,-13 33 0,-1 0 0,0-1 0,-1 1 0,0 0 0,-1-1 0,0 1 0,0-1 0,-1 1 0,0-1 0,-2-9 0,0 6 0,-1 0 0,0-1 0,0 1 0,-2 1 0,1-1 0,-2 1 0,1 0 0,-2 0 0,1 1 0,-2 0 0,0 0 0,-17-16 0,-26-19 0,30 25 0,0 2 0,-27-17 0,49 35 0,-1 1 0,0-1 0,0 0 0,1 1 0,-1-1 0,0 1 0,0 0 0,0-1 0,0 1 0,0-1 0,1 1 0,-1 0 0,0 0 0,0 0 0,0 0 0,0-1 0,0 1 0,0 0 0,-2 1 0,3-1 0,0 1 0,0-1 0,0 1 0,-1-1 0,1 1 0,0-1 0,0 1 0,0-1 0,0 1 0,0-1 0,0 1 0,0 0 0,0-1 0,0 1 0,0-1 0,0 1 0,0-1 0,1 1 0,-1-1 0,0 1 0,0-1 0,1 1 0,-1 0 0,22 36 0,-9-21 0,1-1 0,1-1 0,1 0 0,20 15 0,76 46 0,-31-23 0,279 199 0,-331-230 0,96 74 0,-107-79 0,-1 1 0,0 0 0,-2 1 0,23 31 0,-33-40 0,-1 1 0,1-1 0,-1 1 0,-1 0 0,0 0 0,0 0 0,-1 1 0,0-1 0,-1 1 0,0-1 0,0 1 0,-2-1 0,1 1 0,-1-1 0,-5 21 0,3-18 0,0-1 0,-1 1 0,-1-1 0,0 1 0,-1-1 0,0-1 0,-1 1 0,0-1 0,-1 0 0,0-1 0,-1 0 0,-11 11 0,-2-4 0,0 0 0,-1-2 0,-48 24 0,-79 26 0,135-60-341,-1 0 0,0-1-1,-32 5 1,21-7-6485</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16:06.190"/>
    </inkml:context>
    <inkml:brush xml:id="br0">
      <inkml:brushProperty name="width" value="0.035" units="cm"/>
      <inkml:brushProperty name="height" value="0.035" units="cm"/>
      <inkml:brushProperty name="color" value="#E71224"/>
    </inkml:brush>
  </inkml:definitions>
  <inkml:trace contextRef="#ctx0" brushRef="#br0">1 409 24575,'5'0'0,"1"0"0,0-1 0,-1 0 0,1 0 0,8-2 0,11-3 0,722-127-1271,16 43-124,63 32 1395,0 31 0,103-18-18,-187 7-54,35 32 2624,-461 7-3713,-290-1-5665</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0:40.885"/>
    </inkml:context>
    <inkml:brush xml:id="br0">
      <inkml:brushProperty name="width" value="0.035" units="cm"/>
      <inkml:brushProperty name="height" value="0.035" units="cm"/>
      <inkml:brushProperty name="color" value="#E71224"/>
    </inkml:brush>
  </inkml:definitions>
  <inkml:trace contextRef="#ctx0" brushRef="#br0">1 0 24575,'27'2'0,"0"2"0,-1 0 0,1 1 0,-1 2 0,35 13 0,0 0 0,60 14 0,1-4 0,1-6 0,2-5 0,192 3 0,67-25-1365,-358 3-5461</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0:44.653"/>
    </inkml:context>
    <inkml:brush xml:id="br0">
      <inkml:brushProperty name="width" value="0.035" units="cm"/>
      <inkml:brushProperty name="height" value="0.035" units="cm"/>
      <inkml:brushProperty name="color" value="#E71224"/>
    </inkml:brush>
  </inkml:definitions>
  <inkml:trace contextRef="#ctx0" brushRef="#br0">508 592 24575,'-2'-8'0,"0"1"0,0-1 0,0 0 0,-1 1 0,0 0 0,0 0 0,-1 0 0,0 0 0,0 0 0,-9-9 0,-7-16 0,3 3 0,-2-8 0,-2 0 0,-1 2 0,-2 1 0,-32-35 0,43 54 0,-6-5 0,0 1 0,0 1 0,-27-18 0,42 33 0,-1 0 0,1 0 0,-1 0 0,0 0 0,0 1 0,0 0 0,0 0 0,0 0 0,-1 1 0,1-1 0,0 1 0,-1 1 0,1-1 0,-1 1 0,1 0 0,-1 0 0,1 0 0,-1 1 0,1 0 0,-1 0 0,-8 3 0,11-2 0,0 0 0,0 0 0,0 1 0,0-1 0,1 0 0,-1 1 0,0 0 0,1 0 0,0-1 0,0 2 0,0-1 0,0 0 0,0 0 0,1 0 0,-1 1 0,1-1 0,0 1 0,0-1 0,0 1 0,0 6 0,-2 9 0,2 0 0,1 34 0,0-32 0,0-18 0,0 22 0,6 50 0,-5-68 0,1 1 0,0 0 0,1-1 0,-1 1 0,1-1 0,1 0 0,-1 0 0,1 0 0,1 0 0,6 8 0,-5-7 0,0-1 0,1 1 0,0-2 0,0 1 0,0-1 0,1 0 0,0-1 0,0 1 0,0-2 0,1 1 0,0-1 0,-1 0 0,1-1 0,1 0 0,-1-1 0,0 0 0,14 2 0,4-1 0,-1-1 0,0-1 0,1-1 0,-1-2 0,47-8 0,-17-15 0,-55 25 0,0 0 0,0 0 0,-1 1 0,1-1 0,0 0 0,0 1 0,0-1 0,-1 1 0,1-1 0,0 1 0,0-1 0,-1 1 0,1-1 0,0 1 0,-1 0 0,1-1 0,-1 1 0,1 0 0,-1-1 0,1 1 0,-1 0 0,0 0 0,1 0 0,-1-1 0,0 1 0,1 0 0,-1 2 0,9 27 0,-8-28 0,70 230 0,-61-204 0,24 53 0,-25-65 0,-1 1 0,0 0 0,-2 0 0,0 1 0,-1 0 0,-1 0 0,4 34 0,-8-50 0,0 1 0,0-1 0,0 1 0,-1-1 0,1 0 0,-1 1 0,1-1 0,-1 0 0,0 1 0,0-1 0,0 0 0,0 0 0,0 0 0,-1 0 0,1 0 0,0 0 0,-1 0 0,0 0 0,-2 1 0,0 0 0,1 0 0,-1-1 0,-1 0 0,1 0 0,0 0 0,0 0 0,-1-1 0,1 0 0,-8 2 0,-6-1 0,0-1 0,0-1 0,0 0 0,-20-3 0,30 1 0,0 1 0,1-1 0,-1 0 0,1-1 0,0 0 0,0 0 0,0-1 0,0 1 0,1-2 0,-1 1 0,1-1 0,0 0 0,0 0 0,1 0 0,0-1 0,0 0 0,0 0 0,0 0 0,1-1 0,0 1 0,1-1 0,-5-10 0,4 8 0,1 1 0,0-1 0,1 0 0,-1 0 0,2 0 0,-1 0 0,1 0 0,1-1 0,0 1 0,0 0 0,0 0 0,1-1 0,1 1 0,0 0 0,0 0 0,1 0 0,0 1 0,6-15 0,3 5 0,0 0 0,1 1 0,0 0 0,27-25 0,72-53 0,-81 71 0,38-25 0,-50 37 0,0-1 0,0-1 0,24-25 0,-31 28 0,-1-1 0,-1-1 0,0 0 0,-1-1 0,0 0 0,11-24 0,-20 33 0,-6 8 0,-7 10 0,4 0 0,0 1 0,1 0 0,1 1 0,0-1 0,1 2 0,-6 20 0,5-9 0,1 0 0,-5 54 0,10-72 0,0 9 0,0 1 0,0 0 0,2 0 0,6 34 0,-7-48 0,1-1 0,0 0 0,1-1 0,-1 1 0,1 0 0,0 0 0,0-1 0,0 1 0,0-1 0,0 1 0,1-1 0,0 0 0,-1 0 0,1 0 0,0 0 0,1-1 0,-1 1 0,0-1 0,1 0 0,0 0 0,-1 0 0,1 0 0,0-1 0,0 1 0,0-1 0,0 0 0,0 0 0,5 0 0,-5 0 0,0-1 0,0 0 0,0 0 0,1 0 0,-1 0 0,0-1 0,0 1 0,0-1 0,0 0 0,0 0 0,0-1 0,0 1 0,0-1 0,-1 0 0,1 0 0,0 0 0,-1-1 0,0 1 0,1-1 0,-1 0 0,0 1 0,0-1 0,-1-1 0,1 1 0,-1 0 0,3-5 0,3-8 0,0-1 0,-1 0 0,0 0 0,6-32 0,3-5 0,44-81 0,-56 126 0,-1 0 0,2 0 0,-1 1 0,1-1 0,0 1 0,0 0 0,1 1 0,12-13 0,-17 19 0,1-1 0,0 0 0,0 1 0,0-1 0,0 1 0,0-1 0,0 1 0,0 0 0,0 0 0,1 0 0,-1 0 0,0 0 0,0 1 0,1-1 0,-1 1 0,1-1 0,-1 1 0,1 0 0,-1 0 0,0 0 0,1 0 0,-1 0 0,1 1 0,-1-1 0,1 1 0,-1 0 0,0-1 0,0 1 0,1 0 0,-1 1 0,0-1 0,0 0 0,0 0 0,0 1 0,0-1 0,0 1 0,0 0 0,2 3 0,10 12 0,-1-1 0,-1 2 0,-1 0 0,0 0 0,-1 1 0,9 26 0,-2-15 0,-17-30 0,0 0 0,0 1 0,0-1 0,0 0 0,1 0 0,-1 0 0,0 0 0,0 0 0,0 0 0,0 0 0,0 0 0,1 0 0,-1 0 0,0 0 0,0 0 0,0 0 0,0 0 0,1 0 0,-1 0 0,0 0 0,0 0 0,0 0 0,0 0 0,1 0 0,-1 0 0,0 0 0,0 0 0,0 0 0,0 0 0,0 0 0,1 0 0,-1 0 0,0 0 0,0 0 0,0 0 0,0-1 0,0 1 0,0 0 0,1 0 0,-1 0 0,0 0 0,0 0 0,0 0 0,0-1 0,0 1 0,0 0 0,0 0 0,0 0 0,0-1 0,4-20 0,-4 13 0,0 0 0,1 0 0,0 0 0,1 0 0,0 0 0,0 0 0,0 0 0,7-13 0,-7 18 0,1 0 0,-1 0 0,0 0 0,1 0 0,0 0 0,0 0 0,0 0 0,0 1 0,0 0 0,1-1 0,-1 1 0,1 0 0,-1 1 0,1-1 0,0 1 0,-1-1 0,1 1 0,0 1 0,0-1 0,5 0 0,21-2 0,0 2 0,38 4 0,-43-1 0,1-1 0,0-2 0,45-5 0,-67 5 0,1 0 0,-1-1 0,1 1 0,-1-1 0,1 0 0,-1 0 0,0 0 0,0-1 0,0 1 0,0-1 0,-1 0 0,1 0 0,-1-1 0,5-5 0,-3 2 0,-1 1 0,0-1 0,0 0 0,0 0 0,-1-1 0,-1 1 0,1-1 0,1-8 0,0-6 0,-1 0 0,-2 0 0,0-1 0,-1 1 0,-4-30 0,3 41 0,-1 0 0,0 1 0,-1-1 0,0 0 0,-1 1 0,0 0 0,0 0 0,-1 0 0,-7-10 0,8 15 0,0-1 0,0 1 0,-1 0 0,1 0 0,-1 0 0,-1 1 0,1 0 0,0 0 0,-1 0 0,0 0 0,0 1 0,0 0 0,0 0 0,0 1 0,-13-3 0,18 4 0,0 1 0,0-1 0,0 1 0,0 0 0,0 0 0,0-1 0,0 1 0,0 0 0,0 0 0,0 0 0,0 0 0,0 0 0,0 0 0,0 0 0,0 0 0,0 1 0,0-1 0,0 0 0,0 0 0,0 1 0,0-1 0,1 1 0,-1-1 0,0 1 0,0-1 0,0 1 0,0 0 0,1-1 0,-1 1 0,0 0 0,1 0 0,-1-1 0,0 1 0,1 0 0,-1 0 0,1 0 0,-1 0 0,1 0 0,0 0 0,-1 0 0,1 0 0,0 0 0,0 0 0,-1 0 0,1 0 0,0 0 0,0 0 0,0 0 0,0 0 0,1 0 0,-1 1 0,1 4 0,0 0 0,1 0 0,0 0 0,0 0 0,0-1 0,0 1 0,5 7 0,10 12 0,1-1 0,1-1 0,1 0 0,29 25 0,99 73 0,-104-86 0,60 42 0,-51-39 0,-1 2 0,48 49 0,-93-82 0,-1 1 0,0-1 0,-1 1 0,1 0 0,-1 1 0,-1-1 0,0 1 0,0 0 0,-1 0 0,0 0 0,0 0 0,1 15 0,-1 4 0,-1 1 0,-5 52 0,1-31 0,-4 2 0,5-49 0,0 0 0,1-1 0,-1 1 0,0-1 0,0 1 0,-1-1 0,1 1 0,0-1 0,-1 1 0,0-1 0,1 0 0,-1 0 0,0 0 0,0 0 0,0 0 0,-3 2 0,5-4-32,-1 0 1,1 1-1,0-1 0,-1 0 0,1 0 1,0 0-1,-1 1 0,1-1 0,-1 0 1,1 0-1,0 0 0,-1 0 0,1 0 1,-1 0-1,1 1 0,0-1 0,-1 0 1,1 0-1,-1 0 0,1 0 0,-1-1 1,1 1-1,0 0 0,-1 0 0,1 0 1,-1 0-1,1 0 0,0 0 0,-1-1 1,1 1-1,0 0 0,-1 0 0,1-1 1,0 1-1,-1 0 0,1 0 0,0-1 1,0 1-1,-1 0 0,1-1 0,0 1 1,-1-1-1,1-7-6794</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0:46.071"/>
    </inkml:context>
    <inkml:brush xml:id="br0">
      <inkml:brushProperty name="width" value="0.035" units="cm"/>
      <inkml:brushProperty name="height" value="0.035" units="cm"/>
      <inkml:brushProperty name="color" value="#E71224"/>
    </inkml:brush>
  </inkml:definitions>
  <inkml:trace contextRef="#ctx0" brushRef="#br0">0 397 24575,'68'-30'0,"125"-38"0,-36 16 0,24-9 0,-179 61 0,1-1 0,0 0 0,-1 0 0,1 0 0,-1 0 0,0 0 0,1 0 0,-1-1 0,0 1 0,0-1 0,1 0 0,-1 1 0,-1-1 0,1 0 0,0 0 0,0 0 0,-1-1 0,1 1 0,1-5 0,-3 5 0,0 0 0,0 0 0,0 0 0,0-1 0,-1 1 0,1 0 0,-1 0 0,1 0 0,-1 0 0,0 0 0,0 0 0,0 1 0,0-1 0,0 0 0,0 0 0,-1 1 0,1-1 0,0 0 0,-1 1 0,0 0 0,1-1 0,-1 1 0,0 0 0,1 0 0,-4-2 0,-20-11 0,-1 1 0,0 1 0,0 2 0,-1 0 0,-55-11 0,26 6 0,49 13 0,0 0 0,0 0 0,0 1 0,-1 0 0,-9 0 0,17 1 0,-1 0 0,1 0 0,0 0 0,0 0 0,-1 0 0,1 0 0,0 0 0,0 0 0,-1 0 0,1 1 0,0-1 0,0 0 0,-1 0 0,1 0 0,0 0 0,0 0 0,-1 1 0,1-1 0,0 0 0,0 0 0,0 0 0,0 0 0,-1 1 0,1-1 0,0 0 0,0 0 0,0 1 0,0-1 0,0 0 0,0 0 0,-1 1 0,1-1 0,0 0 0,0 0 0,0 1 0,0-1 0,0 0 0,0 0 0,0 1 0,0-1 0,0 0 0,0 0 0,0 1 0,0-1 0,1 0 0,-1 0 0,0 1 0,0-1 0,0 0 0,0 0 0,0 1 0,0-1 0,1 0 0,-1 0 0,0 0 0,0 1 0,0-1 0,0 0 0,1 0 0,-1 0 0,0 0 0,0 1 0,1-1 0,-1 0 0,0 0 0,0 0 0,1 0 0,-1 0 0,19 17 0,-16-15 0,143 127 0,-93-79 0,-39-36 0,-1 0 0,21 32 0,10 12 0,-11-20-1365,-18-19-5461</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0:47.852"/>
    </inkml:context>
    <inkml:brush xml:id="br0">
      <inkml:brushProperty name="width" value="0.035" units="cm"/>
      <inkml:brushProperty name="height" value="0.035" units="cm"/>
      <inkml:brushProperty name="color" value="#E71224"/>
    </inkml:brush>
  </inkml:definitions>
  <inkml:trace contextRef="#ctx0" brushRef="#br0">125 544 24575,'2'-37'0,"12"-67"0,3-17 0,-17 107 0,0 1 0,0-1 0,-1 1 0,-1 0 0,0-1 0,-7-22 0,3 21 0,-1 0 0,0 1 0,-1-1 0,-1 1 0,0 1 0,-1 0 0,0 0 0,-1 1 0,-24-21 0,35 32 0,-1 1 0,1-1 0,-1 1 0,1-1 0,-1 1 0,1-1 0,-1 1 0,1-1 0,-1 1 0,0 0 0,1-1 0,-1 1 0,1 0 0,-1-1 0,0 1 0,1 0 0,-1 0 0,0 0 0,0 0 0,1 0 0,-1 0 0,0 0 0,1 0 0,-1 0 0,0 0 0,1 0 0,-1 0 0,0 0 0,1 0 0,-1 1 0,0-1 0,1 0 0,-1 0 0,0 1 0,1-1 0,-1 1 0,1-1 0,-1 0 0,1 1 0,-1-1 0,1 1 0,-1-1 0,1 1 0,-1 0 0,1-1 0,0 1 0,-1-1 0,1 1 0,0 0 0,-1-1 0,1 1 0,0 0 0,0-1 0,0 1 0,0 0 0,0-1 0,0 1 0,0 0 0,0-1 0,0 2 0,-1 4 0,0 0 0,1-1 0,0 1 0,0 0 0,0-1 0,2 9 0,6 8 0,1 0 0,1-1 0,0 0 0,23 32 0,3 8 0,-17-27 0,-7-13 0,0 1 0,-2 0 0,10 29 0,-15-37 0,1 0 0,1-1 0,0 0 0,0 0 0,16 19 0,6 12 0,-28-44 0,-1 1 0,0-1 0,0 1 0,0 0 0,1-1 0,-1 1 0,0-1 0,1 1 0,-1-1 0,0 1 0,1-1 0,-1 1 0,0-1 0,1 0 0,-1 1 0,1-1 0,-1 0 0,1 1 0,-1-1 0,1 0 0,-1 1 0,1-1 0,0 0 0,-1 0 0,1 0 0,-1 1 0,2-1 0,5-13 0,-3 1 0,0 3 0,1 0 0,0 1 0,0 0 0,11-14 0,-15 21 0,1-1 0,-1 1 0,0-1 0,1 1 0,0-1 0,-1 1 0,1 0 0,0 0 0,-1 0 0,1 0 0,0 0 0,0 0 0,0 0 0,0 1 0,0-1 0,0 1 0,0-1 0,0 1 0,0 0 0,0 0 0,0 0 0,0 0 0,0 0 0,0 0 0,0 1 0,0-1 0,0 1 0,4 1 0,11 7-1365,-2 0-5461</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0:49.324"/>
    </inkml:context>
    <inkml:brush xml:id="br0">
      <inkml:brushProperty name="width" value="0.035" units="cm"/>
      <inkml:brushProperty name="height" value="0.035" units="cm"/>
      <inkml:brushProperty name="color" value="#E71224"/>
    </inkml:brush>
  </inkml:definitions>
  <inkml:trace contextRef="#ctx0" brushRef="#br0">1 0 24575,'40'46'0,"-32"-36"0,0 0 0,1 0 0,0-1 0,0-1 0,14 11 0,-12-11 0,-1 1 0,0 1 0,-1-1 0,1 1 0,-2 1 0,14 21 0,-16-22 0,1 1 0,1-1 0,-1-1 0,2 0 0,-1 0 0,1 0 0,0-1 0,15 9 0,-22-15-114,1-1 1,0 1-1,0-1 0,0 0 0,0 0 1,0 0-1,0 0 0,0-1 0,0 1 1,0-1-1,4 0 0,9-3-6712</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0:51.175"/>
    </inkml:context>
    <inkml:brush xml:id="br0">
      <inkml:brushProperty name="width" value="0.035" units="cm"/>
      <inkml:brushProperty name="height" value="0.035" units="cm"/>
      <inkml:brushProperty name="color" value="#E71224"/>
    </inkml:brush>
  </inkml:definitions>
  <inkml:trace contextRef="#ctx0" brushRef="#br0">1 50 24575,'3'1'0,"0"0"0,-1 0 0,1 0 0,0 0 0,0 0 0,-1 1 0,1-1 0,-1 1 0,1 0 0,-1-1 0,0 1 0,4 4 0,24 26 0,29 69 0,-59-100 0,1 0 0,-1 0 0,1 0 0,0 0 0,-1 0 0,1-1 0,0 1 0,0 0 0,-1 0 0,1-1 0,0 1 0,0-1 0,0 1 0,0 0 0,0-1 0,0 0 0,0 1 0,0-1 0,0 0 0,0 1 0,0-1 0,0 0 0,0 0 0,0 0 0,0 0 0,0 0 0,0 0 0,0 0 0,0 0 0,0 0 0,0 0 0,0-1 0,0 1 0,0 0 0,0-1 0,0 1 0,0-1 0,0 1 0,0-1 0,0 0 0,0 1 0,-1-1 0,1 0 0,0 1 0,0-1 0,-1 0 0,1 0 0,0-1 0,4-5 0,0-1 0,0 1 0,-1-1 0,5-13 0,-6 15 0,7-16 0,2 0 0,0 1 0,1 0 0,20-24 0,-31 43 0,-1 1 0,1-1 0,-1 1 0,1-1 0,0 1 0,0-1 0,0 1 0,0 0 0,0 0 0,0 0 0,0 0 0,0 0 0,0 1 0,3-2 0,-3 2 0,-1 0 0,0 0 0,0 0 0,0 1 0,0-1 0,0 0 0,0 0 0,0 1 0,1-1 0,-1 1 0,0-1 0,0 1 0,0-1 0,-1 1 0,1 0 0,0-1 0,0 1 0,0 0 0,0 0 0,0 0 0,-1-1 0,1 1 0,0 0 0,-1 0 0,1 0 0,-1 0 0,1 0 0,-1 0 0,0 1 0,1 0 0,6 18 0,-2-5 0,1 0 0,0 0 0,1 0 0,1-1 0,10 15 0,-16-26 0,0 0 0,0-1 0,0 1 0,1-1 0,-1 1 0,1-1 0,0 0 0,0 0 0,0 0 0,0 0 0,0-1 0,0 1 0,0-1 0,1 1 0,-1-1 0,0 0 0,1-1 0,-1 1 0,1-1 0,-1 1 0,1-1 0,-1 0 0,1 0 0,-1-1 0,1 1 0,-1-1 0,1 1 0,-1-1 0,6-3 0,-6 3-62,0 0 0,-1-1 0,1 0 0,-1 0 0,1 0 0,-1 0 0,0 0 0,0 0 0,0 0 0,0-1 0,0 1 0,0-1-1,-1 0 1,1 1 0,-1-1 0,0 0 0,0 0 0,0 0 0,0 0 0,0 0 0,0-3 0,3-19-6764</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0:52.729"/>
    </inkml:context>
    <inkml:brush xml:id="br0">
      <inkml:brushProperty name="width" value="0.035" units="cm"/>
      <inkml:brushProperty name="height" value="0.035" units="cm"/>
      <inkml:brushProperty name="color" value="#E71224"/>
    </inkml:brush>
  </inkml:definitions>
  <inkml:trace contextRef="#ctx0" brushRef="#br0">0 1 24575,'6'1'0,"1"0"0,-1 1 0,0 0 0,0 1 0,0-1 0,-1 1 0,1 0 0,0 1 0,-1-1 0,0 1 0,7 6 0,3 1 0,5 3 0,-5-5 0,-1 1 0,0 0 0,-1 1 0,0 0 0,0 1 0,-1 1 0,-1 0 0,19 28 0,-2 10 0,-17-34 0,-1 0 0,-1 0 0,-1 1 0,0 0 0,-1 1 0,-1 0 0,-1 0 0,4 31 0,-8 154 0,-4-92 0,4-107-68,-1 0 0,0 0-1,0 1 1,-1-1 0,0 0 0,0 0-1,0 0 1,0 0 0,-1 0 0,1 0-1,-1 0 1,-1 0 0,1-1 0,-1 1-1,0-1 1,0 0 0,0 0 0,0 0-1,-5 4 1,-11 7-6758</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2:27.920"/>
    </inkml:context>
    <inkml:brush xml:id="br0">
      <inkml:brushProperty name="width" value="0.035" units="cm"/>
      <inkml:brushProperty name="height" value="0.035" units="cm"/>
      <inkml:brushProperty name="color" value="#E71224"/>
    </inkml:brush>
  </inkml:definitions>
  <inkml:trace contextRef="#ctx0" brushRef="#br0">1976 1447 24575,'215'3'-4740,"105"10"6429,69 1 1362,-47-15-3051,102 4 0,-393 2 0,0 3 0,88 24 0,-80-17 0,86 12 0,-8-17 0,59 7 0,318 106 0,-310-67 0,-34-10 0,237 54 0,-281-81 0,179 4 0,-91-11 0,71 20 0,158 8 0,355-39 0,-371-4 0,2169 3 0,-2259-28 0,-136 5 0,468-65 0,-503 56 0,-83 14 0,0 4 0,97-4 0,588-24 0,-176-36 0,-11 1 0,154 3 0,-611 60 0,355-14 0,1 27 0,-250 3 0,-177-4 0,0-3 0,0-2 0,82-22 0,-45 15 0,-66 12 0,0-2 0,42-11 0,-64 15 0,1-1 0,-1 0 0,1 0 0,-1 0 0,1 0 0,-1 0 0,1-1 0,-1 1 0,0-1 0,0 1 0,0-1 0,0 0 0,0 0 0,0 0 0,0 0 0,-1 0 0,1 0 0,-1 0 0,1-1 0,-1 1 0,0 0 0,0-1 0,0 1 0,0-1 0,0 0 0,-1 1 0,1-1 0,-1 0 0,0 1 0,0-1 0,0 0 0,0 1 0,0-1 0,0 0 0,-1 1 0,1-1 0,-1 0 0,0 1 0,0-1 0,-2-3 0,-1-3 0,0 0 0,-1 1 0,0-1 0,-1 1 0,0 0 0,0 0 0,0 1 0,-1 0 0,0 0 0,-10-7 0,-50-30 0,-1 3 0,-2 3 0,-126-48 0,112 55 0,39 16 0,-72-36 0,32 2 0,36 20 0,-83-35 0,66 38 0,-320-136 0,238 92 0,-250-79 0,114 68 0,-331-51 0,293 96 0,97 12 0,-481-39 0,328 34 0,-208 1 0,-3 29 0,226 2 0,-181 31 0,206-6 0,326-27 0,-610 40 0,0 31 0,-464 63 0,923-115 0,-179 47 0,108-17 0,-43-3 0,-101 20 0,105-17 0,-357 18 0,-27-56 0,5-51 0,85-22 0,354 36 0,53 6 0,-387-29 0,-356 48 0,395 2 0,441 0 0,0 4 0,0 2 0,-120 31 0,63-10 0,67-18 0,1 2 0,1 4 0,-63 26 0,-74 51 0,-93 41 0,272-129 0,1 1 0,-1 0 0,1 0 0,1 1 0,0 1 0,0-1 0,-13 15 0,21-20 0,-1 1 0,1 0 0,0-1 0,-1 2 0,2-1 0,-1 0 0,0 1 0,1-1 0,0 1 0,0 0 0,0-1 0,1 1 0,0 0 0,0 0 0,0 0 0,0 0 0,1 1 0,0-1 0,0 0 0,0 0 0,0 0 0,1 0 0,1 5 0,0-7 0,-1-1 0,0 1 0,1 0 0,-1-1 0,1 0 0,0 1 0,0-1 0,0 0 0,0 0 0,0 0 0,1 0 0,-1-1 0,1 1 0,-1 0 0,1-1 0,-1 0 0,1 0 0,0 0 0,0 0 0,-1 0 0,1 0 0,0-1 0,3 1 0,10 1 0,-1 0 0,1-2 0,17-1 0,-20 1 0,62-3 0,89 1 0,-135 3 0,-1 2 0,0 0 0,50 15 0,233 59 0,-118-32 0,-98-14 0,-70-22 0,0 0 0,1-2 0,0 0 0,33 2 0,-19-6 0,26 2 0,132 26 0,-54-5 0,14 4 0,-104-18 0,56 6 0,-94-16 0,51 12 0,-45-9 0,0 0 0,27 1 0,201-5 73,-126-2-1511,-97 1-5388</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2:32.136"/>
    </inkml:context>
    <inkml:brush xml:id="br0">
      <inkml:brushProperty name="width" value="0.035" units="cm"/>
      <inkml:brushProperty name="height" value="0.035" units="cm"/>
      <inkml:brushProperty name="color" value="#E71224"/>
    </inkml:brush>
  </inkml:definitions>
  <inkml:trace contextRef="#ctx0" brushRef="#br0">449 1 24575,'-11'21'0,"-14"29"0,-13 27 0,-6 16 0,5 3 0,-2-4 0,0-7 0,3-7 0,7-12 0,4-12 0,7-9 0,6-7 0,0-5 0,3-3 0,-2-6 0,1-2 0,-3 0 0,1-3-8191</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2:33.113"/>
    </inkml:context>
    <inkml:brush xml:id="br0">
      <inkml:brushProperty name="width" value="0.035" units="cm"/>
      <inkml:brushProperty name="height" value="0.035" units="cm"/>
      <inkml:brushProperty name="color" value="#E71224"/>
    </inkml:brush>
  </inkml:definitions>
  <inkml:trace contextRef="#ctx0" brushRef="#br0">0 0 24575,'1'7'0,"1"0"0,-1 0 0,1-1 0,1 1 0,-1-1 0,1 1 0,0-1 0,1 0 0,5 8 0,-1-1 0,152 225 0,-57-92 0,215 328 0,-246-382 0,-26-36 0,-40-48 0,0 0 0,0 0 0,-1 0 0,0 1 0,0 0 0,6 17 0,-8-16-151,1 0-1,0-1 0,1 0 0,0 0 1,1 0-1,0 0 0,0-1 1,10 10-1,0-3-6674</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2:34.299"/>
    </inkml:context>
    <inkml:brush xml:id="br0">
      <inkml:brushProperty name="width" value="0.035" units="cm"/>
      <inkml:brushProperty name="height" value="0.035" units="cm"/>
      <inkml:brushProperty name="color" value="#E71224"/>
    </inkml:brush>
  </inkml:definitions>
  <inkml:trace contextRef="#ctx0" brushRef="#br0">0 0 24575,'22'2'0,"-1"1"0,0 1 0,0 0 0,0 2 0,0 1 0,26 12 0,-3-3 0,92 32 0,3-7 0,163 27 0,-271-61 0,-1 1 0,30 12 0,30 8 0,-48-16 0,51 21 0,-54-17 0,55 13 0,-34-11 11,-1 3 1,-1 2-1,79 43 0,2 1-1421,-111-55-5416</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2:41.698"/>
    </inkml:context>
    <inkml:brush xml:id="br0">
      <inkml:brushProperty name="width" value="0.035" units="cm"/>
      <inkml:brushProperty name="height" value="0.035" units="cm"/>
      <inkml:brushProperty name="color" value="#E71224"/>
    </inkml:brush>
  </inkml:definitions>
  <inkml:trace contextRef="#ctx0" brushRef="#br0">1 0 24575,'1'77'0,"16"114"0,16 92 0,-20-142 0,-13-137-114,0-1 1,1 1-1,0-1 0,0 1 0,0-1 1,0 0-1,1 1 0,-1-1 0,1 0 1,0 0-1,4 5 0,7 5-6712</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2:43.103"/>
    </inkml:context>
    <inkml:brush xml:id="br0">
      <inkml:brushProperty name="width" value="0.035" units="cm"/>
      <inkml:brushProperty name="height" value="0.035" units="cm"/>
      <inkml:brushProperty name="color" value="#E71224"/>
    </inkml:brush>
  </inkml:definitions>
  <inkml:trace contextRef="#ctx0" brushRef="#br0">37 43 24575,'-1'15'0,"0"-1"0,-2 1 0,-5 20 0,-3 19 0,10-49 0,-10 113 0,11-99 0,0-1 0,1 0 0,0 0 0,7 27 0,-7-42 0,-1 1 0,2 0 0,-1-1 0,0 1 0,1-1 0,0 1 0,-1-1 0,1 0 0,1 0 0,-1 0 0,0 0 0,1 0 0,-1 0 0,1 0 0,0-1 0,0 0 0,0 1 0,4 1 0,-2-2 0,-1-1 0,1 1 0,0-1 0,0 1 0,0-1 0,0-1 0,0 1 0,0-1 0,0 0 0,0 0 0,10-2 0,3-1 0,-1-2 0,1 0 0,-1-1 0,-1-1 0,1 0 0,23-15 0,-24 11 0,1-1 0,-2-1 0,1 0 0,-2-2 0,0 1 0,-1-2 0,0 1 0,-1-2 0,-1 0 0,-1 0 0,0-1 0,-1 0 0,-1 0 0,-1-1 0,-1-1 0,0 1 0,-1-1 0,3-29 0,-8 45 0,0 1 0,0 0 0,0-1 0,0 1 0,-1 0 0,1 0 0,-1-1 0,0 1 0,0 0 0,0 0 0,0 0 0,0 0 0,-1 0 0,0 0 0,1 0 0,-1 0 0,0 0 0,-4-3 0,3 3 0,-1 1 0,1-1 0,-1 1 0,0 0 0,0 0 0,0 0 0,0 0 0,0 1 0,-1-1 0,1 1 0,0 0 0,-7 0 0,-3 0 0,0 1 0,0 0 0,-1 1 0,1 1 0,0 0 0,0 1 0,-23 7 0,29-7-151,0 0-1,0 1 0,0 0 0,0 0 1,0 1-1,1-1 0,0 2 1,-7 5-1,-1 5-6674</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2:30.227"/>
    </inkml:context>
    <inkml:brush xml:id="br0">
      <inkml:brushProperty name="width" value="0.035" units="cm"/>
      <inkml:brushProperty name="height" value="0.035" units="cm"/>
      <inkml:brushProperty name="color" value="#E71224"/>
    </inkml:brush>
  </inkml:definitions>
  <inkml:trace contextRef="#ctx0" brushRef="#br0">5 93 24575,'0'800'0,"-2"-950"0,0 5 0,18-164 0,-13 284 0,2 1 0,0 0 0,1 0 0,2 1 0,0-1 0,2 2 0,0-1 0,17-26 0,-24 45 0,-1 1 0,0-1 0,1 1 0,0 0 0,0 0 0,0 0 0,0 0 0,0 0 0,1 0 0,-1 1 0,1 0 0,-1 0 0,1 0 0,0 0 0,0 0 0,0 1 0,0 0 0,0-1 0,0 2 0,1-1 0,-1 0 0,0 1 0,0 0 0,1 0 0,-1 0 0,0 0 0,0 1 0,1 0 0,-1 0 0,0 0 0,0 0 0,0 1 0,0-1 0,0 1 0,0 0 0,-1 0 0,1 0 0,-1 1 0,1 0 0,-1-1 0,0 1 0,0 0 0,0 0 0,0 1 0,-1-1 0,1 1 0,-1-1 0,0 1 0,0 0 0,0 0 0,1 4 0,2 11 0,-1 1 0,-1-1 0,-1 1 0,-1 0 0,0 0 0,-4 26 0,2-16 0,4 52 0,4-43 0,23 73 0,-24-92 0,10 45 0,-14-49 0,2 0 0,0-1 0,0 0 0,2 0 0,11 24 0,-9-25-273,0-1 0,2 1 0,-1-1 0,22 20 0,-12-16-6553</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2:31.247"/>
    </inkml:context>
    <inkml:brush xml:id="br0">
      <inkml:brushProperty name="width" value="0.035" units="cm"/>
      <inkml:brushProperty name="height" value="0.035" units="cm"/>
      <inkml:brushProperty name="color" value="#E71224"/>
    </inkml:brush>
  </inkml:definitions>
  <inkml:trace contextRef="#ctx0" brushRef="#br0">0 96 24575,'6'0'0,"6"-6"0,8-1 0,-1-5 0,2 0 0,4 1 0,1 3 0,3-2 0,1 0 0,2 2 0,-1 2 0,1 3 0,0 1 0,0 1 0,-6 1-8191</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2:44.130"/>
    </inkml:context>
    <inkml:brush xml:id="br0">
      <inkml:brushProperty name="width" value="0.035" units="cm"/>
      <inkml:brushProperty name="height" value="0.035" units="cm"/>
      <inkml:brushProperty name="color" value="#E71224"/>
    </inkml:brush>
  </inkml:definitions>
  <inkml:trace contextRef="#ctx0" brushRef="#br0">1 455 24575,'11'0'0,"8"-6"0,18-12 0,23-13 0,18-8 0,12-7 0,6-1 0,-8-4 0,-8 8 0,-7 10 0,-10 6 0,-12 2 0,-7 0 0,-8 4 0,2 6 0,-1 0 0,-6 2-8191</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2:45.280"/>
    </inkml:context>
    <inkml:brush xml:id="br0">
      <inkml:brushProperty name="width" value="0.035" units="cm"/>
      <inkml:brushProperty name="height" value="0.035" units="cm"/>
      <inkml:brushProperty name="color" value="#E71224"/>
    </inkml:brush>
  </inkml:definitions>
  <inkml:trace contextRef="#ctx0" brushRef="#br0">0 1 24575,'0'5'0,"6"8"0,1 6 0,-1 5 0,5-1 0,0 6 0,-2 4 0,3-4 0,-1-2 0,-1 0 0,-4 1 0,3 0 0,0 2 0,-1 1 0,-3 0 0,-1 0 0,3-5 0,1-7-8191</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2:46.792"/>
    </inkml:context>
    <inkml:brush xml:id="br0">
      <inkml:brushProperty name="width" value="0.035" units="cm"/>
      <inkml:brushProperty name="height" value="0.035" units="cm"/>
      <inkml:brushProperty name="color" value="#E71224"/>
    </inkml:brush>
  </inkml:definitions>
  <inkml:trace contextRef="#ctx0" brushRef="#br0">1 41 24575,'0'409'0,"0"-402"0,0 0 0,0 0 0,1 0 0,0 0 0,0-1 0,0 1 0,1 0 0,0-1 0,1 1 0,5 10 0,-6-13 0,1-1 0,0 0 0,-1 0 0,1 0 0,0-1 0,0 1 0,1-1 0,-1 1 0,0-1 0,1 0 0,0 0 0,-1-1 0,1 1 0,0-1 0,0 0 0,0 0 0,0 0 0,0 0 0,6 0 0,11 0 0,0-1 0,0-1 0,0-1 0,0 0 0,-1-2 0,1 0 0,30-12 0,-40 12 0,0-1 0,-1 0 0,0-1 0,0 0 0,0 0 0,-1-1 0,0 0 0,0-1 0,0 0 0,-1-1 0,-1 1 0,1-2 0,11-18 0,-7 7 0,0-1 0,-2-1 0,0 1 0,-2-2 0,10-36 0,-6 16 0,9-44 0,-20 81 0,0 0 0,0-1 0,-1 1 0,0 0 0,0-1 0,-1 1 0,0 0 0,0 0 0,-4-10 0,4 14 0,0 0 0,-1 1 0,0-1 0,0 1 0,0-1 0,0 1 0,0-1 0,0 1 0,0 0 0,-1 0 0,1 0 0,-1 1 0,0-1 0,1 1 0,-1-1 0,0 1 0,0 0 0,0 0 0,0 0 0,0 0 0,0 1 0,-6-1 0,-8-1 0,0 1 0,-34 2 0,31 0 0,-12 0-273,1 1 0,0 1 0,0 2 0,-32 9 0,41-8-6553</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3:03.190"/>
    </inkml:context>
    <inkml:brush xml:id="br0">
      <inkml:brushProperty name="width" value="0.035" units="cm"/>
      <inkml:brushProperty name="height" value="0.035" units="cm"/>
      <inkml:brushProperty name="color" value="#E71224"/>
    </inkml:brush>
  </inkml:definitions>
  <inkml:trace contextRef="#ctx0" brushRef="#br0">1 0 24575,'0'16'0,"0"0"0,1 0 0,1-1 0,0 1 0,1-1 0,1 0 0,0 0 0,2 0 0,-1 0 0,11 17 0,-6-13 0,-1-1 0,0-1 0,2-1 0,0 1 0,24 26 0,12 11 0,-32-36 0,1 0 0,23 21 0,-34-36 10,0 1-1,0-1 0,0 0 1,1 0-1,0-1 0,-1 0 1,1 0-1,0 0 1,0 0-1,11 1 0,4-2-518,38 0 0,-50-2 59,19 0-6376</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3:16.292"/>
    </inkml:context>
    <inkml:brush xml:id="br0">
      <inkml:brushProperty name="width" value="0.035" units="cm"/>
      <inkml:brushProperty name="height" value="0.035" units="cm"/>
      <inkml:brushProperty name="color" value="#E71224"/>
    </inkml:brush>
  </inkml:definitions>
  <inkml:trace contextRef="#ctx0" brushRef="#br0">173 0 24575,'-3'2'0,"1"-1"0,-1 1 0,1 0 0,-1-1 0,1 1 0,0 1 0,-1-1 0,1 0 0,0 0 0,1 1 0,-1-1 0,0 1 0,1-1 0,-1 1 0,-1 4 0,-3 4 0,-5 9 0,1 0 0,1 1 0,1 0 0,0 1 0,-7 37 0,9-32 0,-1-1 0,-1 0 0,-19 40 0,23-60 0,1 0 0,0 0 0,0 1 0,1-1 0,0 1 0,0-1 0,1 1 0,-2 10 0,3-15 0,0 0 0,1 0 0,-1 0 0,0 0 0,1 0 0,0 0 0,-1 0 0,1-1 0,0 1 0,0 0 0,0 0 0,0-1 0,0 1 0,0 0 0,0-1 0,1 1 0,-1-1 0,1 0 0,-1 1 0,1-1 0,-1 0 0,1 0 0,0 0 0,0 0 0,-1 0 0,1 0 0,0-1 0,0 1 0,0-1 0,0 1 0,0-1 0,0 1 0,3-1 0,13 3 0,1-1 0,-1-1 0,1-1 0,0 0 0,-1-1 0,1-1 0,-1-1 0,1-1 0,-1 0 0,0-1 0,0-1 0,-1-1 0,31-17 0,-17 8-1365,-4 3-5461</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3:20.308"/>
    </inkml:context>
    <inkml:brush xml:id="br0">
      <inkml:brushProperty name="width" value="0.035" units="cm"/>
      <inkml:brushProperty name="height" value="0.035" units="cm"/>
      <inkml:brushProperty name="color" value="#E71224"/>
    </inkml:brush>
  </inkml:definitions>
  <inkml:trace contextRef="#ctx0" brushRef="#br0">2 1 24575,'-2'101'0,"5"112"0,-3-211 0,0 0 0,0 0 0,1 1 0,-1-1 0,1 0 0,-1 0 0,1 1 0,0-1 0,0 0 0,0 0 0,0 0 0,0 0 0,0 0 0,1 0 0,-1 0 0,1-1 0,-1 1 0,1 0 0,0-1 0,0 1 0,-1-1 0,1 0 0,0 0 0,0 1 0,0-1 0,0-1 0,1 1 0,2 1 0,-2-2 0,-1 1 0,1-1 0,0 0 0,-1 0 0,1-1 0,0 1 0,0 0 0,-1-1 0,1 0 0,0 0 0,-1 1 0,1-1 0,-1-1 0,1 1 0,-1 0 0,0-1 0,0 1 0,1-1 0,-1 0 0,0 1 0,0-1 0,0 0 0,2-5 0,6-7 0,0-2 0,-2 1 0,10-23 0,-13 25 0,0 1 0,1 0 0,1 0 0,0 0 0,1 1 0,0 0 0,11-11 0,-18 20 0,0 1 0,0 0 0,1-1 0,-1 1 0,1 0 0,-1 0 0,1 0 0,-1 0 0,1 0 0,0 0 0,-1 0 0,1 1 0,0-1 0,0 0 0,-1 1 0,1 0 0,0-1 0,0 1 0,0 0 0,0 0 0,2 0 0,-3 1 0,1 0 0,-1-1 0,1 1 0,-1 0 0,0 0 0,1 0 0,-1 0 0,0 0 0,0 1 0,0-1 0,0 0 0,0 0 0,0 1 0,0-1 0,0 1 0,0-1 0,-1 1 0,2 2 0,1 8 0,0-1 0,-1 1 0,0 0 0,-1-1 0,0 16 0,-2-13 0,0-1 0,-1 1 0,-1-1 0,0 1 0,-1-1 0,-1 0 0,-8 18 0,6-15 0,1 1 0,0 0 0,-4 25 0,10-42 0,0 0 0,-1 1 0,1-1 0,0 1 0,0-1 0,0 0 0,0 1 0,0-1 0,0 1 0,0-1 0,0 0 0,0 1 0,0-1 0,0 1 0,0-1 0,0 0 0,0 1 0,0-1 0,1 1 0,-1-1 0,0 0 0,0 1 0,0-1 0,1 0 0,-1 1 0,0-1 0,0 0 0,1 1 0,-1-1 0,0 0 0,1 0 0,-1 1 0,13-5 0,13-18 0,-1-6 0,35-47 0,-43 51 0,2 0 0,0 2 0,34-32 0,-52 54 0,-1-1 0,1 0 0,0 1 0,-1-1 0,1 0 0,0 1 0,-1-1 0,1 1 0,0-1 0,0 1 0,0-1 0,0 1 0,-1 0 0,1-1 0,0 1 0,0 0 0,0 0 0,0-1 0,0 1 0,0 0 0,0 0 0,0 0 0,0 0 0,0 0 0,0 1 0,0-1 0,-1 0 0,1 0 0,0 0 0,0 1 0,0-1 0,0 1 0,0-1 0,-1 1 0,1-1 0,1 2 0,1 1 0,-1 1 0,0 0 0,1-1 0,-2 1 0,1 0 0,2 9 0,-2-9 0,-1 0 0,1 1 0,-1-1 0,1 0 0,1 0 0,3 5 0,-3-6 0,-1 0 0,1-1 0,1 1 0,-1-1 0,0 0 0,0 0 0,1 0 0,-1 0 0,1-1 0,0 1 0,-1-1 0,1 0 0,0 0 0,0 0 0,7 0 0,-5-1 0,1 0 0,0-1 0,0 0 0,-1 0 0,1-1 0,-1 1 0,1-1 0,9-5 0,-2 0 0,-1 0 0,0-1 0,0 0 0,-1-1 0,0-1 0,-1 0 0,16-18 0,-22 22 0,-1 1 0,0-2 0,0 1 0,-1 0 0,0-1 0,0 1 0,-1-1 0,4-12 0,-6 17 0,1 1 0,-1-1 0,0 1 0,1-1 0,-1 1 0,0-1 0,0 1 0,0-1 0,0 1 0,-1-1 0,1 1 0,0-1 0,0 1 0,-1-1 0,1 1 0,-1 0 0,0-1 0,1 1 0,-1 0 0,0-1 0,0 1 0,1 0 0,-1 0 0,0 0 0,0 0 0,-1 0 0,1 0 0,0 0 0,0 0 0,0 0 0,-1 0 0,1 0 0,0 1 0,-1-1 0,1 1 0,-1-1 0,1 1 0,0-1 0,-1 1 0,1 0 0,-1 0 0,1 0 0,-1 0 0,1 0 0,-1 0 0,1 0 0,-3 1 0,-9 0 15,0 1 0,0 0 0,1 0 0,-1 2 0,1 0 0,0 0 0,-16 8 0,-2 4-758,-42 30 1,51-32-6084</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3:05.628"/>
    </inkml:context>
    <inkml:brush xml:id="br0">
      <inkml:brushProperty name="width" value="0.035" units="cm"/>
      <inkml:brushProperty name="height" value="0.035" units="cm"/>
      <inkml:brushProperty name="color" value="#E71224"/>
    </inkml:brush>
  </inkml:definitions>
  <inkml:trace contextRef="#ctx0" brushRef="#br0">0 4 24575,'2'21'0,"1"-1"0,1 1 0,1-1 0,1 0 0,10 23 0,-9-23 0,49 158 0,-29-104 0,-16-46 0,9 34 0,-15-31 0,-3-21 0,-3-27 0,-6-58 0,4-1 0,8-87 0,-3 152 0,0-1 0,0 1 0,1 0 0,1 0 0,0 0 0,0 0 0,1 0 0,0 1 0,1 0 0,1 0 0,-1 1 0,14-15 0,-14 18 0,0-1 0,0 2 0,0-1 0,1 1 0,-1 0 0,1 0 0,1 1 0,-1 0 0,1 0 0,-1 1 0,1 0 0,0 0 0,0 1 0,0 0 0,1 0 0,-1 1 0,16-1 0,-21 3 0,0-1 0,0 0 0,-1 0 0,1 1 0,0 0 0,-1-1 0,1 1 0,-1 0 0,1 1 0,-1-1 0,1 0 0,-1 1 0,0-1 0,1 1 0,-1-1 0,0 1 0,3 4 0,-2-2 0,0 0 0,-1 0 0,1 1 0,-1-1 0,0 0 0,-1 1 0,1-1 0,-1 1 0,2 7 0,-1 5 0,-1 1 0,-1-1 0,0 0 0,-4 29 0,2-36 0,0-1 0,-1 0 0,0 0 0,0 0 0,-1 0 0,0-1 0,-1 1 0,1-1 0,-2 0 0,1 0 0,-1-1 0,0 0 0,-1 0 0,0 0 0,0 0 0,0-1 0,-1-1 0,-10 7 0,16-11 0,1 0 0,-1 0 0,0 0 0,1-1 0,-1 1 0,1-1 0,-1 1 0,0-1 0,0 0 0,1 1 0,-1-1 0,0 0 0,0 0 0,1 0 0,-1 0 0,0-1 0,0 1 0,1 0 0,-1-1 0,0 1 0,-2-2 0,3 1 0,0 1 0,1-1 0,-1 0 0,0 1 0,1-1 0,-1 0 0,1 0 0,-1 1 0,1-1 0,-1 0 0,1 0 0,0 0 0,-1 1 0,1-1 0,0 0 0,0 0 0,0 0 0,-1 0 0,1 0 0,0 0 0,0 0 0,0 0 0,0 1 0,1-1 0,-1 0 0,0 0 0,0 0 0,0 0 0,1 0 0,-1 0 0,1 1 0,-1-1 0,0 0 0,1 0 0,-1 1 0,1-1 0,0 0 0,-1 0 0,1 1 0,0-1 0,-1 1 0,1-1 0,1 0 0,3-4 0,1-1 0,0 1 0,1 1 0,-1 0 0,1-1 0,0 2 0,0-1 0,0 1 0,0 0 0,0 1 0,14-4 0,-5 3 0,0 1 0,-1 0 0,1 1 0,29 1 0,-42 1 0,0-1 0,0 1 0,0-1 0,0 1 0,0 0 0,0 0 0,0 0 0,-1 0 0,1 1 0,0-1 0,-1 1 0,1-1 0,-1 1 0,0 0 0,0 0 0,1 0 0,2 4 0,-2-2 0,-1 1 0,1-1 0,-1 1 0,1 0 0,-1 0 0,-1 0 0,1-1 0,-1 2 0,2 8 0,-2-7 0,0 1 0,-1-1 0,0 1 0,0 0 0,-1-1 0,0 1 0,0-1 0,0 1 0,-1-1 0,0 0 0,-1 1 0,0-1 0,0 0 0,-5 8 0,-4 0-80,0 0 0,-1-1-1,-1 0 1,0-1 0,-1-1-1,0 0 1,-1-1 0,0-1-1,0 0 1,-1-1 0,-1-1 0,1-1-1,-1 0 1,-1-1 0,1-1-1,-30 4 1,20-7-6746</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3:07.149"/>
    </inkml:context>
    <inkml:brush xml:id="br0">
      <inkml:brushProperty name="width" value="0.035" units="cm"/>
      <inkml:brushProperty name="height" value="0.035" units="cm"/>
      <inkml:brushProperty name="color" value="#E71224"/>
    </inkml:brush>
  </inkml:definitions>
  <inkml:trace contextRef="#ctx0" brushRef="#br0">1 19 24575,'5'0'0,"0"-1"0,0 0 0,0 0 0,0 0 0,0-1 0,5-1 0,-6 1 0,0 1 0,0-1 0,0 1 0,1 0 0,-1 0 0,0 1 0,0-1 0,1 1 0,7 0 0,-9 1 0,1 0 0,-1 0 0,1 0 0,-1 1 0,0-1 0,1 1 0,-1-1 0,0 1 0,0 0 0,0 1 0,0-1 0,-1 0 0,1 1 0,-1-1 0,1 1 0,-1 0 0,0 0 0,0 0 0,0 0 0,-1 0 0,1 1 0,-1-1 0,1 0 0,-1 1 0,0-1 0,0 1 0,0 5 0,2 10 0,-1 0 0,-1 1 0,-2 36 0,0-39 0,-3 299-1365,4-289-5461</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3:09.821"/>
    </inkml:context>
    <inkml:brush xml:id="br0">
      <inkml:brushProperty name="width" value="0.035" units="cm"/>
      <inkml:brushProperty name="height" value="0.035" units="cm"/>
      <inkml:brushProperty name="color" value="#E71224"/>
    </inkml:brush>
  </inkml:definitions>
  <inkml:trace contextRef="#ctx0" brushRef="#br0">0 0 24575,'0'6'0,"5"11"0,2 10 0,0 4 0,-1 3 0,3 1 0,1-1 0,3 0 0,1-1 0,-4 0 0,3-6 0,-1-3 0,3-4 0,-2-2 0,3-2 0,-1 0 0,-4 3 0,-3-2-8191</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3:11.923"/>
    </inkml:context>
    <inkml:brush xml:id="br0">
      <inkml:brushProperty name="width" value="0.035" units="cm"/>
      <inkml:brushProperty name="height" value="0.035" units="cm"/>
      <inkml:brushProperty name="color" value="#E71224"/>
    </inkml:brush>
  </inkml:definitions>
  <inkml:trace contextRef="#ctx0" brushRef="#br0">55 1 24575,'1'48'0,"-5"113"0,1-137 0,0-1 0,-2 0 0,0 0 0,-16 41 0,18-59 0,2-2 0,-1 0 0,1 0 0,-1 0 0,1 1 0,0-1 0,0 0 0,0 0 0,1 1 0,-1-1 0,0 6 0,5-14 0,-1 0 0,0 1 0,0-1 0,0 0 0,2-6 0,2-5 0,2-4 0,0 1 0,20-30 0,-24 42 0,0 1 0,1-1 0,0 1 0,0 1 0,0-1 0,1 1 0,0 0 0,0 0 0,0 1 0,10-5 0,-5 4 0,0 1 0,1 0 0,-1 1 0,1 0 0,0 1 0,0 1 0,0 0 0,0 0 0,0 1 0,0 1 0,-1 0 0,1 1 0,0 1 0,0 0 0,-1 0 0,13 6 0,-21-7 0,0 0 0,-1 1 0,1-1 0,-1 1 0,1 0 0,-1 0 0,0 0 0,0 1 0,0-1 0,-1 1 0,1-1 0,-1 1 0,0 0 0,0 0 0,0 0 0,0 0 0,-1 0 0,0 0 0,0 1 0,0-1 0,0 0 0,0 8 0,0 9 0,0-1 0,-1 1 0,-5 29 0,1-26-151,-1 0-1,-1-1 0,-2 0 0,0-1 1,-1 1-1,-1-2 0,-1 1 1,-16 21-1,12-18-6674</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3:13.125"/>
    </inkml:context>
    <inkml:brush xml:id="br0">
      <inkml:brushProperty name="width" value="0.035" units="cm"/>
      <inkml:brushProperty name="height" value="0.035" units="cm"/>
      <inkml:brushProperty name="color" value="#E71224"/>
    </inkml:brush>
  </inkml:definitions>
  <inkml:trace contextRef="#ctx0" brushRef="#br0">1 454 24575,'0'-6'0,"1"-1"0,-1 0 0,2 1 0,-1-1 0,1 1 0,0-1 0,0 1 0,1 0 0,0 0 0,4-7 0,6-6 0,23-29 0,-24 33 0,99-112 0,-51 30 0,-55 90-57,0 0-1,1 0 1,0 1-1,0 0 1,11-9-1,-7 7-962,6-6-5806</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3:21.788"/>
    </inkml:context>
    <inkml:brush xml:id="br0">
      <inkml:brushProperty name="width" value="0.035" units="cm"/>
      <inkml:brushProperty name="height" value="0.035" units="cm"/>
      <inkml:brushProperty name="color" value="#E71224"/>
    </inkml:brush>
  </inkml:definitions>
  <inkml:trace contextRef="#ctx0" brushRef="#br0">0 0 24575,'1'15'0,"1"0"0,0 0 0,9 27 0,-2-8 0,-3-7 0,4 14 0,-1 0 0,4 70 0,-13 170 57,-1-148-1479,1-105-5404</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3:23.889"/>
    </inkml:context>
    <inkml:brush xml:id="br0">
      <inkml:brushProperty name="width" value="0.035" units="cm"/>
      <inkml:brushProperty name="height" value="0.035" units="cm"/>
      <inkml:brushProperty name="color" value="#E71224"/>
    </inkml:brush>
  </inkml:definitions>
  <inkml:trace contextRef="#ctx0" brushRef="#br0">0 121 24575,'1'-3'0,"0"0"0,0 0 0,0 0 0,0 0 0,0 0 0,0 0 0,1 0 0,-1 1 0,1-1 0,0 0 0,0 1 0,0-1 0,0 1 0,5-4 0,-1 0 0,0 1 0,0 0 0,1 1 0,13-8 0,-13 9 0,0 0 0,0 1 0,0 0 0,0 0 0,1 0 0,-1 1 0,1 0 0,-1 1 0,1 0 0,-1 0 0,1 0 0,0 1 0,-1 0 0,13 4 0,-15-4 0,0 1 0,-1 0 0,1 0 0,0 1 0,-1-1 0,1 1 0,-1 0 0,0 0 0,0 1 0,0-1 0,0 1 0,0 0 0,-1 0 0,0 0 0,0 0 0,0 1 0,0-1 0,-1 1 0,0 0 0,0 0 0,3 8 0,0 15 0,-2 0 0,0 0 0,-2 0 0,-1 0 0,-4 37 0,0 16 0,3-44 0,0-23 0,0 1 0,1 0 0,1 0 0,0-1 0,6 26 0,-7-39 0,0 0 0,0-1 0,0 1 0,1 0 0,-1 0 0,0 0 0,1 0 0,-1 0 0,1 0 0,-1-1 0,1 1 0,-1 0 0,1 0 0,0-1 0,-1 1 0,1 0 0,0-1 0,0 1 0,-1-1 0,1 1 0,0-1 0,0 1 0,0-1 0,0 1 0,-1-1 0,1 0 0,0 0 0,0 1 0,0-1 0,1 0 0,1-1 0,-1 1 0,0-1 0,0 1 0,1-1 0,-1 0 0,0 0 0,0 0 0,0-1 0,0 1 0,0 0 0,0-1 0,1-1 0,8-7 0,-1-1 0,16-22 0,-25 32 0,13-22 0,-1 1 0,-1-2 0,-1 0 0,8-26 0,2-3 0,-16 41 0,8-21 0,2 1 0,24-38 0,-38 68 0,0 0 0,0 0 0,0 1 0,0-1 0,0 0 0,0 1 0,1-1 0,-1 1 0,1-1 0,-1 1 0,1 0 0,-1 0 0,1 0 0,0 0 0,0 0 0,0 0 0,-1 0 0,1 0 0,0 1 0,0-1 0,0 1 0,0 0 0,0-1 0,0 1 0,0 0 0,4 0 0,-4 1 0,0 0 0,0 0 0,0 1 0,0-1 0,0 0 0,0 1 0,-1-1 0,1 1 0,0 0 0,-1-1 0,0 1 0,1 0 0,-1 0 0,0 0 0,0 0 0,0 0 0,0 0 0,0 0 0,-1 1 0,1-1 0,0 0 0,-1 0 0,1 4 0,0 4 0,1-1 0,0 0 0,1 0 0,0-1 0,0 1 0,1 0 0,6 9 0,-7-14 0,-1 0 0,1 0 0,0-1 0,1 0 0,-1 0 0,1 0 0,-1 0 0,1 0 0,0 0 0,0-1 0,0 0 0,0 0 0,0 0 0,1-1 0,-1 1 0,9 1 0,-2-1 0,-1 0 0,0-1 0,1-1 0,-1 0 0,0 0 0,1 0 0,-1-2 0,20-4 0,-23 4 0,-1 0 0,0 0 0,1-1 0,-1 0 0,0-1 0,-1 1 0,1-1 0,0 0 0,-1-1 0,0 1 0,0-1 0,-1 0 0,1 0 0,6-10 0,6-11 0,15-33 0,-28 49 0,1 0 0,-2 0 0,1 0 0,-2-1 0,1 1 0,-1-1 0,0-11 0,-2 20 0,0 0 0,0 0 0,0-1 0,0 1 0,0 0 0,0 0 0,-1-1 0,1 1 0,-1 0 0,0 0 0,0 0 0,0 0 0,0 0 0,0 0 0,0 0 0,0 0 0,-1 0 0,1 1 0,-1-1 0,-1-2 0,0 2 0,0 0 0,0 1 0,-1-1 0,1 1 0,0-1 0,0 1 0,-1 0 0,1 0 0,-1 1 0,1-1 0,-7 0 0,-4 1 0,0 1 0,1 0 0,-1 1 0,0 0 0,-19 7 0,14-3 0,0 1 0,1 1 0,0 0 0,1 2 0,0 0 0,0 0 0,1 2 0,0 0 0,1 1 0,1 0 0,-20 24 0,-3 5-1365,19-23-5461</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3:25.841"/>
    </inkml:context>
    <inkml:brush xml:id="br0">
      <inkml:brushProperty name="width" value="0.035" units="cm"/>
      <inkml:brushProperty name="height" value="0.035" units="cm"/>
      <inkml:brushProperty name="color" value="#E71224"/>
    </inkml:brush>
  </inkml:definitions>
  <inkml:trace contextRef="#ctx0" brushRef="#br0">1 0 24575,'10'13'0,"-1"1"0,-1 0 0,0 0 0,0 1 0,-2 0 0,0 1 0,6 22 0,-7-23 0,13 57 0,-14-53 0,0 0 0,1 0 0,12 26 0,-10-26 0,0 0 0,-2 0 0,0 1 0,-1 0 0,-1-1 0,-1 1 0,0 28 0,1 5 0,-2-50 0,-1 0 0,1 1 0,0-1 0,-1 0 0,1 0 0,1-1 0,-1 1 0,0 0 0,1 0 0,-1 0 0,1-1 0,0 1 0,0-1 0,0 1 0,0-1 0,0 0 0,1 0 0,4 3 0,-6-4 0,0 0 0,0-1 0,0 1 0,1-1 0,-1 1 0,0-1 0,0 0 0,1 1 0,-1-1 0,0 0 0,1 0 0,-1 0 0,0 0 0,0 0 0,1 0 0,-1 0 0,0-1 0,3 0 0,-2 0 0,-1 0 0,1 0 0,-1 0 0,1 0 0,0 0 0,-1-1 0,0 1 0,1 0 0,-1-1 0,0 1 0,0-1 0,0 0 0,0 1 0,0-1 0,0 0 0,1-2 0,1-6 0,0 0 0,0 0 0,-1 0 0,0-1 0,0 1 0,-1-13 0,-3-69 0,0 43 0,0-23 0,3-135 0,-1 205 0,0-1 0,1 0 0,-1 0 0,1 0 0,0 0 0,0 0 0,0 1 0,0-1 0,0 0 0,0 1 0,1-1 0,-1 1 0,1-1 0,0 1 0,0 0 0,0 0 0,0 0 0,0 0 0,0 0 0,4-3 0,-2 4 0,0-1 0,0 0 0,-1 1 0,1 0 0,0 0 0,0 0 0,1 1 0,-1-1 0,0 1 0,0 0 0,0 0 0,0 0 0,5 1 0,-2 0 0,0 1 0,-1-1 0,1 1 0,-1 0 0,1 1 0,-1-1 0,0 1 0,0 0 0,0 1 0,0 0 0,-1 0 0,1 0 0,-1 0 0,0 1 0,-1 0 0,1 0 0,6 10 0,-6-5 0,-1 1 0,0 0 0,-1 1 0,0-1 0,-1 0 0,0 1 0,-1 0 0,-1-1 0,1 1 0,-2 0 0,-1 14 0,-2 3 0,-2-1 0,0 0 0,-15 37 0,0 4 0,14-46 0,0 1 0,-1-1 0,-15 27 0,19-42 0,0-1 0,-1 0 0,0-1 0,0 1 0,0-1 0,-1 0 0,0-1 0,0 1 0,0-1 0,-1 0 0,0-1 0,0 1 0,-14 5 0,-44 31-423,53-33-519,-8 6-5884</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3:26.934"/>
    </inkml:context>
    <inkml:brush xml:id="br0">
      <inkml:brushProperty name="width" value="0.035" units="cm"/>
      <inkml:brushProperty name="height" value="0.035" units="cm"/>
      <inkml:brushProperty name="color" value="#E71224"/>
    </inkml:brush>
  </inkml:definitions>
  <inkml:trace contextRef="#ctx0" brushRef="#br0">1 1 24575,'3'55'0,"2"-1"0,19 81 0,-13-79 0,-2 1 0,2 65 0,-11-9-1365,0-83-5461</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3:28.472"/>
    </inkml:context>
    <inkml:brush xml:id="br0">
      <inkml:brushProperty name="width" value="0.035" units="cm"/>
      <inkml:brushProperty name="height" value="0.035" units="cm"/>
      <inkml:brushProperty name="color" value="#E71224"/>
    </inkml:brush>
  </inkml:definitions>
  <inkml:trace contextRef="#ctx0" brushRef="#br0">69 38 24575,'-1'6'0,"0"1"0,0-1 0,0 0 0,-1 0 0,0 0 0,0 0 0,-1 0 0,1 0 0,-2-1 0,-5 10 0,4-7 0,0 0 0,1-1 0,0 2 0,-5 15 0,3 11 0,2 0 0,2 1 0,0-1 0,6 51 0,-1-3 0,-2-49 0,1 0 0,3 0 0,12 52 0,-17-84 0,0 0 0,1 0 0,-1 1 0,1-1 0,0 0 0,-1 0 0,1 0 0,0 0 0,0 0 0,0 0 0,1 0 0,-1 0 0,0 0 0,1-1 0,-1 1 0,1-1 0,-1 1 0,1-1 0,0 1 0,0-1 0,0 0 0,0 0 0,0 0 0,0 0 0,0 0 0,0 0 0,0 0 0,0-1 0,3 1 0,-1-1 0,0-1 0,1 0 0,-1 1 0,0-2 0,0 1 0,0 0 0,0-1 0,0 0 0,0 0 0,0 0 0,-1 0 0,1-1 0,-1 1 0,0-1 0,4-3 0,9-10 0,0-1 0,-2 0 0,0-1 0,0-1 0,20-38 0,41-111 0,-69 150 0,0-1 0,0 0 0,-2 0 0,-1 0 0,0-1 0,0-35 0,-3 44 0,-1 0 0,0 0 0,0 0 0,-1 1 0,0-1 0,-1 1 0,0 0 0,-1-1 0,0 1 0,-1 1 0,0-1 0,0 1 0,-13-17 0,14 22-80,-1 0 0,0 0-1,0 0 1,0 1 0,-1-1-1,1 1 1,-1 1 0,0-1-1,0 1 1,1 0 0,-2 0 0,1 1-1,0-1 1,0 1 0,0 1-1,-9-1 1,-12 0-6746</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3:35.958"/>
    </inkml:context>
    <inkml:brush xml:id="br0">
      <inkml:brushProperty name="width" value="0.035" units="cm"/>
      <inkml:brushProperty name="height" value="0.035" units="cm"/>
      <inkml:brushProperty name="color" value="#E71224"/>
    </inkml:brush>
  </inkml:definitions>
  <inkml:trace contextRef="#ctx0" brushRef="#br0">0 660 24575,'6'0'0,"-1"-1"0,0-1 0,1 1 0,-1-1 0,0 0 0,0 0 0,9-5 0,4-1 0,162-75 0,275-174 0,-436 247 0,0 0 0,24-8 0,-26 11 0,0 0 0,0-1 0,22-15 0,39-33 0,-18 11 0,76-42 0,-128 83-341,1 1 0,-1-1-1,18-4 1,-4 4-6485</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3:37.674"/>
    </inkml:context>
    <inkml:brush xml:id="br0">
      <inkml:brushProperty name="width" value="0.035" units="cm"/>
      <inkml:brushProperty name="height" value="0.035" units="cm"/>
      <inkml:brushProperty name="color" value="#E71224"/>
    </inkml:brush>
  </inkml:definitions>
  <inkml:trace contextRef="#ctx0" brushRef="#br0">1 0 24575,'1'46'0,"3"0"0,16 81 0,36 86 0,-34-134 0,10 39 0,23 169 0,-42-201 0,-5-38 0,2 50 0,6 32 0,-9-87 0,1 50 0,-5-61 66,10 52-1,1 18-1561,-12-75-5330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4:39.072"/>
    </inkml:context>
    <inkml:brush xml:id="br0">
      <inkml:brushProperty name="width" value="0.035" units="cm"/>
      <inkml:brushProperty name="height" value="0.035" units="cm"/>
      <inkml:brushProperty name="color" value="#E71224"/>
    </inkml:brush>
  </inkml:definitions>
  <inkml:trace contextRef="#ctx0" brushRef="#br0">226 1 24575,'1'20'0,"1"0"0,10 39 0,1 18 0,-9-25 0,-3 0 0,-2 0 0,-2 0 0,-13 67 0,-7 33 0,-12 60 0,24-176 0,-2-1 0,-19 40 0,16-40 0,-21 68 0,35-96 0,-12 39 0,13-44 0,0 0 0,1 0 0,-1 0 0,0 0 0,0 0 0,-1 0 0,1 0 0,0 0 0,-1-1 0,1 1 0,-1-1 0,1 1 0,-1-1 0,0 1 0,1-1 0,-1 0 0,-2 1 0,3-2 0,1 0 0,-1 0 0,0 0 0,1 0 0,-1 0 0,0 0 0,1 0 0,-1 0 0,1 0 0,-1 0 0,0-1 0,1 1 0,-1 0 0,1 0 0,-1-1 0,1 1 0,-1-1 0,1 1 0,-1 0 0,1-1 0,-1 1 0,1-1 0,0 1 0,-1-1 0,1 1 0,-1-1 0,1 1 0,0-1 0,0 0 0,-1 1 0,1-1 0,0 1 0,0-1 0,0 0 0,0 0 0,-6-25 0,6 26 0,-4-36 0,2 0 0,1 1 0,1-1 0,10-67 0,-7 92 0,1 1 0,0-1 0,0 1 0,1 0 0,0 0 0,1 0 0,0 1 0,1 0 0,0 0 0,0 0 0,1 1 0,0 0 0,0 1 0,1 0 0,0 0 0,0 0 0,0 2 0,1-1 0,0 1 0,0 0 0,1 1 0,14-4 0,-18 7 0,0 0 0,0 0 0,0 1 0,0 0 0,0 0 0,0 1 0,0 0 0,0 0 0,-1 0 0,1 1 0,9 4 0,6 3 0,42 25 0,-43-21 0,34 13 0,-26-16-1365,-3-3-5461</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4:40.050"/>
    </inkml:context>
    <inkml:brush xml:id="br0">
      <inkml:brushProperty name="width" value="0.035" units="cm"/>
      <inkml:brushProperty name="height" value="0.035" units="cm"/>
      <inkml:brushProperty name="color" value="#E71224"/>
    </inkml:brush>
  </inkml:definitions>
  <inkml:trace contextRef="#ctx0" brushRef="#br0">642 0 24575,'-115'496'0,"19"-61"0,-71 287 0,80-425 0,-23-9 0,56-165-1365,41-95-5461</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4:41.060"/>
    </inkml:context>
    <inkml:brush xml:id="br0">
      <inkml:brushProperty name="width" value="0.035" units="cm"/>
      <inkml:brushProperty name="height" value="0.035" units="cm"/>
      <inkml:brushProperty name="color" value="#E71224"/>
    </inkml:brush>
  </inkml:definitions>
  <inkml:trace contextRef="#ctx0" brushRef="#br0">14 1 24575,'0'1133'0,"0"-1125"-273,0 1 0,-1 0 0,0 0 0,-3 12 0,-3-1-6553</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4:43.107"/>
    </inkml:context>
    <inkml:brush xml:id="br0">
      <inkml:brushProperty name="width" value="0.035" units="cm"/>
      <inkml:brushProperty name="height" value="0.035" units="cm"/>
      <inkml:brushProperty name="color" value="#E71224"/>
    </inkml:brush>
  </inkml:definitions>
  <inkml:trace contextRef="#ctx0" brushRef="#br0">0 0 24575,'0'461'0,"1"-479"0,1 0 0,0 0 0,1 1 0,1-1 0,1 1 0,1-1 0,0 1 0,1 1 0,0 0 0,2 0 0,15-24 0,-8 14 0,-10 15 0,1 1 0,0-1 0,11-12 0,-16 21 0,-1 0 0,1 0 0,0 1 0,0-1 0,0 1 0,0-1 0,0 1 0,0 0 0,0 0 0,0 0 0,0 0 0,0 0 0,1 0 0,-1 1 0,0-1 0,1 1 0,-1-1 0,0 1 0,1 0 0,-1 0 0,1 0 0,-1 0 0,3 1 0,-3 0 0,0 0 0,0 0 0,0 0 0,0 0 0,0 1 0,0-1 0,0 0 0,0 1 0,-1 0 0,1-1 0,-1 1 0,1 0 0,-1 0 0,0 0 0,1 0 0,-1 0 0,0 0 0,0 0 0,-1 0 0,1 0 0,0 0 0,-1 1 0,1-1 0,-1 3 0,2 8 0,0 1 0,-1 24 0,-1-29 0,-4 576 0,4-585 0,0 1 0,0-1 0,0 0 0,0 0 0,0 0 0,0 0 0,0 1 0,0-1 0,0 0 0,0 0 0,0 0 0,0 0 0,0 0 0,0 1 0,0-1 0,0 0 0,0 0 0,0 0 0,0 0 0,0 1 0,0-1 0,1 0 0,-1 0 0,0 0 0,0 0 0,0 0 0,0 1 0,0-1 0,0 0 0,0 0 0,1 0 0,-1 0 0,0 0 0,0 0 0,0 0 0,0 0 0,0 0 0,1 1 0,-1-1 0,0 0 0,0 0 0,0 0 0,0 0 0,1 0 0,-1 0 0,0 0 0,0 0 0,0 0 0,1 0 0,8-8 0,8-13 0,-8 5 0,1 1 0,0 0 0,1 1 0,0 0 0,1 1 0,1 0 0,24-18 0,-7 8 0,-18 12 0,1 0 0,0 2 0,0-1 0,1 2 0,1 0 0,-1 1 0,1 0 0,0 1 0,32-8 0,23-1 24,-41 8-487,1 2 0,31-3 0,-36 7-6363</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4:55.147"/>
    </inkml:context>
    <inkml:brush xml:id="br0">
      <inkml:brushProperty name="width" value="0.035" units="cm"/>
      <inkml:brushProperty name="height" value="0.035" units="cm"/>
      <inkml:brushProperty name="color" value="#E71224"/>
    </inkml:brush>
  </inkml:definitions>
  <inkml:trace contextRef="#ctx0" brushRef="#br0">569 1666 24575,'4'1'0,"0"0"0,0 0 0,0 0 0,-1 1 0,1 0 0,-1-1 0,1 1 0,-1 1 0,0-1 0,1 0 0,2 4 0,12 7 0,415 247 0,-394-236 0,1-1 0,1-2 0,1-2 0,1-2 0,48 13 0,-84-29 0,1 1 0,-1-1 0,1 0 0,0 0 0,0-1 0,-1 0 0,1-1 0,0 0 0,-1 0 0,14-3 0,-11 0 0,-1 0 0,1-1 0,-1 1 0,0-2 0,0 1 0,-1-1 0,12-11 0,18-20 0,-3 0 0,-1-3 0,40-59 0,-44 57 0,-16 26 0,0 0 0,1 1 0,17-14 0,-16 16 0,-2-1 0,1 0 0,19-27 0,-16 14 0,-1 0 0,-1-1 0,-1-1 0,-2 0 0,-1-1 0,-2 0 0,0-1 0,-2 0 0,-2-1 0,-1 1 0,3-62 0,-7 68 0,-2 0 0,0-1 0,-1 1 0,-2 0 0,-1 0 0,0 1 0,-17-45 0,-30-45 0,-85-136 0,100 189 0,-3 2 0,-3 2 0,-2 2 0,-88-83 0,95 108 0,-2 2 0,0 1 0,-2 2 0,-1 2 0,-47-18 0,59 29 0,0 1 0,-1 1 0,0 2 0,-1 1 0,-64-5 0,-170 11 0,136 4 0,118-3 0,-5-1 0,0 2 0,-23 3 0,35-3 0,0 1 0,0-1 0,0 1 0,1 0 0,-1 1 0,1-1 0,-1 1 0,1 0 0,0 1 0,-9 7 0,-9 11 0,1 2 0,1 0 0,-28 42 0,-45 91 0,9-15 0,68-113 0,1 1 0,-21 58 0,12-26 0,20-49 0,0 0 0,2 1 0,-1-1 0,2 1 0,0-1 0,0 1 0,1 0 0,1 0 0,0 0 0,1-1 0,5 23 0,-1-12 0,1 0 0,2 0 0,0-1 0,2 0 0,19 34 0,132 270 0,-147-300 0,2 0 0,1-2 0,26 33 0,-8-13 0,-20-26 0,1-1 0,1-1 0,27 21 0,-30-27 0,0 1 0,-1 1 0,0 0 0,-1 0 0,0 1 0,-1 1 0,11 19 0,-17-25-21,1-1 0,0-1 0,0 1 0,0-1-1,11 9 1,-3-2-1217,2 3-5588</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7:52.438"/>
    </inkml:context>
    <inkml:brush xml:id="br0">
      <inkml:brushProperty name="width" value="0.035" units="cm"/>
      <inkml:brushProperty name="height" value="0.035" units="cm"/>
      <inkml:brushProperty name="color" value="#E71224"/>
    </inkml:brush>
  </inkml:definitions>
  <inkml:trace contextRef="#ctx0" brushRef="#br0">1 33 24575,'15'0'0,"-1"2"0,30 5 0,7 2 0,104 3 0,210-11 0,-195-16 0,23-1 0,-34 0 0,-104 8 0,74-1 0,305 10 0,-409 0-195,0 1 0,0 1 0,0 1 0,0 2 0,0 0 0,36 15 0,-41-13-6631</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7:55.626"/>
    </inkml:context>
    <inkml:brush xml:id="br0">
      <inkml:brushProperty name="width" value="0.035" units="cm"/>
      <inkml:brushProperty name="height" value="0.035" units="cm"/>
      <inkml:brushProperty name="color" value="#E71224"/>
    </inkml:brush>
  </inkml:definitions>
  <inkml:trace contextRef="#ctx0" brushRef="#br0">37 153 24575,'1'16'0,"0"0"0,1-1 0,1 1 0,9 25 0,1 11 0,-10-40 0,45 245 0,-41-201 0,-2 0 0,-3 94 0,-23-242 0,12 31 0,4 25 0,-1 0 0,-13-42 0,8 45 0,-8-24 0,-16-78 0,32 119 0,0 0 0,2-1 0,0 1 0,0-1 0,2 1 0,0 0 0,1-1 0,0 1 0,9-29 0,-10 42 0,1-1 0,-1 1 0,0-1 0,1 1 0,0 0 0,0 0 0,0 0 0,0 0 0,0 0 0,1 0 0,-1 1 0,1-1 0,0 1 0,0 0 0,0 0 0,0 0 0,0 0 0,0 0 0,0 0 0,1 1 0,-1 0 0,0-1 0,1 1 0,0 1 0,-1-1 0,1 0 0,-1 1 0,1 0 0,5 0 0,-4 1 0,1-1 0,-1 2 0,0-1 0,1 0 0,-1 1 0,0 0 0,0 0 0,-1 1 0,1-1 0,0 1 0,-1 0 0,1 0 0,-1 1 0,0-1 0,0 1 0,0 0 0,-1 0 0,0 0 0,5 6 0,-3-1 0,-1 0 0,0 0 0,0 0 0,-1 1 0,0-1 0,0 1 0,-1-1 0,0 1 0,-1 0 0,0 0 0,-1 0 0,0 0 0,0 0 0,-1 0 0,-1 0 0,0 0 0,0-1 0,0 1 0,-1-1 0,-6 12 0,-5 5 0,-1-1 0,-1-1 0,-1 0 0,-24 24 0,40-47 0,0 1 0,-1-1 0,1 0 0,0 0 0,0 0 0,0 0 0,0 1 0,0-1 0,1 1 0,-1-1 0,0 1 0,0-1 0,1 1 0,-1-1 0,1 1 0,0-1 0,-1 1 0,1-1 0,0 1 0,0 0 0,0-1 0,0 4 0,1-4 0,0 1 0,0-1 0,0 0 0,0 0 0,0 0 0,0 0 0,1 0 0,-1 0 0,0 0 0,0 0 0,1 0 0,-1-1 0,0 1 0,1-1 0,-1 1 0,1-1 0,-1 1 0,1-1 0,-1 0 0,1 1 0,-1-1 0,1 0 0,-1 0 0,1 0 0,2-1 0,13-1 0,0 0 0,0-2 0,-1 0 0,1-1 0,-1 0 0,0-2 0,30-15 0,-2 1 0,18-8 0,-45 19 0,1 1 0,0 1 0,1 1 0,0 0 0,33-6 0,-45 13 0,0-1 0,0 0 0,0-1 0,0 1 0,0-1 0,0-1 0,0 1 0,-1-1 0,1 0 0,-1-1 0,0 0 0,0 0 0,8-7 0,-6 5 0,0-1 0,0 2 0,0-1 0,1 1 0,0 0 0,0 1 0,0 0 0,1 0 0,-1 1 0,1 1 0,0-1 0,19-1 0,8 2 0,1 1 0,44 4 0,-8 1 0,-46-5 0,0 0 0,-46 4 0,1 1 0,1 1 0,0 1 0,1 0 0,0 0 0,0 2 0,-27 17 0,18-6 0,23-18 0,0 0 0,0 0 0,1-1 0,-1 1 0,0 0 0,1 0 0,-1 0 0,0 0 0,1 0 0,-1 0 0,1-1 0,0 1 0,-1 0 0,1 1 0,0-1 0,0 0 0,-1 0 0,1 0 0,0 0 0,0 0 0,0 0 0,0 0 0,0 0 0,1 0 0,-1 2 0,1-3 0,0 1 0,0 0 0,0-1 0,0 1 0,0 0 0,1-1 0,-1 1 0,0-1 0,0 0 0,0 1 0,1-1 0,-1 0 0,0 0 0,0 0 0,0 0 0,1 0 0,-1 0 0,0 0 0,0 0 0,1 0 0,-1-1 0,0 1 0,0 0 0,0-1 0,2 0 0,32-12 0,-25 8 0,0-1 0,0-1 0,-1 0 0,0 0 0,0-1 0,0 0 0,-1 0 0,-1-1 0,1 0 0,-1 0 0,-1-1 0,0 0 0,6-12 0,-9 15 0,0 0 0,-1 0 0,0 0 0,0 0 0,-1 0 0,1 0 0,-2 0 0,1-1 0,-1 1 0,0 0 0,0 0 0,-1-1 0,0 1 0,0 0 0,-1 0 0,0 0 0,0 0 0,-1 0 0,0 0 0,0 1 0,0-1 0,-6-6 0,-4-7 0,6 8 0,-1 1 0,-1 0 0,-12-13 0,21 24 0,0-1 0,0 1 0,0 0 0,0 0 0,0-1 0,-1 1 0,1 0 0,0 0 0,0 0 0,0-1 0,0 1 0,-1 0 0,1 0 0,0 0 0,0-1 0,0 1 0,-1 0 0,1 0 0,0 0 0,0 0 0,-1 0 0,1 0 0,0 0 0,0 0 0,-1 0 0,1-1 0,0 1 0,-1 0 0,1 0 0,0 0 0,0 0 0,-1 0 0,1 1 0,0-1 0,0 0 0,-1 0 0,1 0 0,0 0 0,0 0 0,-1 0 0,1 0 0,0 0 0,0 1 0,-1-1 0,1 0 0,0 0 0,0 0 0,0 1 0,0-1 0,-1 0 0,1 0 0,0 0 0,0 1 0,0-1 0,0 0 0,0 0 0,-1 1 0,1-1 0,0 0 0,0 0 0,0 1 0,0-1 0,0 0 0,0 0 0,0 1 0,2 20 0,15 27 0,2 0 0,3-2 0,31 52 0,-39-73 0,-5-7 0,1 0 0,1-1 0,0 0 0,2-1 0,-1 0 0,2-1 0,22 20 0,-31-32-195,0 0 0,0 0 0,0-1 0,0 0 0,0 0 0,8 2 0,9 1-6631</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7:58.062"/>
    </inkml:context>
    <inkml:brush xml:id="br0">
      <inkml:brushProperty name="width" value="0.035" units="cm"/>
      <inkml:brushProperty name="height" value="0.035" units="cm"/>
      <inkml:brushProperty name="color" value="#E71224"/>
    </inkml:brush>
  </inkml:definitions>
  <inkml:trace contextRef="#ctx0" brushRef="#br0">2 98 24575,'-2'117'0,"5"131"0,-3-241 0,1 0 0,0 0 0,0 0 0,1 0 0,0-1 0,0 1 0,1 0 0,0-1 0,0 1 0,0-1 0,1 0 0,0 0 0,0 0 0,0-1 0,9 9 0,-4-7 0,0 0 0,1 0 0,0-1 0,0 0 0,0-1 0,0-1 0,1 1 0,20 4 0,33 16 0,-49-18 0,-1 0 0,1-2 0,0 0 0,0 0 0,18 2 0,-29-7 0,0 0 0,0 0 0,0 0 0,0 0 0,0 0 0,0-1 0,-1 0 0,1 0 0,0 0 0,0 0 0,-1-1 0,1 1 0,-1-1 0,1 0 0,-1 0 0,1 0 0,-1 0 0,0-1 0,0 1 0,0-1 0,-1 0 0,1 0 0,-1 0 0,1 0 0,1-4 0,9-14 0,-2-1 0,-1 0 0,0 0 0,-2-1 0,0 0 0,-2 0 0,0-1 0,-2 0 0,-1 0 0,1-35 0,-1 58 0,0 0 0,-1 0 0,1 1 0,0-1 0,0 1 0,0 0 0,0 0 0,0 0 0,0 0 0,-1 1 0,5 0 0,15-1 0,7-2 0,-8 0 0,1 1 0,0 0 0,37 5 0,-55-4 0,1 1 0,-1 0 0,0 0 0,1 0 0,-1 0 0,0 1 0,0 0 0,0 0 0,0 0 0,0 0 0,-1 0 0,1 1 0,0 0 0,-1-1 0,0 2 0,0-1 0,0 0 0,0 0 0,0 1 0,-1 0 0,1-1 0,-1 1 0,0 0 0,2 5 0,-4-5 0,1 0 0,-1 0 0,0 0 0,0 0 0,0 0 0,-1 0 0,1 0 0,-1 0 0,0 0 0,0 0 0,0-1 0,-1 1 0,1 0 0,-4 5 0,4-7 0,0-1 0,1 1 0,-1 0 0,0-1 0,0 1 0,0-1 0,0 1 0,0-1 0,0 0 0,-1 1 0,1-1 0,0 0 0,-1 0 0,1 0 0,-1 0 0,1 0 0,-1 0 0,1 0 0,-1 0 0,0-1 0,1 1 0,-1-1 0,0 1 0,0-1 0,1 0 0,-1 0 0,0 1 0,0-1 0,1 0 0,-1-1 0,0 1 0,-2-1 0,3 1 0,0-1 0,0 0 0,0 0 0,1 0 0,-1 0 0,0 0 0,1 0 0,-1 0 0,1 0 0,-1 0 0,1 0 0,-1 0 0,1 0 0,0-1 0,-1 1 0,1 0 0,0 0 0,0 0 0,0 0 0,0-1 0,0 1 0,0 0 0,0 0 0,1 0 0,-1-1 0,0 1 0,1-2 0,11-33 0,16-23 0,-16 37 0,-1 0 0,-1 0 0,-1 0 0,-2-2 0,0 1 0,-1 0 0,5-46 0,-11 55 0,1-62 0,-1 71 0,-1 0 0,0-1 0,1 1 0,-1 0 0,-1 0 0,1 1 0,-1-1 0,0 0 0,0 0 0,0 1 0,-6-8 0,8 12 0,0 0 0,0 0 0,0 0 0,0-1 0,0 1 0,0 0 0,0 0 0,-1 0 0,1 0 0,0 0 0,0 0 0,0 0 0,0 0 0,0 0 0,0 0 0,0-1 0,-1 1 0,1 0 0,0 0 0,0 0 0,0 0 0,0 0 0,0 0 0,0 0 0,-1 0 0,1 0 0,0 0 0,0 0 0,0 0 0,0 0 0,0 0 0,-1 0 0,1 0 0,0 0 0,0 1 0,0-1 0,0 0 0,0 0 0,0 0 0,-1 0 0,1 0 0,0 0 0,0 0 0,0 0 0,0 0 0,0 0 0,0 1 0,-4 8 0,1 11 0,3-6 0,1 0 0,0-1 0,1 1 0,0-1 0,6 18 0,5 33 0,-12-53 0,1 0 0,0 1 0,0-1 0,2-1 0,-1 1 0,9 17 0,-10-23 0,1-1 0,-1 0 0,1 0 0,0-1 0,0 1 0,1-1 0,-1 1 0,0-1 0,1 0 0,0 0 0,0 0 0,0-1 0,0 0 0,0 1 0,1-1 0,-1-1 0,1 1 0,6 1 0,16 1-1365,-2-2-5461</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7:59.027"/>
    </inkml:context>
    <inkml:brush xml:id="br0">
      <inkml:brushProperty name="width" value="0.035" units="cm"/>
      <inkml:brushProperty name="height" value="0.035" units="cm"/>
      <inkml:brushProperty name="color" value="#E71224"/>
    </inkml:brush>
  </inkml:definitions>
  <inkml:trace contextRef="#ctx0" brushRef="#br0">0 129 24575,'11'-5'0,"8"-7"0,12-7 0,6-1 0,2 4 0,0-1 0,-1 2 0,-3 4 0,-1 4 0,-1 2 0,-6 3-8191</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8:00.114"/>
    </inkml:context>
    <inkml:brush xml:id="br0">
      <inkml:brushProperty name="width" value="0.035" units="cm"/>
      <inkml:brushProperty name="height" value="0.035" units="cm"/>
      <inkml:brushProperty name="color" value="#E71224"/>
    </inkml:brush>
  </inkml:definitions>
  <inkml:trace contextRef="#ctx0" brushRef="#br0">0 0 24575</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7:00:37.753"/>
    </inkml:context>
    <inkml:brush xml:id="br0">
      <inkml:brushProperty name="width" value="0.035" units="cm"/>
      <inkml:brushProperty name="height" value="0.035" units="cm"/>
      <inkml:brushProperty name="color" value="#E71224"/>
    </inkml:brush>
  </inkml:definitions>
  <inkml:trace contextRef="#ctx0" brushRef="#br0">1 1 24575</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7:00:41.443"/>
    </inkml:context>
    <inkml:brush xml:id="br0">
      <inkml:brushProperty name="width" value="0.035" units="cm"/>
      <inkml:brushProperty name="height" value="0.035" units="cm"/>
      <inkml:brushProperty name="color" value="#E71224"/>
    </inkml:brush>
  </inkml:definitions>
  <inkml:trace contextRef="#ctx0" brushRef="#br0">1 0 24575,'900'17'-629,"-5"52"-1,318 36 842,-1009-94-28,354 7 679,-302-17-863,153-3 0,-131-27 0,-38 3 0,573-38 0,-526 60 0,-43 2 0,28-26 0,-91 11 0,78-2 0,-204 18 0,96 4 0,-149-3 0,1 0 0,0 0 0,-1 1 0,1-1 0,-1 1 0,1-1 0,-1 1 0,1 0 0,-1 0 0,0 0 0,1 0 0,-1 1 0,0-1 0,0 1 0,0-1 0,0 1 0,0-1 0,0 1 0,0 0 0,0 0 0,-1 0 0,1 0 0,-1 1 0,0-1 0,1 0 0,-1 0 0,0 1 0,0-1 0,-1 1 0,1-1 0,0 1 0,-1-1 0,0 1 0,1 0 0,-1-1 0,0 1 0,0-1 0,-1 5 0,-1 9 0,-1-1 0,-1 0 0,0 1 0,-1-2 0,-7 17 0,8-22 0,-92 209 0,34-99 0,21-44 0,24-40 0,-20 57 0,25-63 0,-1-1 0,-1 0 0,-29 42 0,-18 35 0,54-94 0,0 0 0,0 0 0,-17 19 0,-16 22 0,-54 122 0,14-60 0,69-93 0,-10 18 0,-49 68 0,-283 285 0,315-351-67,25-27-119,0 0 1,0 0 0,-2-2-1,1 1 1,-1-2-1,-18 11 1,13-13-6641</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7:00:46.774"/>
    </inkml:context>
    <inkml:brush xml:id="br0">
      <inkml:brushProperty name="width" value="0.035" units="cm"/>
      <inkml:brushProperty name="height" value="0.035" units="cm"/>
      <inkml:brushProperty name="color" value="#E71224"/>
    </inkml:brush>
  </inkml:definitions>
  <inkml:trace contextRef="#ctx0" brushRef="#br0">1 1 24575,'1914'0'-1365,"-1887"0"-5461</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7:01:15.665"/>
    </inkml:context>
    <inkml:brush xml:id="br0">
      <inkml:brushProperty name="width" value="0.035" units="cm"/>
      <inkml:brushProperty name="height" value="0.035" units="cm"/>
      <inkml:brushProperty name="color" value="#E71224"/>
    </inkml:brush>
  </inkml:definitions>
  <inkml:trace contextRef="#ctx0" brushRef="#br0">1 0 21389,'720'0'0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7:02:01.609"/>
    </inkml:context>
    <inkml:brush xml:id="br0">
      <inkml:brushProperty name="width" value="0.035" units="cm"/>
      <inkml:brushProperty name="height" value="0.035" units="cm"/>
      <inkml:brushProperty name="color" value="#E71224"/>
    </inkml:brush>
  </inkml:definitions>
  <inkml:trace contextRef="#ctx0" brushRef="#br0">0 473 24575,'12'-1'0,"0"0"0,0-1 0,20-5 0,1 0 0,584-78-75,-386 58-446,505-68 401,-169 35 120,-276 34 0,1065-74 0,-1301 97 0,274-21 1,295-10 595,-5 36-477,-611-2-392,1 0 0,0 1 0,0 0 0,11 3 0,-1 2-6553</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7:02:05.727"/>
    </inkml:context>
    <inkml:brush xml:id="br0">
      <inkml:brushProperty name="width" value="0.035" units="cm"/>
      <inkml:brushProperty name="height" value="0.035" units="cm"/>
      <inkml:brushProperty name="color" value="#E71224"/>
    </inkml:brush>
  </inkml:definitions>
  <inkml:trace contextRef="#ctx0" brushRef="#br0">1540 3546 24575,'-34'-1'0,"0"-1"0,0-2 0,-63-15 0,37 1 0,-70-31 0,54 18 0,-205-97 0,-33-61 0,272 162 0,13 9 0,0-1 0,1-1 0,1-2 0,1 0 0,-29-33 0,-1-7 0,38 43 0,0 0 0,1-1 0,1-1 0,-18-32 0,21 29 0,1 0 0,1 0 0,1-1 0,2-1 0,0 1 0,2-1 0,0-1 0,-1-28 0,3-9 0,6-75 0,1 111 0,0 0 0,2 0 0,1 0 0,2 1 0,12-32 0,23-37 11,5 1 0,88-131 0,140-155-1169,-241 334 767,102-136 155,152-196 20,28 22 174,-307 346 192,1 0 0,0 1 0,0 1 0,1 0 0,1 0 1,0 1-1,0 1 0,0 0 0,26-9 0,156-43 127,333-57 0,-408 99-286,1 6 0,1 5 0,-1 6 0,139 16 0,-99 6 9,-2 6 0,-1 7 0,179 65 0,-254-68 0,-3 4 0,0 3 0,-3 3 0,-2 4 0,-1 4 0,-3 2 0,108 103 0,-19 9 0,235 310 0,-276-303 0,-9 4 0,-7 5 0,113 272 0,-92-127 0,-82-210 0,-11-30-1365,-17-53-5461</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7:00:20.790"/>
    </inkml:context>
    <inkml:brush xml:id="br0">
      <inkml:brushProperty name="width" value="0.035" units="cm"/>
      <inkml:brushProperty name="height" value="0.035" units="cm"/>
      <inkml:brushProperty name="color" value="#E71224"/>
    </inkml:brush>
  </inkml:definitions>
  <inkml:trace contextRef="#ctx0" brushRef="#br0">30 409 24575,'9'1'0,"0"1"0,-1 0 0,1 0 0,-1 1 0,0 0 0,9 5 0,6 1 0,41 11 0,-38-13 0,0 2 0,31 14 0,-24-6 0,66 35 0,-87-46 0,0 0 0,0-1 0,0-1 0,0 0 0,1 0 0,0-1 0,-1-1 0,1 0 0,0-1 0,15-1 0,-19 1 0,0-2 0,0 1 0,0-1 0,0 0 0,0-1 0,0 0 0,0-1 0,0 0 0,-1 0 0,0-1 0,1 0 0,-1 0 0,-1-1 0,1 0 0,8-7 0,39-54 0,-18 19 0,-35 45 0,15-17 0,21-31 0,-33 42 0,0-1 0,-1 0 0,0 0 0,0 0 0,-1-1 0,4-17 0,-5 19 0,-1-1 0,0 1 0,0-1 0,0 1 0,-1-1 0,-1 0 0,1 1 0,-4-13 0,3 17 0,-1 0 0,1 0 0,-1 0 0,0 0 0,0 0 0,0 1 0,-1-1 0,1 1 0,-1-1 0,0 1 0,0 0 0,0 0 0,0 0 0,-1 1 0,1-1 0,-1 1 0,0 0 0,-7-4 0,-211-77 0,218 82 0,-45-13 0,1 3 0,-2 1 0,-75-4 0,125 14 0,-29-2 0,-1 1 0,-30 3 0,51-1 0,0 0 0,0 0 0,1 1 0,-1 1 0,1-1 0,0 2 0,0-1 0,0 1 0,0 0 0,0 0 0,-9 8 0,-5 5 0,17-14 0,-1 1 0,1-1 0,0 1 0,0 1 0,0-1 0,1 1 0,0 0 0,0 0 0,0 0 0,0 0 0,1 1 0,0 0 0,-4 9 0,2 2 0,-2 3 0,1 1 0,1-1 0,1 1 0,1 0 0,-1 28 0,4-45 0,0 1 0,0-1 0,1 0 0,-1 1 0,1-1 0,0 0 0,1 1 0,-1-1 0,1 0 0,0 0 0,0 0 0,0 0 0,0-1 0,1 1 0,-1-1 0,1 1 0,0-1 0,0 0 0,0 0 0,1 0 0,-1 0 0,1-1 0,-1 1 0,1-1 0,0 0 0,0 0 0,0 0 0,0-1 0,1 1 0,-1-1 0,8 1 0,10 1-316,1 0 1,0-2-1,35-2 0,-56 1 214,26-1-6724</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7:00:22.143"/>
    </inkml:context>
    <inkml:brush xml:id="br0">
      <inkml:brushProperty name="width" value="0.035" units="cm"/>
      <inkml:brushProperty name="height" value="0.035" units="cm"/>
      <inkml:brushProperty name="color" value="#E71224"/>
    </inkml:brush>
  </inkml:definitions>
  <inkml:trace contextRef="#ctx0" brushRef="#br0">475 1 24575,'-4'1'0,"0"0"0,0 0 0,0 0 0,0 0 0,1 1 0,-1 0 0,0 0 0,1 0 0,0 0 0,-7 5 0,-5 4 0,-5 2 0,0 1 0,2 1 0,0 1 0,0 1 0,2 0 0,0 1 0,-25 37 0,-78 156 0,68-114 0,41-74 0,1 1 0,0 0 0,2 1 0,1-1 0,1 1 0,-3 30 0,1-6 0,0 0 0,2 1 0,3-1 0,6 86 0,-2-127 0,-1-1 0,1 1 0,1-1 0,-1 1 0,1-1 0,0 0 0,1 0 0,0 0 0,0-1 0,1 1 0,-1-1 0,1 0 0,1 0 0,-1-1 0,1 1 0,0-1 0,0 0 0,0-1 0,1 0 0,8 4 0,10 6 0,1-2 0,0-1 0,1-1 0,34 7 0,14-2-1365,-44-11-5461</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7:00:24.813"/>
    </inkml:context>
    <inkml:brush xml:id="br0">
      <inkml:brushProperty name="width" value="0.035" units="cm"/>
      <inkml:brushProperty name="height" value="0.035" units="cm"/>
      <inkml:brushProperty name="color" value="#E71224"/>
    </inkml:brush>
  </inkml:definitions>
  <inkml:trace contextRef="#ctx0" brushRef="#br0">691 952 24575,'-1'-7'0,"0"0"0,0 0 0,-1 0 0,0 0 0,0 1 0,-1-1 0,0 0 0,0 1 0,-1 0 0,1 0 0,-1 0 0,-1 0 0,1 1 0,-1-1 0,-8-6 0,-9-8 0,-1 1 0,-32-22 0,39 32 0,0 0 0,0 1 0,-1 1 0,0 0 0,0 2 0,-1 0 0,1 0 0,-32-2 0,11 3 0,1 2 0,0 2 0,-46 6 0,76-5 0,0 0 0,0 1 0,0 0 0,0 1 0,0-1 0,0 1 0,1 0 0,-1 1 0,1 0 0,0 0 0,0 0 0,0 1 0,1-1 0,-1 1 0,1 1 0,0-1 0,1 1 0,0 0 0,-1 0 0,2 0 0,-1 1 0,-4 9 0,4-5 0,0-1 0,1 1 0,0-1 0,0 1 0,1 0 0,1 0 0,0 0 0,0 0 0,1 1 0,1-1 0,0 0 0,0 0 0,1 0 0,4 13 0,0-7 0,0 0 0,1-1 0,1 1 0,1-2 0,19 27 0,-25-37 0,0-1 0,1 1 0,0-1 0,0 0 0,0 0 0,0 0 0,0-1 0,1 1 0,0-1 0,0 0 0,0-1 0,0 1 0,0-1 0,0 0 0,1 0 0,-1 0 0,1-1 0,-1 0 0,1 0 0,0-1 0,-1 1 0,8-1 0,8-4 0,-1 0 0,1-1 0,0-1 0,-1-1 0,-1-1 0,1-1 0,-1 0 0,0-1 0,22-17 0,-19 12 0,27-18 0,0-2 0,49-47 0,-90 73 0,0 0 0,-1 0 0,-1-1 0,1 0 0,-2-1 0,1 1 0,-1-1 0,-1 0 0,0 0 0,3-17 0,1-9 0,5-73 0,-8-281 0,-7 219 0,2 163 0,-1 0 0,0-1 0,0 1 0,-3-10 0,3 18 0,1-1 0,0 1 0,-1 0 0,1 0 0,-1 0 0,1 0 0,-1 0 0,1 0 0,-1 0 0,0 0 0,1 0 0,-1 1 0,0-1 0,0 0 0,0 0 0,1 0 0,-1 1 0,-2-2 0,2 2 0,0 0 0,0 0 0,0 0 0,0 1 0,0-1 0,0 0 0,0 0 0,0 1 0,0-1 0,0 1 0,0-1 0,0 1 0,0-1 0,0 1 0,1-1 0,-1 1 0,0 0 0,0-1 0,1 1 0,-1 0 0,0 0 0,1 0 0,-1 0 0,0-1 0,0 2 0,-14 23 0,1 0 0,1 1 0,1 0 0,1 1 0,-11 42 0,16-51 0,0 9 0,0 1 0,1-1 0,2 1 0,0 34 0,-7 57 0,-10 35 0,18-129 0,2 0 0,0 0 0,2 0 0,5 30 0,-5-48 0,0 0 0,0-1 0,1 1 0,0 0 0,0-1 0,1 1 0,-1-1 0,2 0 0,-1 0 0,0-1 0,1 1 0,0-1 0,1 0 0,-1 0 0,11 7 0,6 1 0,1 0 0,0-1 0,27 9 0,-35-16-227,0 0-1,0-1 1,1-1-1,-1 0 1,27 1-1,-15-3-6598</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7:00:26.427"/>
    </inkml:context>
    <inkml:brush xml:id="br0">
      <inkml:brushProperty name="width" value="0.035" units="cm"/>
      <inkml:brushProperty name="height" value="0.035" units="cm"/>
      <inkml:brushProperty name="color" value="#E71224"/>
    </inkml:brush>
  </inkml:definitions>
  <inkml:trace contextRef="#ctx0" brushRef="#br0">1 0 24575,'0'4'0,"1"-1"0,-1 0 0,1 0 0,0 1 0,0-1 0,0 0 0,1 0 0,-1 0 0,1 0 0,0 0 0,0 0 0,2 2 0,30 33 0,-28-32 0,262 231 0,-185-167 0,-65-53 0,-1 0 0,-1 2 0,17 23 0,21 25 0,-41-50 0,-1 1 0,-1 0 0,0 0 0,-1 1 0,-1 0 0,-1 1 0,8 28 0,15 36 0,-25-71 0,3 5 0,-1 1 0,-1 0 0,0 0 0,-2 1 0,6 30 0,3 53 0,-6-44 0,2 64 0,-9-81 0,-3 93 0,1-121 0,-1 0 0,0-1 0,-1 1 0,-1-1 0,0 0 0,-1 0 0,-11 20 0,0-7 0,-1-2 0,-1 0 0,-2-1 0,0-1 0,-40 34 0,-129 85 0,123-94 0,37-28-1365,4-3-5461</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7:00:27.560"/>
    </inkml:context>
    <inkml:brush xml:id="br0">
      <inkml:brushProperty name="width" value="0.035" units="cm"/>
      <inkml:brushProperty name="height" value="0.035" units="cm"/>
      <inkml:brushProperty name="color" value="#E71224"/>
    </inkml:brush>
  </inkml:definitions>
  <inkml:trace contextRef="#ctx0" brushRef="#br0">1 0 24575,'644'28'0,"-3"34"0,-407-37 0,369-11 0,-375-17 0,123 3-1365,-325 0-5461</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7:02:09.149"/>
    </inkml:context>
    <inkml:brush xml:id="br0">
      <inkml:brushProperty name="width" value="0.035" units="cm"/>
      <inkml:brushProperty name="height" value="0.035" units="cm"/>
      <inkml:brushProperty name="color" value="#E71224"/>
    </inkml:brush>
  </inkml:definitions>
  <inkml:trace contextRef="#ctx0" brushRef="#br0">0 22 24575,'1'5'0,"0"1"0,0-1 0,0 0 0,0 1 0,1-1 0,0 0 0,2 5 0,3 7 0,52 130 0,27 75 0,92 363 0,-144-386 0,-6-28 0,-25-156 0,1-1 0,1 0 0,11 25 0,-13-39 0,0-8 0,-2-10 0,1-23 0,2-1 0,1 1 0,20-76 0,-19 98 0,0 0 0,1 0 0,1 1 0,1 0 0,1 0 0,0 1 0,1 0 0,1 1 0,0 0 0,18-16 0,-23 26 0,-1 1 0,1 0 0,0 0 0,1 1 0,-1-1 0,1 2 0,0-1 0,0 1 0,0 0 0,0 1 0,13-3 0,-18 5 0,0-1 0,0 1 0,0 0 0,0 0 0,0 0 0,0 1 0,0-1 0,0 1 0,0-1 0,0 1 0,0 0 0,0 0 0,0 0 0,0 1 0,-1-1 0,1 1 0,0-1 0,-1 1 0,1 0 0,-1 0 0,0 0 0,0 0 0,0 0 0,0 1 0,0-1 0,0 1 0,-1-1 0,1 1 0,-1 0 0,1 0 0,-1-1 0,0 1 0,0 0 0,1 6 0,1 4 0,-1-1 0,0 1 0,-1 0 0,0 0 0,0 0 0,-2-1 0,0 1 0,0 0 0,-1 0 0,-1 0 0,0-1 0,-7 20 0,6-23 0,-1 0 0,0 1 0,0-2 0,-1 1 0,0-1 0,-1 1 0,0-2 0,0 1 0,-1-1 0,1 0 0,-2-1 0,1 1 0,-1-2 0,0 1 0,-18 7 0,2-1 0,-2-2 0,1 0 0,-1-2 0,-1-1 0,1-1 0,-1-1 0,-50 1 0,76-6 0,1 1 0,-1-2 0,1 1 0,-1 0 0,0 0 0,1 0 0,-1-1 0,1 1 0,-1-1 0,1 1 0,-1-1 0,1 0 0,-2 0 0,2 0 0,1 1 0,0 0 0,0-1 0,0 1 0,0 0 0,-1-1 0,1 1 0,0-1 0,0 1 0,0 0 0,0-1 0,0 1 0,0 0 0,0-1 0,0 1 0,0-1 0,0 1 0,0 0 0,0-1 0,0 1 0,1 0 0,-1-1 0,0 1 0,0 0 0,0-1 0,0 1 0,1 0 0,-1-1 0,0 1 0,0 0 0,1 0 0,-1-1 0,1 1 0,37-28 0,-28 22 0,83-57 0,89-56 0,-142 95 0,171-90 0,-163 93 0,7-4 0,106-33 0,-157 57 0,1 0 0,-1 1 0,0-1 0,1 1 0,0 0 0,-1 0 0,1 0 0,-1 1 0,1 0 0,-1-1 0,0 2 0,1-1 0,-1 0 0,0 1 0,0 0 0,0 0 0,0 0 0,5 3 0,4 5 0,-1 1 0,0 0 0,19 22 0,21 20 0,-25-33 0,0 0 0,42 21 0,-57-34 0,0-2 0,0 1 0,1-2 0,-1 0 0,1 0 0,0-1 0,0-1 0,1 0 0,14 0 0,-26-2 0,1 0 0,-1 0 0,1-1 0,-1 1 0,0 0 0,1-1 0,-1 0 0,1 0 0,-1 0 0,0 0 0,0 0 0,0 0 0,0 0 0,0-1 0,0 1 0,0-1 0,0 0 0,0 1 0,0-1 0,-1 0 0,3-3 0,-2 0 0,0 1 0,0 0 0,0-1 0,0 1 0,-1-1 0,0 0 0,0 1 0,0-1 0,-1 0 0,1-9 0,-1 8 0,0 0 0,-1-1 0,1 1 0,-1 0 0,0 0 0,-1 0 0,1 0 0,-1 0 0,-1 0 0,1 0 0,-1 1 0,0-1 0,0 1 0,0 0 0,-1 0 0,0 0 0,-8-9 0,8 12 0,0 1 0,0-1 0,0 1 0,0 0 0,0 0 0,0 0 0,-1 0 0,1 1 0,0 0 0,0 0 0,-1 0 0,1 0 0,0 1 0,0-1 0,0 1 0,0 0 0,0 0 0,0 1 0,0-1 0,-6 4 0,-1 0 0,0 1 0,1 0 0,-1 1 0,1 0 0,-17 16 0,7-2 0,-20 29 0,-2 2 0,36-45 0,0-2 0,0 1 0,1 0 0,0 0 0,1 1 0,-1-1 0,1 1 0,0 0 0,1 0 0,0 0 0,-4 11 0,7-18 0,0 1 0,0 0 0,0-1 0,0 1 0,0 0 0,0 0 0,0-1 0,0 1 0,0 0 0,0 0 0,0-1 0,0 1 0,0 0 0,1-1 0,-1 1 0,0 0 0,0-1 0,1 1 0,-1 0 0,0-1 0,1 1 0,-1-1 0,1 1 0,-1-1 0,1 1 0,-1-1 0,1 1 0,0-1 0,-1 1 0,1-1 0,-1 0 0,1 1 0,0-1 0,-1 0 0,1 1 0,0-1 0,-1 0 0,1 0 0,0 0 0,0 0 0,-1 0 0,1 0 0,0 0 0,0 0 0,-1 0 0,1 0 0,1 0 0,44-9 0,-29 4 0,64-5 0,0 4 0,94 4 0,20 0 0,-8-12 0,257-53 0,-278 23 0,-99 24 0,-61 18 0,-1 0 0,0 0 0,0 0 0,0 0 0,0-1 0,-1 0 0,1 0 0,-1-1 0,0 1 0,1-1 0,-2 0 0,1 0 0,0 0 0,-1 0 0,5-8 0,-7 10 0,0-1 0,0 1 0,0 0 0,0-1 0,0 1 0,-1-1 0,1 0 0,-1 1 0,1-1 0,-1 1 0,0-1 0,0 0 0,0 1 0,-1-1 0,1 1 0,-1-1 0,1 1 0,-1-1 0,0 1 0,0-1 0,0 1 0,0-1 0,0 1 0,-1 0 0,1 0 0,-1 0 0,0 0 0,1 0 0,-1 0 0,0 0 0,0 0 0,0 1 0,0-1 0,-3-1 0,-2-1 0,0 0 0,-1 0 0,1 1 0,-1 0 0,1 1 0,-1 0 0,0 0 0,0 0 0,0 1 0,0 0 0,0 1 0,-10 0 0,3 1 0,-1 0 0,0 1 0,1 1 0,-1 0 0,-19 7 0,5 1 0,-1 2 0,2 0 0,-52 33 0,72-41 0,1 1 0,0 0 0,0 0 0,1 1 0,0 0 0,0 1 0,0 0 0,1 0 0,0 0 0,1 0 0,0 1 0,0 0 0,1 0 0,0 1 0,1-1 0,-4 17 0,4-13 0,2 0 0,-1 1 0,2-1 0,0 1 0,1-1 0,0 1 0,3 15 0,-3-26 0,0 0 0,0 0 0,-1 0 0,2 0 0,-1 0 0,0 0 0,1 0 0,-1 0 0,1-1 0,0 1 0,0-1 0,0 1 0,0-1 0,0 1 0,1-1 0,-1 0 0,1 0 0,-1-1 0,1 1 0,0 0 0,-1-1 0,1 1 0,0-1 0,0 0 0,0 0 0,0 0 0,0-1 0,1 1 0,-1-1 0,0 1 0,0-1 0,0 0 0,0 0 0,1-1 0,4 0 0,6-2 0,-1-1 0,1 0 0,-1-1 0,-1 0 0,1-1 0,-1 0 0,0-1 0,0 0 0,-1-1 0,0-1 0,0 1 0,-1-2 0,14-14 0,5-11 0,-1 0 0,42-72 0,-25 30 0,42-94 0,-73 137 0,-1 0 0,-2-1 0,-2-1 0,-1 1 0,6-62 0,-7-48 0,-7 117 0,-2 1 0,0-1 0,-8-33 0,0 32 0,0 1 0,-1 1 0,-2 0 0,-31-50 0,39 69 0,-1 0 0,0 0 0,0 0 0,0 0 0,-1 1 0,0 0 0,-15-11 0,20 17 0,0 0 0,0 0 0,0 0 0,0 0 0,0 0 0,0 1 0,0-1 0,0 1 0,0-1 0,-1 1 0,1 0 0,0 0 0,0 0 0,0 0 0,0 0 0,-4 1 0,3 0 0,1 0 0,-1 0 0,1 1 0,-1-1 0,1 1 0,-1-1 0,1 1 0,0 0 0,0 0 0,0 0 0,0 0 0,0 0 0,1 0 0,-1 1 0,1-1 0,-2 4 0,-1 2 0,0 0 0,1 0 0,0 1 0,0-1 0,1 1 0,0 0 0,1 0 0,-1 9 0,2 78 0,1-57 0,-1 51 0,4 103 0,-3-179 0,2 1 0,0-1 0,0 0 0,1 0 0,1-1 0,0 1 0,1-1 0,0 0 0,1-1 0,13 17 0,10 12 0,59 59 0,-40-48 0,248 247 0,-256-259 0,25 16-1365,-44-37-5461</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7:02:11.123"/>
    </inkml:context>
    <inkml:brush xml:id="br0">
      <inkml:brushProperty name="width" value="0.035" units="cm"/>
      <inkml:brushProperty name="height" value="0.035" units="cm"/>
      <inkml:brushProperty name="color" value="#E71224"/>
    </inkml:brush>
  </inkml:definitions>
  <inkml:trace contextRef="#ctx0" brushRef="#br0">0 97 24575,'54'0'0,"53"-5"0,64-8 0,39 0 0,11-5-1639,-12 2 1639,-29 3 0,-41 4 0,-33 3 531,-29 3-531,-23 2 271,-15 1-271,-8 1 0,-5 0 0,-7 5 837,-6 1-9028</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7:02:11.871"/>
    </inkml:context>
    <inkml:brush xml:id="br0">
      <inkml:brushProperty name="width" value="0.035" units="cm"/>
      <inkml:brushProperty name="height" value="0.035" units="cm"/>
      <inkml:brushProperty name="color" value="#E71224"/>
    </inkml:brush>
  </inkml:definitions>
  <inkml:trace contextRef="#ctx0" brushRef="#br0">0 1442 24575,'37'-27'0,"88"-67"0,69-55 0,72-45-3997,23-16 3997,-17 12 0,-44 29 0,-45 32 0,-47 34 0,-43 30 1237,-31 21-1237,-26 26 653,-20 16-6737</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6:04.481"/>
    </inkml:context>
    <inkml:brush xml:id="br0">
      <inkml:brushProperty name="width" value="0.035" units="cm"/>
      <inkml:brushProperty name="height" value="0.035" units="cm"/>
      <inkml:brushProperty name="color" value="#E71224"/>
    </inkml:brush>
  </inkml:definitions>
  <inkml:trace contextRef="#ctx0" brushRef="#br0">0 1 24575,'5'0'0,"8"0"0,6 0 0,5 0 0,5 0 0,2 0 0,1 0 0,1 0 0,-1 0 0,1 0 0,-1 0 0,0 0 0,0 0 0,-6 0-8191</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6:36.762"/>
    </inkml:context>
    <inkml:brush xml:id="br0">
      <inkml:brushProperty name="width" value="0.035" units="cm"/>
      <inkml:brushProperty name="height" value="0.035" units="cm"/>
      <inkml:brushProperty name="color" value="#E71224"/>
    </inkml:brush>
  </inkml:definitions>
  <inkml:trace contextRef="#ctx0" brushRef="#br0">1 0 24575</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6:57.811"/>
    </inkml:context>
    <inkml:brush xml:id="br0">
      <inkml:brushProperty name="width" value="0.035" units="cm"/>
      <inkml:brushProperty name="height" value="0.035" units="cm"/>
      <inkml:brushProperty name="color" value="#E71224"/>
    </inkml:brush>
  </inkml:definitions>
  <inkml:trace contextRef="#ctx0" brushRef="#br0">0 69 24575,'68'-3'0,"0"-4"0,91-19 0,-41 5 0,-51 14 0,1 3 0,86 6 0,-38 0 0,-23-2-1365,-66 0-5461</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7:00.824"/>
    </inkml:context>
    <inkml:brush xml:id="br0">
      <inkml:brushProperty name="width" value="0.035" units="cm"/>
      <inkml:brushProperty name="height" value="0.035" units="cm"/>
      <inkml:brushProperty name="color" value="#E71224"/>
    </inkml:brush>
  </inkml:definitions>
  <inkml:trace contextRef="#ctx0" brushRef="#br0">0 0 24575,'1004'0'-1365,"-977"0"-5461</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7:29.861"/>
    </inkml:context>
    <inkml:brush xml:id="br0">
      <inkml:brushProperty name="width" value="0.035" units="cm"/>
      <inkml:brushProperty name="height" value="0.035" units="cm"/>
      <inkml:brushProperty name="color" value="#E71224"/>
    </inkml:brush>
  </inkml:definitions>
  <inkml:trace contextRef="#ctx0" brushRef="#br0">0 0 24575,'0'5'-1955,"0"13"1955,0 14 953,0 12-953,0 4 329,0-1-329,0-3 166,0-4-166,0-3 507,0-3-507,0-1 0,0-2 0,0 0 0,0 0 0,0-1 0,0 1 0,0-6-8191</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7:31.276"/>
    </inkml:context>
    <inkml:brush xml:id="br0">
      <inkml:brushProperty name="width" value="0.035" units="cm"/>
      <inkml:brushProperty name="height" value="0.035" units="cm"/>
      <inkml:brushProperty name="color" value="#E71224"/>
    </inkml:brush>
  </inkml:definitions>
  <inkml:trace contextRef="#ctx0" brushRef="#br0">272 224 24575,'-69'1'0,"-79"-3"0,145 2 0,1 0 0,-1 0 0,1 0 0,-1-1 0,1 1 0,-1-1 0,1 1 0,0-1 0,-1 0 0,1 0 0,0 0 0,0 0 0,0-1 0,0 1 0,0-1 0,0 1 0,0-1 0,0 0 0,0 0 0,-1-2 0,2 2 0,0-1 0,0 1 0,0 0 0,0-1 0,1 1 0,0-1 0,-1 1 0,1-1 0,0 1 0,0-1 0,0 1 0,0-1 0,1 1 0,-1-1 0,1 1 0,1-4 0,1-3 0,1 0 0,0 0 0,0 1 0,1 0 0,0 0 0,1 0 0,0 1 0,0 0 0,11-11 0,-6 10 0,-1 0 0,1 1 0,0 1 0,1 0 0,-1 0 0,18-5 0,-22 8 0,0 1 0,0 0 0,0 1 0,0-1 0,1 1 0,-1 1 0,0-1 0,0 1 0,1 1 0,-1-1 0,0 1 0,13 3 0,-17-2 0,0-1 0,0 1 0,-1 0 0,1 0 0,0 0 0,-1 0 0,0 1 0,1-1 0,-1 1 0,0-1 0,0 1 0,0 0 0,-1 0 0,1-1 0,-1 1 0,1 0 0,-1 1 0,0-1 0,0 0 0,0 0 0,-1 0 0,1 1 0,-1 3 0,2 6 0,-2 1 0,1 0 0,-2 0 0,-2 15 0,2-24-49,0 0 1,0 0-1,-1 0 0,0 0 0,0 0 1,0-1-1,-1 1 0,1-1 0,-1 1 1,0-1-1,0 0 0,-1 0 0,1 0 1,-1-1-1,0 1 0,0-1 0,0 0 1,0 0-1,-1 0 0,1-1 0,-1 0 1,1 1-1,-1-2 0,0 1 0,0 0 0,0-1 1,-5 1-1,-14 1-6777</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7:32.612"/>
    </inkml:context>
    <inkml:brush xml:id="br0">
      <inkml:brushProperty name="width" value="0.035" units="cm"/>
      <inkml:brushProperty name="height" value="0.035" units="cm"/>
      <inkml:brushProperty name="color" value="#E71224"/>
    </inkml:brush>
  </inkml:definitions>
  <inkml:trace contextRef="#ctx0" brushRef="#br0">1 1 24575,'0'1099'0,"-1"-1093"0,2 0 0,-1 0 0,1 0 0,-1 0 0,2 0 0,-1-1 0,1 1 0,-1 0 0,2-1 0,-1 1 0,1-1 0,3 6 0,-3-8 0,0 1 0,0 0 0,1-1 0,-1 0 0,1 0 0,0 0 0,0 0 0,0-1 0,0 1 0,0-1 0,0 0 0,1 0 0,-1-1 0,1 1 0,7 0 0,21 3 0,1-2 0,-1-1 0,1-1 0,38-6 0,10 2 0,-51 2-1365,-3 1-5461</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7:33.746"/>
    </inkml:context>
    <inkml:brush xml:id="br0">
      <inkml:brushProperty name="width" value="0.035" units="cm"/>
      <inkml:brushProperty name="height" value="0.035" units="cm"/>
      <inkml:brushProperty name="color" value="#E71224"/>
    </inkml:brush>
  </inkml:definitions>
  <inkml:trace contextRef="#ctx0" brushRef="#br0">0 120 24575,'34'0'0,"6"1"0,0-1 0,0-3 0,77-14 0,45-34 134,-35 10-1633,-95 33-5327</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7:36.291"/>
    </inkml:context>
    <inkml:brush xml:id="br0">
      <inkml:brushProperty name="width" value="0.035" units="cm"/>
      <inkml:brushProperty name="height" value="0.035" units="cm"/>
      <inkml:brushProperty name="color" value="#E71224"/>
    </inkml:brush>
  </inkml:definitions>
  <inkml:trace contextRef="#ctx0" brushRef="#br0">95 1 24575,'0'10'0,"-2"0"0,1 0 0,-1 0 0,-7 19 0,-5 27 0,-14 125 0,22-145 0,-7 33 0,-7 41 0,69-219 0,-38 84 0,-2-1 0,7-26 0,3-9 0,-9 38 0,2 1 0,0 1 0,28-37 0,-46 65 0,1 0 0,-1 0 0,1 0 0,1 0 0,0 1 0,0 0 0,0 0 0,1 0 0,0 0 0,1 0 0,0 1 0,0-1 0,0 1 0,1-1 0,0 10 0,1 4 0,0 1 0,1-1 0,1 0 0,8 38 0,40 128 0,-37-139 0,2-1 0,27 61 0,-36-96 0,17 30 0,6 13 0,-27-53 0,-1 1 0,0-1 0,0 0 0,0 1 0,0-1 0,-1 1 0,0-1 0,1 1 0,-1-1 0,-1 0 0,1 1 0,0-1 0,-1 1 0,0 3 0,-1-4 0,1-1 0,-1 1 0,1-1 0,-1 1 0,0-1 0,0 0 0,0 0 0,0 0 0,0 0 0,-1 0 0,1 0 0,-1 0 0,1-1 0,-1 1 0,0-1 0,1 0 0,-1 0 0,0 0 0,0 0 0,0 0 0,0-1 0,0 1 0,-3-1 0,-11 2 0,0-1 0,-32-2 0,34 1 0,-6-1 0,11 0 0,1 0 0,-1 1 0,0 0 0,0 1 0,1 0 0,-1 0 0,1 1 0,-11 3 0,19-5 0,1 0 0,0 0 0,0 0 0,-1 0 0,1 0 0,0 0 0,0 0 0,0 0 0,-1 1 0,1-1 0,0 0 0,0 0 0,0 0 0,-1 0 0,1 0 0,0 0 0,0 0 0,0 0 0,-1 1 0,1-1 0,0 0 0,0 0 0,0 0 0,0 0 0,0 1 0,-1-1 0,1 0 0,0 0 0,0 0 0,0 1 0,0-1 0,0 0 0,0 0 0,0 0 0,0 1 0,0-1 0,0 0 0,0 0 0,0 0 0,0 1 0,0-1 0,0 0 0,0 0 0,0 1 0,11 3 0,20-3 0,-10-6 0,-1-2 0,27-11 0,4-1 0,109-47 0,-129 56 0,-14 4 0,0 1 0,0 0 0,29-4 0,106-17-1365,-124 22-5461</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7:39.182"/>
    </inkml:context>
    <inkml:brush xml:id="br0">
      <inkml:brushProperty name="width" value="0.035" units="cm"/>
      <inkml:brushProperty name="height" value="0.035" units="cm"/>
      <inkml:brushProperty name="color" value="#E71224"/>
    </inkml:brush>
  </inkml:definitions>
  <inkml:trace contextRef="#ctx0" brushRef="#br0">0 1 24575,'0'624'-1365</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7:42.548"/>
    </inkml:context>
    <inkml:brush xml:id="br0">
      <inkml:brushProperty name="width" value="0.035" units="cm"/>
      <inkml:brushProperty name="height" value="0.035" units="cm"/>
      <inkml:brushProperty name="color" value="#E71224"/>
    </inkml:brush>
  </inkml:definitions>
  <inkml:trace contextRef="#ctx0" brushRef="#br0">0 442 24575,'1'-2'0,"0"0"0,1-1 0,-1 1 0,0 0 0,1 0 0,0 0 0,-1 0 0,1 0 0,0 0 0,0 0 0,0 1 0,0-1 0,0 1 0,1 0 0,-1-1 0,0 1 0,1 0 0,2-1 0,0 0 0,76-41 0,-20 12 0,94-64 0,-137 83 0,1 1 0,1 1 0,0 0 0,31-9 0,-32 13 0,0-2 0,-1 0 0,0-1 0,0 0 0,26-20 0,-39 25 0,38-29 0,-40 31 0,0 0 0,1 0 0,-1 0 0,0 1 0,0-1 0,1 1 0,-1-1 0,1 1 0,-1 0 0,1 1 0,5-1 0,-8 1 0,0 0 0,0 0 0,0 1 0,0-1 0,0 0 0,0 1 0,0-1 0,0 1 0,0-1 0,0 1 0,-1 0 0,1-1 0,0 1 0,0 0 0,0 0 0,-1-1 0,1 1 0,0 0 0,-1 0 0,1 0 0,-1 0 0,1 0 0,-1 0 0,0 0 0,1 0 0,-1 0 0,0 0 0,1 0 0,-1 0 0,0 0 0,0 0 0,0 1 0,0-1 0,0 0 0,0 0 0,-1 0 0,1 2 0,-1 5 0,-1-1 0,0 1 0,0 0 0,-3 7 0,-69 161 0,35-90 0,-28 95 0,47-120 0,13-43 0,0 1 0,2 0 0,0 0 0,1 1 0,0-1 0,2 1 0,0 31 0,2-50 0,0 0 0,0 1 0,0-1 0,0 0 0,0 0 0,0 0 0,0 0 0,1 0 0,-1 0 0,0 0 0,1 0 0,-1 0 0,1 0 0,-1 0 0,1 0 0,-1 0 0,1 0 0,0 0 0,-1 0 0,1 0 0,0 0 0,1 0 0,-1-1 0,-1 0 0,1 0 0,0 0 0,0 0 0,0 0 0,0 0 0,0 0 0,0-1 0,-1 1 0,1 0 0,0-1 0,0 1 0,0 0 0,-1-1 0,1 1 0,0-1 0,-1 1 0,1-1 0,0 1 0,-1-1 0,2-1 0,7-7 0,-1-1 0,14-22 0,-15 21 0,19-25 0,30-41 0,-50 70 0,-1 1 0,1 0 0,1 0 0,-1 1 0,1 0 0,0 0 0,0 1 0,13-7 0,-15 9 0,0 1 0,0 0 0,0 0 0,0 0 0,0 1 0,0-1 0,0 1 0,1 1 0,-1-1 0,0 1 0,0 0 0,0 0 0,0 0 0,0 0 0,0 1 0,-1 0 0,1 0 0,0 1 0,-1-1 0,0 1 0,1 0 0,3 3 0,11 10 0,-1 0 0,-1 1 0,22 28 0,-26-29 0,-3-4 0,-2 1 0,1 0 0,-2 1 0,8 18 0,-9-18 0,0-1 0,1 0 0,1-1 0,11 15 0,-19-26 0,0-1 0,0 0 0,0 1 0,1-1 0,-1 1 0,0-1 0,0 0 0,1 1 0,-1-1 0,0 0 0,1 0 0,-1 1 0,1-1 0,-1 0 0,0 0 0,1 0 0,-1 1 0,0-1 0,1 0 0,-1 0 0,1 0 0,-1 0 0,1 0 0,-1 0 0,0 0 0,1 0 0,-1 0 0,1 0 0,-1 0 0,1 0 0,-1 0 0,0 0 0,1 0 0,-1 0 0,1-1 0,-1 1 0,1 0 0,-1 0 0,0 0 0,1-1 0,-1 1 0,0 0 0,1 0 0,-1-1 0,0 1 0,1 0 0,-1-1 0,0 1 0,0 0 0,0-1 0,1 1 0,-1-1 0,0 1 0,0 0 0,0-1 0,1 0 0,8-32 0,-7 22 0,8-16 0,23-46 0,-11 27 0,-9 18 0,2 0 0,0 1 0,23-28 0,-28 41 0,2 0 0,-1 1 0,2 1 0,0 0 0,0 0 0,1 2 0,16-10 0,-28 19 0,0-1 0,0 1 0,0 0 0,0 0 0,0 0 0,0 0 0,1 1 0,-1-1 0,0 1 0,1-1 0,-1 1 0,0 0 0,1 0 0,-1 0 0,0 0 0,1 0 0,-1 1 0,0-1 0,5 2 0,-6-1 0,0 0 0,0 0 0,0 0 0,1 0 0,-1 0 0,0 0 0,0 0 0,0 1 0,-1-1 0,1 0 0,0 1 0,0-1 0,-1 1 0,1-1 0,-1 0 0,1 1 0,-1 0 0,0-1 0,1 1 0,-1-1 0,0 1 0,0-1 0,0 1 0,0-1 0,0 1 0,-1 0 0,1-1 0,0 1 0,-1-1 0,0 2 0,-17 41 0,-4 9 0,22-51 0,-1 0 0,1 0 0,-1 0 0,1 1 0,0-1 0,0 0 0,0 0 0,0 0 0,0 1 0,0-1 0,1 0 0,-1 0 0,1 0 0,0 0 0,-1 0 0,1 0 0,0 0 0,0 0 0,0 0 0,2 3 0,-2-5 0,-1 1 0,1-1 0,-1 1 0,1-1 0,0 1 0,0-1 0,-1 0 0,1 1 0,0-1 0,0 0 0,-1 1 0,1-1 0,0 0 0,0 0 0,0 0 0,-1 0 0,1 0 0,0 0 0,0 0 0,0 0 0,-1 0 0,1 0 0,0 0 0,0 0 0,0-1 0,-1 1 0,1 0 0,0 0 0,0-1 0,-1 1 0,1-1 0,1 0 0,24-21 0,-20 17 0,142-130 0,-146 134 0,0-1 0,0 1 0,0 0 0,0 0 0,0 0 0,1 1 0,-1-1 0,0 0 0,0 1 0,1-1 0,-1 1 0,0 0 0,1 0 0,-1 0 0,0 0 0,1 0 0,-1 1 0,3 0 0,32-2 0,33-20 0,-1-3 0,75-37 0,-8 3 0,-83 37 0,-1-2 0,-1-2 0,-1-3 0,58-41 0,-102 64 0,0 0 0,0-1 0,0 1 0,-1-1 0,0 0 0,0-1 0,8-12 0,-11 15 0,-1 0 0,1 1 0,-1-1 0,0 0 0,0 0 0,0 0 0,0 0 0,0 0 0,-1 0 0,0 0 0,0 0 0,0 0 0,0 0 0,-1 0 0,0 0 0,0 1 0,-1-6 0,2 9 0,0 0 0,0-1 0,0 1 0,0-1 0,0 1 0,0-1 0,0 1 0,0 0 0,-1-1 0,1 1 0,0-1 0,0 1 0,0 0 0,-1-1 0,1 1 0,0 0 0,0-1 0,-1 1 0,1 0 0,0-1 0,-1 1 0,1 0 0,0 0 0,-1-1 0,1 1 0,-1 0 0,1 0 0,0 0 0,-1 0 0,1-1 0,-1 1 0,1 0 0,0 0 0,-1 0 0,1 0 0,-1 0 0,1 0 0,-1 0 0,1 0 0,0 0 0,-1 0 0,1 0 0,-1 0 0,1 1 0,0-1 0,-1 0 0,1 0 0,-1 0 0,1 1 0,0-1 0,-1 0 0,1 0 0,0 1 0,-1-1 0,1 0 0,0 0 0,-1 1 0,1-1 0,0 1 0,0-1 0,0 0 0,-1 1 0,1-1 0,0 0 0,0 1 0,0-1 0,0 1 0,-18 35 0,15-30 0,-109 232 0,92-203 0,-7 12 0,26-44 0,-1 1 0,1-1 0,0 0 0,0 0 0,0 1 0,0-1 0,1 1 0,-1-1 0,1 1 0,0 6 0,0-9 0,0 0 0,1 0 0,-1 0 0,0 0 0,1 0 0,-1 0 0,1 0 0,-1-1 0,1 1 0,-1 0 0,1 0 0,0 0 0,-1-1 0,1 1 0,0 0 0,0-1 0,-1 1 0,1 0 0,0-1 0,0 1 0,0-1 0,0 1 0,0-1 0,0 0 0,0 1 0,0-1 0,0 0 0,0 0 0,0 0 0,0 0 0,0 0 0,0 0 0,1 0 0,40-7 0,-27 4 0,71-15 0,-52 9 0,1 3 0,62-5 0,28 11-1365,-98 0-5461</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7:44.030"/>
    </inkml:context>
    <inkml:brush xml:id="br0">
      <inkml:brushProperty name="width" value="0.035" units="cm"/>
      <inkml:brushProperty name="height" value="0.035" units="cm"/>
      <inkml:brushProperty name="color" value="#E71224"/>
    </inkml:brush>
  </inkml:definitions>
  <inkml:trace contextRef="#ctx0" brushRef="#br0">45 145 24575,'-36'2'0,"28"-2"0,29-2 0,57-10 0,118-33 0,-187 42 0,46-14 0,95-43 0,-148 59 0,0 0 0,0 0 0,0 0 0,0 0 0,0 1 0,0-1 0,0 0 0,0 1 0,1 0 0,-1-1 0,0 1 0,0 0 0,0 0 0,1 0 0,-1 1 0,0-1 0,0 1 0,1-1 0,2 2 0,-3-1 0,-1 1 0,0-1 0,0 1 0,0-1 0,1 1 0,-1-1 0,-1 1 0,1 0 0,0-1 0,0 1 0,-1 0 0,1 0 0,-1-1 0,1 1 0,-1 0 0,0 0 0,0 0 0,0 0 0,0 0 0,0-1 0,0 1 0,0 0 0,-2 4 0,-3 16 0,0 1 0,-2-1 0,-1 0 0,-1 0 0,0-1 0,-16 23 0,8-12 0,-17 46 0,-40 113 0,59-129-1365,12-35-5461</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7:45.373"/>
    </inkml:context>
    <inkml:brush xml:id="br0">
      <inkml:brushProperty name="width" value="0.035" units="cm"/>
      <inkml:brushProperty name="height" value="0.035" units="cm"/>
      <inkml:brushProperty name="color" value="#E71224"/>
    </inkml:brush>
  </inkml:definitions>
  <inkml:trace contextRef="#ctx0" brushRef="#br0">1 190 24575,'3'-1'0,"0"0"0,-1 1 0,1-1 0,0 0 0,0-1 0,0 1 0,-1 0 0,1-1 0,3-3 0,12-5 0,208-72 0,-214 78 0,1 0 0,0 1 0,1 1 0,-1 0 0,0 0 0,19 1 0,-21 1 0,0 0 0,0-1 0,0 0 0,0-1 0,0 0 0,-1 0 0,1-1 0,-1-1 0,17-8 0,-18 7-170,1 0-1,-1 0 0,1 1 1,0 0-1,0 1 0,0 0 1,12-2-1,2 2-6655</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7:54.208"/>
    </inkml:context>
    <inkml:brush xml:id="br0">
      <inkml:brushProperty name="width" value="0.035" units="cm"/>
      <inkml:brushProperty name="height" value="0.035" units="cm"/>
      <inkml:brushProperty name="color" value="#E71224"/>
    </inkml:brush>
  </inkml:definitions>
  <inkml:trace contextRef="#ctx0" brushRef="#br0">1 398 24575,'0'544'0,"1"-519"0,2 0 0,1 1 0,0-2 0,2 1 0,13 34 0,-7-20 0,-8-25 0,-2 0 0,3 28 0,-4-29 0,0 0 0,1 0 0,4 14 0,-6-26 0,0-1 0,0 1 0,0-1 0,0 1 0,0-1 0,0 1 0,0-1 0,0 1 0,0-1 0,0 1 0,1-1 0,-1 1 0,0-1 0,0 1 0,1-1 0,-1 1 0,0-1 0,1 1 0,-1-1 0,0 0 0,1 1 0,-1-1 0,1 0 0,-1 1 0,0-1 0,1 0 0,-1 1 0,1-1 0,-1 0 0,1 0 0,-1 0 0,1 1 0,6-17 0,0-29 0,-5-340 0,-4 193 0,3 182 0,0 0 0,0 0 0,1 0 0,1 0 0,0 0 0,0 0 0,1 1 0,0-1 0,0 1 0,1 0 0,0 0 0,1 1 0,0-1 0,0 1 0,1 1 0,0-1 0,1 1 0,-1 0 0,1 1 0,0 0 0,1 0 0,0 1 0,0 0 0,0 0 0,17-5 0,-10 4 0,6-3 0,37-9 0,-53 17 0,0 0 0,0 0 0,0 0 0,0 1 0,0-1 0,1 2 0,-1-1 0,0 1 0,0 0 0,0 0 0,8 3 0,-11-2 0,0-1 0,0 1 0,0 0 0,-1 0 0,1 1 0,-1-1 0,1 0 0,-1 1 0,0 0 0,0-1 0,0 1 0,-1 0 0,1 0 0,0 0 0,-1 0 0,0 0 0,0 1 0,0-1 0,0 0 0,0 0 0,0 7 0,0 4 0,0-1 0,-1 1 0,0-1 0,-2 16 0,0-22 0,1 0 0,-1 0 0,0 0 0,-1 0 0,0 0 0,0-1 0,-1 1 0,1-1 0,-1 0 0,0 0 0,-1 0 0,0-1 0,0 1 0,-9 7 0,-9 5 0,0-1 0,-36 20 0,27-17 0,20-12 0,1 0 0,-2-1 0,1-1 0,-1 1 0,0-2 0,0 0 0,0-1 0,-1 0 0,-14 2 0,23-9 0,11-3 0,11-6 0,52-32 0,122-99 0,-152 105 0,-25 25 0,-1 0 0,18-12 0,-10 8 0,0 0 0,31-35 0,-28 28 0,-23 22 0,0 1 0,0-1 0,1 1 0,-1-1 0,1 1 0,-1 0 0,1 0 0,0 0 0,-1 0 0,1 0 0,0 0 0,-1 0 0,1 1 0,0-1 0,0 1 0,0-1 0,3 1 0,-4 0 0,0 0 0,0 0 0,0 1 0,0-1 0,0 1 0,0-1 0,0 1 0,0 0 0,0-1 0,0 1 0,0 0 0,0-1 0,-1 1 0,1 0 0,0 0 0,-1 0 0,1 0 0,0 0 0,-1 0 0,1 0 0,-1 0 0,1 1 0,2 8 0,0 1 0,-1 0 0,0 0 0,1 19 0,-2-16 0,-1-11 0,1 1 0,-1 0 0,1-1 0,0 1 0,0 0 0,0-1 0,3 7 0,-3-9 0,-1 0 0,1-1 0,-1 1 0,1 0 0,0-1 0,-1 1 0,1-1 0,0 1 0,0-1 0,-1 1 0,1-1 0,0 0 0,0 1 0,0-1 0,-1 0 0,1 1 0,0-1 0,0 0 0,0 0 0,0 0 0,0 0 0,0 0 0,-1 0 0,1 0 0,0 0 0,0 0 0,0-1 0,0 1 0,0 0 0,-1 0 0,1-1 0,0 1 0,0 0 0,0-1 0,-1 1 0,1-1 0,1 0 0,58-38 0,-45 28 0,0 0 0,0 2 0,1 0 0,19-7 0,238-63 0,-109 36 0,-128 33 0,-10 3 0,33-13 0,-52 18 0,-1-1 0,1 0 0,-1-1 0,0 0 0,-1 0 0,1 0 0,-1 0 0,1-1 0,-1 0 0,4-6 0,-8 11 0,-1 0 0,1-1 0,-1 1 0,1-1 0,-1 1 0,1-1 0,-1 1 0,0-1 0,1 1 0,-1-1 0,0 0 0,1 1 0,-1-1 0,0 1 0,0-1 0,1 0 0,-1 1 0,0-1 0,0 0 0,0 1 0,0-1 0,0 0 0,0 1 0,0-1 0,0 0 0,0 1 0,0-1 0,-1 0 0,1 1 0,0-1 0,0 0 0,-1 1 0,1-1 0,0 1 0,-1-1 0,1 0 0,0 1 0,-1-1 0,1 1 0,-1-1 0,1 1 0,-1 0 0,1-1 0,-1 1 0,1-1 0,-1 1 0,1 0 0,-1 0 0,0-1 0,1 1 0,-2 0 0,-1-1 0,0 0 0,0 0 0,-1 1 0,1 0 0,0-1 0,-1 1 0,1 1 0,0-1 0,-6 1 0,-2 2 0,0 1 0,1 0 0,-1 1 0,1 0 0,0 0 0,0 1 0,1 1 0,-15 11 0,9-5 0,1 1 0,0 1 0,1 0 0,-13 19 0,8-9 0,9-13 0,0 0 0,0 1 0,1 0 0,1 0 0,0 1 0,1 0 0,0 0 0,-3 16 0,8-28 0,1 0 0,0 0 0,0 0 0,0 0 0,0 0 0,0 0 0,0 0 0,0-1 0,1 1 0,-1 0 0,1 0 0,-1 0 0,1 0 0,1 2 0,-1-3 0,-1 0 0,1 0 0,0 0 0,-1-1 0,1 1 0,0 0 0,0-1 0,0 1 0,0-1 0,0 1 0,0-1 0,0 1 0,0-1 0,0 0 0,0 1 0,0-1 0,0 0 0,0 0 0,2 1 0,1-2 0,0 1 0,0-1 0,0 0 0,0 0 0,1 0 0,-1 0 0,0-1 0,-1 1 0,1-1 0,0 0 0,5-4 0,8-6 0,0 0 0,-1-2 0,0 0 0,-2 0 0,1-1 0,-2-1 0,16-23 0,-11 8 0,0 0 0,-3-1 0,0-1 0,-2 0 0,-2-1 0,-1 0 0,-1-1 0,-2 0 0,-2 0 0,2-50 0,-9 138 0,-10 63 0,9-99 0,-3 11 0,1 0 0,2 1 0,0-1 0,3 34 0,0-54 0,1-1 0,0 1 0,1-1 0,0 0 0,0 0 0,1 0 0,-1 0 0,1 0 0,5 7 0,-5-10 0,0 0 0,0 0 0,0 0 0,1-1 0,0 1 0,0-1 0,0 0 0,0 0 0,0 0 0,0-1 0,1 1 0,-1-1 0,1 0 0,8 2 0,22 3-1365,0-3-5461</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7:57.637"/>
    </inkml:context>
    <inkml:brush xml:id="br0">
      <inkml:brushProperty name="width" value="0.035" units="cm"/>
      <inkml:brushProperty name="height" value="0.035" units="cm"/>
      <inkml:brushProperty name="color" value="#E71224"/>
    </inkml:brush>
  </inkml:definitions>
  <inkml:trace contextRef="#ctx0" brushRef="#br0">1 85 24575,'0'658'0,"0"-656"0,0-1 0,0 1 0,0 0 0,0 0 0,0-1 0,0 1 0,1 0 0,-1-1 0,0 1 0,1 0 0,0-1 0,-1 1 0,1-1 0,0 1 0,1 2 0,-1-4 0,-1 0 0,1 1 0,0-1 0,-1 0 0,1 0 0,-1 1 0,1-1 0,0 0 0,-1 0 0,1 0 0,0 0 0,-1 0 0,1 0 0,-1 0 0,1 0 0,0 0 0,-1 0 0,1 0 0,0 0 0,-1-1 0,1 1 0,-1 0 0,1 0 0,0-1 0,-1 1 0,1 0 0,0-1 0,7-5 0,-1 0 0,1 0 0,-1-1 0,8-10 0,0 1 0,-3 4 0,1 0 0,0 1 0,1 1 0,1 0 0,-1 1 0,1 0 0,22-8 0,2 2 0,-2-2 0,1-1 0,56-39 0,-89 54 0,-1-1 0,0 0 0,0 0 0,-1 0 0,7-8 0,3-5 0,-29 50 0,13-24 0,0 0 0,-1 0 0,0-1 0,0 0 0,-8 11 0,7-13 0,0 1 0,0-1 0,1 1 0,0 0 0,1-1 0,0 2 0,0-1 0,0 0 0,1 1 0,-2 10 0,3-15 0,1-1 0,0 0 0,0 0 0,0 1 0,0-1 0,0 0 0,0 0 0,1 0 0,-1 1 0,1-1 0,-1 0 0,1 0 0,0 0 0,0 0 0,0 0 0,0 0 0,0 0 0,1 0 0,-1-1 0,1 1 0,-1 0 0,1-1 0,-1 1 0,1-1 0,0 1 0,0-1 0,0 0 0,-1 0 0,1 0 0,1 0 0,-1 0 0,0 0 0,0-1 0,0 1 0,0-1 0,0 1 0,1-1 0,-1 0 0,0 0 0,3 0 0,5 0 0,0 0 0,-1-1 0,1 0 0,0-1 0,-1 0 0,1-1 0,-1 0 0,0 0 0,0-1 0,0 0 0,0 0 0,14-11 0,7-5 0,-2-2 0,28-27 0,-41 36 0,-5 4 0,0 0 0,0-1 0,-1 0 0,0 0 0,13-22 0,-2 2 0,1 2 0,1 0 0,1 1 0,30-27 0,-51 52 0,-6 5 0,-1-1 0,1 0 0,0 1 0,0 0 0,0 0 0,0 0 0,0 1 0,-4 5 0,-1 8 0,0 1 0,2 1 0,0 0 0,-7 31 0,13-46 0,0-1 0,1 1 0,-1-1 0,1 1 0,0 0 0,0 0 0,0-1 0,0 1 0,1 0 0,0-1 0,-1 1 0,1-1 0,3 7 0,0-2 0,1 0 0,0 0 0,12 14 0,9 14 0,-22-29 0,0 1 0,-1 0 0,0 0 0,0 0 0,0 1 0,-1-1 0,-1 1 0,0-1 0,0 1 0,0-1 0,-1 1 0,0 0 0,-1-1 0,0 1 0,0-1 0,-1 1 0,0-1 0,0 1 0,-1-1 0,0 0 0,-1 0 0,0-1 0,0 1 0,-1-1 0,1 1 0,-9 8 0,3-3 0,10-13 0,0 0 0,0 0 0,0 0 0,0 0 0,1 0 0,-1 0 0,0 0 0,0 0 0,0 0 0,0 0 0,0 0 0,0 0 0,0 0 0,0 0 0,0 0 0,0 0 0,0 0 0,0 0 0,0 0 0,0 0 0,1 0 0,-1 0 0,0 0 0,0 0 0,0 0 0,0 0 0,0 0 0,0 0 0,0 0 0,0 0 0,0 0 0,0 0 0,0 0 0,0 0 0,0 0 0,0 0 0,0 0 0,0 1 0,1-1 0,-1 0 0,0 0 0,0 0 0,0 0 0,0 0 0,0 0 0,0 0 0,0 0 0,0 0 0,0 0 0,0 0 0,0 0 0,0 0 0,0 0 0,0 0 0,0 1 0,0-1 0,0 0 0,0 0 0,0 0 0,0 0 0,22-19 0,274-351 0,-123 171 0,-159 184 0,-8 7 0,0 1 0,-1-2 0,1 1 0,-2-1 0,1 1 0,-1-1 0,4-13 0,-4 9 0,1 1 0,1 0 0,8-13 0,-8 15 0,0 0 0,-1-1 0,0 1 0,0-1 0,-1 0 0,-1 0 0,5-23 0,-12 47 0,1-1 0,-2 0 0,0 1 0,0-2 0,-13 21 0,-49 69 0,34-52 0,-15 20 0,-46 76 0,83-125 0,1 1 0,1 0 0,1 0 0,0 1 0,-6 33 0,13-48 0,0 0 0,0 0 0,0 1 0,1-1 0,0 0 0,1 0 0,0 1 0,0-1 0,0 0 0,1 0 0,0 0 0,4 10 0,-3-13 0,-1 0 0,0-1 0,1 1 0,-1-1 0,1 1 0,0-1 0,1 0 0,-1 0 0,0 0 0,1 0 0,-1-1 0,1 1 0,0-1 0,0 0 0,0 0 0,0-1 0,0 1 0,1-1 0,-1 0 0,0 0 0,7 1 0,14 0 0,1 0 0,-1-1 0,1-1 0,0-2 0,-1 0 0,1-2 0,-1-1 0,0-1 0,-1-1 0,1-1 0,-1-1 0,-1-1 0,43-26 0,55-42-1365,-101 64-5461</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7:58.646"/>
    </inkml:context>
    <inkml:brush xml:id="br0">
      <inkml:brushProperty name="width" value="0.035" units="cm"/>
      <inkml:brushProperty name="height" value="0.035" units="cm"/>
      <inkml:brushProperty name="color" value="#E71224"/>
    </inkml:brush>
  </inkml:definitions>
  <inkml:trace contextRef="#ctx0" brushRef="#br0">1 499 24575,'7'-1'0,"0"0"0,1 0 0,-1-1 0,0 0 0,0 0 0,-1-1 0,9-4 0,15-5 0,576-232 0,-306 118 0,-217 94 0,73-27-1365,-135 52-5461</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8:00.462"/>
    </inkml:context>
    <inkml:brush xml:id="br0">
      <inkml:brushProperty name="width" value="0.035" units="cm"/>
      <inkml:brushProperty name="height" value="0.035" units="cm"/>
      <inkml:brushProperty name="color" value="#E71224"/>
    </inkml:brush>
  </inkml:definitions>
  <inkml:trace contextRef="#ctx0" brushRef="#br0">1 32 24575,'0'-5'0,"5"-2"0,8 0 0,6 2 0,6 1 0,3 2 0,3 6 0,-9 2 0,-15 1 0,-7-7 0,-4-8 0,-2-3-8191</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8:08.932"/>
    </inkml:context>
    <inkml:brush xml:id="br0">
      <inkml:brushProperty name="width" value="0.035" units="cm"/>
      <inkml:brushProperty name="height" value="0.035" units="cm"/>
      <inkml:brushProperty name="color" value="#E71224"/>
    </inkml:brush>
  </inkml:definitions>
  <inkml:trace contextRef="#ctx0" brushRef="#br0">2 0 24575,'-2'125'0,"10"194"0,-3-291 0,1 0 0,1 0 0,1 0 0,17 35 0,-8-19 0,-4 10 31,-12-47-171,0 0 1,0 1-1,1-1 0,0 0 1,0 0-1,1 0 1,0 0-1,0 0 1,8 12-1,2-7-6686</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8:10.428"/>
    </inkml:context>
    <inkml:brush xml:id="br0">
      <inkml:brushProperty name="width" value="0.035" units="cm"/>
      <inkml:brushProperty name="height" value="0.035" units="cm"/>
      <inkml:brushProperty name="color" value="#E71224"/>
    </inkml:brush>
  </inkml:definitions>
  <inkml:trace contextRef="#ctx0" brushRef="#br0">0 0 24575,'1'7'0,"-1"-1"0,2 1 0,-1-1 0,1 0 0,3 11 0,4 10 0,45 143 0,-17-60 0,-27-83 0,0-1 0,22 36 0,-21-42 0,0 1 0,-1 1 0,-2 0 0,8 28 0,-7-22 0,1 1 0,1-2 0,24 46 0,-17-38 0,-16-31-151,0 0-1,1-1 0,-1 1 0,0-1 1,1 1-1,0-1 0,0 0 1,6 4-1,7 4-6674</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8:14.975"/>
    </inkml:context>
    <inkml:brush xml:id="br0">
      <inkml:brushProperty name="width" value="0.035" units="cm"/>
      <inkml:brushProperty name="height" value="0.035" units="cm"/>
      <inkml:brushProperty name="color" value="#E71224"/>
    </inkml:brush>
  </inkml:definitions>
  <inkml:trace contextRef="#ctx0" brushRef="#br0">33 152 24575,'-1'-13'0,"1"1"0,1-1 0,0 1 0,1 0 0,0-1 0,5-12 0,-6 22 0,1-1 0,-1 1 0,0 1 0,1-1 0,0 0 0,0 0 0,0 1 0,0-1 0,0 1 0,0-1 0,1 1 0,-1 0 0,1 0 0,0 0 0,-1 0 0,1 1 0,0-1 0,0 1 0,0 0 0,0-1 0,0 1 0,1 1 0,-1-1 0,0 0 0,0 1 0,0 0 0,1-1 0,4 2 0,-1-1 0,0 1 0,0 0 0,0 1 0,0-1 0,0 1 0,0 1 0,0-1 0,-1 1 0,1 0 0,-1 1 0,8 5 0,-11-7 0,0 0 0,-1 0 0,1 0 0,-1 0 0,1 0 0,-1 1 0,0-1 0,0 1 0,0-1 0,0 1 0,0 0 0,-1 0 0,1 0 0,-1 0 0,0 0 0,0 0 0,0 0 0,0 0 0,0 1 0,-1-1 0,0 0 0,1 1 0,-1-1 0,0 0 0,-1 0 0,0 6 0,0-7 0,0 1 0,-1-1 0,1 1 0,-1-1 0,1 1 0,-1-1 0,0 0 0,0 0 0,0 0 0,0 0 0,0 0 0,-1-1 0,1 1 0,0-1 0,-1 1 0,1-1 0,-1 0 0,0 0 0,1 0 0,-1 0 0,0 0 0,0-1 0,1 1 0,-5-1 0,-8 2 0,0 0 0,-30-2 0,43-1 0,28-1 0,55-3 0,-76 5 0,0 0 0,0 0 0,0 1 0,0-1 0,1 1 0,-1 1 0,-1-1 0,1 1 0,0-1 0,0 2 0,0-1 0,-1 0 0,6 4 0,-8-4 0,-1 1 0,1-1 0,0 0 0,-1 0 0,1 1 0,-1-1 0,0 1 0,0-1 0,0 1 0,0 0 0,0-1 0,-1 1 0,1 0 0,-1 0 0,0-1 0,1 1 0,-1 0 0,-1 0 0,1 0 0,0-1 0,-2 6 0,-1 7 0,-2 1 0,-11 25 0,5-12 0,-29 82 0,-71 139 0,110-248-25,-41 73 173,37-68-313,1-1-1,-1 0 1,0 0 0,-1 0-1,1-1 1,-1 1 0,0-1-1,-12 7 1,-2-3-6661</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8:37.066"/>
    </inkml:context>
    <inkml:brush xml:id="br0">
      <inkml:brushProperty name="width" value="0.035" units="cm"/>
      <inkml:brushProperty name="height" value="0.035" units="cm"/>
      <inkml:brushProperty name="color" value="#E71224"/>
    </inkml:brush>
  </inkml:definitions>
  <inkml:trace contextRef="#ctx0" brushRef="#br0">0 0 24575,'3'1'0,"1"-1"0,-1 1 0,1 0 0,-1 0 0,0 0 0,0 0 0,0 1 0,0-1 0,0 1 0,0-1 0,0 1 0,0 0 0,0 1 0,-1-1 0,1 0 0,-1 1 0,0-1 0,0 1 0,0 0 0,0 0 0,3 5 0,5 10 0,-2 0 0,12 33 0,-7-16 0,48 85 0,-26-42 0,-23-56 0,-1 1 0,-1 1 0,-1 0 0,-1 0 0,-1 1 0,-1 0 0,4 41 0,-4-9-1365,0-37-5461</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8:39.114"/>
    </inkml:context>
    <inkml:brush xml:id="br0">
      <inkml:brushProperty name="width" value="0.035" units="cm"/>
      <inkml:brushProperty name="height" value="0.035" units="cm"/>
      <inkml:brushProperty name="color" value="#E71224"/>
    </inkml:brush>
  </inkml:definitions>
  <inkml:trace contextRef="#ctx0" brushRef="#br0">48 3 24575,'0'8'0,"-1"-1"0,0 0 0,-1 1 0,0-1 0,-5 13 0,-5 19 0,6 3 0,2-1 0,2 1 0,7 83 0,-5-121 0,1 0 0,-1 0 0,1 0 0,0 0 0,0 0 0,0 0 0,1 0 0,-1 0 0,1-1 0,0 1 0,0 0 0,0-1 0,1 0 0,-1 1 0,1-1 0,0 0 0,0-1 0,0 1 0,0 0 0,0-1 0,1 1 0,5 2 0,1-1 0,-1-1 0,1 0 0,-1-1 0,1 0 0,0 0 0,-1-1 0,1 0 0,15-1 0,326-7 0,-327 6 0,-1-2 0,0 0 0,32-10 0,-22 5 0,-26 6 0,0 0 0,0 0 0,0-1 0,0 0 0,0 0 0,-1 0 0,0-1 0,1 0 0,-1 0 0,-1-1 0,1 0 0,-1 0 0,0 0 0,0 0 0,6-9 0,-8 10 0,-1 0 0,0-1 0,0 1 0,0-1 0,0 1 0,-1-1 0,0 0 0,0 1 0,0-1 0,0 0 0,-1 0 0,0 0 0,0 1 0,0-1 0,0 0 0,-1 0 0,0 0 0,0 1 0,0-1 0,-1 0 0,1 1 0,-1-1 0,-5-7 0,1 2 0,-1 1 0,0 0 0,0 1 0,-1 0 0,0 0 0,-1 1 0,1 0 0,-2 0 0,1 1 0,-12-7 0,-5 0 0,0 1 0,-50-16 0,7 5 0,35 11 0,0 1 0,-1 1 0,0 2 0,0 2 0,-46-3 0,56 8 0,-137 5 0,136 1-1365,6 1-5461</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8:48.781"/>
    </inkml:context>
    <inkml:brush xml:id="br0">
      <inkml:brushProperty name="width" value="0.035" units="cm"/>
      <inkml:brushProperty name="height" value="0.035" units="cm"/>
      <inkml:brushProperty name="color" value="#E71224"/>
    </inkml:brush>
  </inkml:definitions>
  <inkml:trace contextRef="#ctx0" brushRef="#br0">1 459 24575,'14'-1'0,"0"0"0,0-2 0,0 1 0,25-9 0,3-1 0,492-99 0,-324 70 0,374-60 0,-503 88 0,47-9 0,220-67 0,-323 81 0,1 1 0,1 0 0,-1 2 0,1 1 0,52 0 0,-67 4-273,-1-1 0,0 0 0,0 0 0,21-6 0,-12 1-6553</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38:51.597"/>
    </inkml:context>
    <inkml:brush xml:id="br0">
      <inkml:brushProperty name="width" value="0.035" units="cm"/>
      <inkml:brushProperty name="height" value="0.035" units="cm"/>
      <inkml:brushProperty name="color" value="#E71224"/>
    </inkml:brush>
  </inkml:definitions>
  <inkml:trace contextRef="#ctx0" brushRef="#br0">1 407 24575,'1'3'0,"0"0"0,0 1 0,1-1 0,-1 0 0,1 0 0,0 0 0,-1 0 0,1-1 0,1 1 0,-1 0 0,0-1 0,5 4 0,4 7 0,-3-2 0,0 1 0,-2 0 0,1 1 0,-1-1 0,-1 1 0,-1 0 0,0 1 0,0-1 0,-1 1 0,1 23 0,-1-22 0,-1 0 0,2 0 0,0 0 0,0 0 0,2-1 0,0 0 0,0 0 0,2 0 0,10 15 0,-17-28 0,0 1 0,0-1 0,0 0 0,0 1 0,1-1 0,-1 0 0,1 0 0,-1 0 0,1 0 0,-1 0 0,1 0 0,-1-1 0,1 1 0,0-1 0,-1 1 0,1-1 0,0 1 0,0-1 0,-1 0 0,1 0 0,0 0 0,0 0 0,-1 0 0,3 0 0,0-1 0,-1-1 0,1 1 0,-1 0 0,1-1 0,-1 0 0,0 0 0,0 0 0,0 0 0,0-1 0,0 1 0,2-4 0,6-6 0,-1 0 0,-1-1 0,0 0 0,11-22 0,-7 9 0,2 1 0,0 0 0,2 1 0,1 0 0,1 1 0,0 2 0,2 0 0,46-36 0,195-137 0,-202 148 0,125-71 0,-154 102 0,45-14 0,-6 3 0,-25 12-1365,-23 10-5461</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0:34.635"/>
    </inkml:context>
    <inkml:brush xml:id="br0">
      <inkml:brushProperty name="width" value="0.035" units="cm"/>
      <inkml:brushProperty name="height" value="0.035" units="cm"/>
      <inkml:brushProperty name="color" value="#E71224"/>
    </inkml:brush>
  </inkml:definitions>
  <inkml:trace contextRef="#ctx0" brushRef="#br0">129 177 24575,'0'10'0,"-1"0"0,-1-1 0,0 1 0,-3 10 0,-4 21 0,0 80 0,5 129 0,-8 113 0,-7-105 0,19-258 0,0 0 0,0 0 0,0 0 0,0 0 0,0 0 0,0 0 0,0 0 0,0 0 0,0 0 0,0 0 0,0 0 0,0 0 0,0 1 0,0-1 0,0 0 0,0 0 0,0 0 0,0 0 0,0 0 0,0 0 0,0 0 0,0 0 0,0 0 0,0 0 0,0 1 0,0-1 0,0 0 0,0 0 0,0 0 0,0 0 0,0 0 0,0 0 0,0 0 0,0 0 0,0 0 0,0 0 0,0 0 0,0 0 0,-1 0 0,1 1 0,0-1 0,0 0 0,0 0 0,0 0 0,0 0 0,0 0 0,0 0 0,0 0 0,0 0 0,0 0 0,0 0 0,-1 0 0,1 0 0,0 0 0,0 0 0,0 0 0,0 0 0,0 0 0,0 0 0,0 0 0,0 0 0,0 0 0,0 0 0,0 0 0,-1 0 0,1 0 0,0 0 0,0 0 0,0-1 0,-6-7 0,-4-14 0,-5-40 0,3 0 0,3-1 0,-1-65 0,10-194 0,2 149 0,-2 172 0,0-17 0,0 1 0,1-1 0,1 1 0,7-32 0,-8 45 0,0 0 0,1 0 0,0 0 0,-1 0 0,1 1 0,0-1 0,1 1 0,-1-1 0,1 1 0,-1 0 0,1 0 0,0 0 0,0 0 0,0 0 0,1 1 0,-1-1 0,0 1 0,1 0 0,0 0 0,0 1 0,-1-1 0,1 1 0,0-1 0,0 1 0,0 0 0,5 0 0,-1 0 0,1 0 0,-1 0 0,1 1 0,-1 1 0,1-1 0,-1 1 0,0 1 0,1-1 0,-1 1 0,0 1 0,0 0 0,15 7 0,-18-7 0,0 0 0,0 1 0,0 0 0,-1 0 0,1 0 0,-1 0 0,0 1 0,-1 0 0,1 0 0,-1 0 0,0 0 0,0 0 0,0 1 0,-1-1 0,0 1 0,0-1 0,0 1 0,-1 0 0,1 6 0,0 0 0,-2 1 0,1-1 0,-1 0 0,-1 0 0,0 1 0,-1-1 0,-1 0 0,0 0 0,0 0 0,-6 12 0,-7 14 0,-35 58 0,24-48 0,14-22 0,9-17 0,0-1 0,0 1 0,-1-1 0,0 0 0,-1 0 0,-11 13 0,165-134 0,-116 88 0,46-26 0,-54 36 0,37-30 0,-52 37 0,1-1 0,0 2 0,0-1 0,1 2 0,-1-1 0,2 1 0,-1 1 0,1 0 0,-1 1 0,1 0 0,16-3 0,65 1 0,-55 5 0,49-8 0,237-71 0,-242 59 0,-55 15 0,1-2 0,-1 0 0,41-20 0,-35 13 0,-23 11 0,0 0 0,0-2 0,16-10 0,-26 16 0,0 0 0,0 0 0,0 0 0,1 0 0,-1 0 0,0 0 0,0 0 0,0 0 0,0 0 0,0 0 0,0 0 0,0 0 0,1 0 0,-1 0 0,0 0 0,0-1 0,0 1 0,0 0 0,0 0 0,0 0 0,0 0 0,0 0 0,0 0 0,0 0 0,0-1 0,0 1 0,0 0 0,0 0 0,0 0 0,0 0 0,0 0 0,0-1 0,0 1 0,0 0 0,0 0 0,0 0 0,0 0 0,0 0 0,0 0 0,0-1 0,0 1 0,0 0 0,0 0 0,0 0 0,0 0 0,0 0 0,0 0 0,0 0 0,0-1 0,0 1 0,0 0 0,-1 0 0,1 0 0,0 0 0,0 0 0,0 0 0,0 0 0,-12-2 0,-14 4 0,13 3 0,0 0 0,0 1 0,1 0 0,0 1 0,0 1 0,0 0 0,1 0 0,1 1 0,-1 1 0,1-1 0,1 2 0,0-1 0,0 2 0,1-1 0,1 1 0,0 0 0,0 0 0,2 1 0,-1 0 0,-3 14 0,0 0 0,-8 24 0,16-48 0,0 1 0,1-1 0,-1 1 0,1-1 0,0 1 0,0-1 0,0 1 0,0-1 0,1 1 0,0-1 0,1 6 0,-1-8 0,-1 0 0,1 1 0,0-1 0,0 0 0,0 0 0,0 0 0,0 0 0,0 0 0,0 0 0,0-1 0,0 1 0,1 0 0,-1-1 0,0 1 0,0 0 0,1-1 0,-1 0 0,0 1 0,1-1 0,-1 0 0,1 1 0,-1-1 0,0 0 0,1 0 0,-1 0 0,1 0 0,-1-1 0,0 1 0,1 0 0,-1 0 0,0-1 0,1 1 0,-1-1 0,0 1 0,3-2 0,3-2 0,1 1 0,-1-1 0,0 0 0,11-8 0,-5 1 0,-1-1 0,0 0 0,-1 0 0,0-1 0,-1 0 0,-1-1 0,0 0 0,-1-1 0,0 1 0,-1-2 0,-1 1 0,-1-1 0,8-30 0,-5 0 0,-2-1 0,-2 0 0,-3-78 0,-3 45 0,1 172 0,3 141 0,-2-222-85,1-1 0,0 1-1,1-1 1,0 1 0,1-1-1,0 0 1,0 0 0,1 0-1,0 0 1,1-1 0,0 0-1,1 0 1,0 0 0,0 0-1,15 14 1,-2-8-6741</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1:07.918"/>
    </inkml:context>
    <inkml:brush xml:id="br0">
      <inkml:brushProperty name="width" value="0.035" units="cm"/>
      <inkml:brushProperty name="height" value="0.035" units="cm"/>
      <inkml:brushProperty name="color" value="#E71224"/>
    </inkml:brush>
  </inkml:definitions>
  <inkml:trace contextRef="#ctx0" brushRef="#br0">0 60 24575,'848'0'0,"-838"0"24,1 0 0,-1-1 0,0 0 0,12-4 0,-18 4-117,-1 0 0,1 0 1,-1 0-1,0-1 0,1 0 0,-1 1 0,0-1 0,0 0 1,0-1-1,0 1 0,-1 0 0,1-1 0,0 0 1,-1 1-1,3-5 0,4-10-6733</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1:22.693"/>
    </inkml:context>
    <inkml:brush xml:id="br0">
      <inkml:brushProperty name="width" value="0.035" units="cm"/>
      <inkml:brushProperty name="height" value="0.035" units="cm"/>
      <inkml:brushProperty name="color" value="#E71224"/>
    </inkml:brush>
  </inkml:definitions>
  <inkml:trace contextRef="#ctx0" brushRef="#br0">1 1 24575,'910'0'-1365,"-883"0"-5461</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1:49.426"/>
    </inkml:context>
    <inkml:brush xml:id="br0">
      <inkml:brushProperty name="width" value="0.035" units="cm"/>
      <inkml:brushProperty name="height" value="0.035" units="cm"/>
      <inkml:brushProperty name="color" value="#E71224"/>
    </inkml:brush>
  </inkml:definitions>
  <inkml:trace contextRef="#ctx0" brushRef="#br0">0 410 24575,'1'5'0,"0"-1"0,1 0 0,-1 1 0,1-1 0,0 0 0,0 0 0,0 0 0,0 0 0,1 0 0,5 6 0,-1 0 0,70 90 0,-50-68 0,-2 0 0,-2 2 0,33 60 0,-47-74 0,2 0 0,0 0 0,1-2 0,18 22 0,-29-38 0,0-1 0,0 0 0,0 0 0,1 1 0,-1-1 0,0 0 0,0 0 0,1 0 0,-1 0 0,1 0 0,-1-1 0,1 1 0,-1 0 0,1-1 0,-1 1 0,1-1 0,0 1 0,-1-1 0,4 0 0,-4 0 0,1 0 0,-1-1 0,0 1 0,0-1 0,1 0 0,-1 1 0,0-1 0,0 0 0,0 0 0,0 0 0,0 0 0,0 1 0,0-1 0,0-1 0,0 1 0,0 0 0,0 0 0,0-2 0,4-8 0,0 0 0,-1 1 0,-1-2 0,4-16 0,-5 18 0,15-56 0,-8 38 0,-2 0 0,-1-1 0,3-55 0,-10 39 0,0 33 0,0 1 0,1-1 0,0 0 0,1 1 0,0-1 0,1 0 0,3-11 0,-5 22 0,0-1 0,1 1 0,-1-1 0,1 1 0,-1 0 0,1-1 0,0 1 0,0 0 0,-1 0 0,1 0 0,0-1 0,0 1 0,0 0 0,0 0 0,0 0 0,0 1 0,1-1 0,-1 0 0,0 0 0,0 0 0,1 1 0,-1-1 0,0 1 0,1-1 0,-1 1 0,0 0 0,1-1 0,-1 1 0,1 0 0,-1 0 0,1 0 0,-1 0 0,1 0 0,-1 0 0,0 0 0,1 1 0,-1-1 0,1 0 0,-1 1 0,0-1 0,1 1 0,-1 0 0,2 1 0,7 4 0,0 0 0,-1 1 0,1 1 0,12 13 0,-2-3 0,-11-12 0,0 0 0,0-1 0,1 0 0,-1 0 0,1-1 0,0 0 0,0-1 0,1-1 0,-1 1 0,0-1 0,14 0 0,-9-1 0,-1-1 0,0 0 0,0-1 0,0-1 0,0 0 0,0-1 0,25-9 0,-37 11 0,0 0 0,0 0 0,1 0 0,-1 0 0,0 0 0,0 1 0,1-1 0,-1 1 0,0-1 0,1 1 0,-1 0 0,1 0 0,-1 0 0,0 0 0,1 1 0,-1-1 0,0 0 0,1 1 0,-1 0 0,0 0 0,0-1 0,1 1 0,-1 0 0,0 1 0,0-1 0,0 0 0,0 1 0,0-1 0,-1 1 0,1-1 0,2 4 0,-1-2 0,1 0 0,0 0 0,0 0 0,0 0 0,1-1 0,-1 1 0,0-1 0,1 0 0,0 0 0,-1-1 0,1 0 0,0 0 0,0 0 0,0 0 0,0 0 0,0-1 0,0 0 0,8-1 0,-6 0 0,1-1 0,-1 0 0,0 0 0,0-1 0,0 0 0,0 0 0,0 0 0,-1-1 0,0 0 0,1 0 0,8-9 0,-10 9 0,0-1 0,0 1 0,1 0 0,-1 1 0,11-6 0,-14 8 0,-1 1 0,0-1 0,0 1 0,0 0 0,1-1 0,-1 1 0,0 0 0,0 0 0,1 0 0,-1 0 0,0 0 0,0 0 0,1 0 0,-1 1 0,0-1 0,0 0 0,1 1 0,-1-1 0,0 0 0,0 1 0,0 0 0,0-1 0,0 1 0,0 0 0,0-1 0,0 1 0,0 0 0,0 0 0,0 0 0,0 0 0,-1 0 0,1 0 0,0 0 0,-1 0 0,1 0 0,0 2 0,-1-2 0,1-1 0,-1 1 0,0 0 0,0-1 0,1 1 0,-1 0 0,0-1 0,1 1 0,-1-1 0,0 1 0,1-1 0,-1 1 0,1-1 0,-1 1 0,1-1 0,-1 0 0,1 1 0,0-1 0,-1 1 0,1-1 0,-1 0 0,1 0 0,0 1 0,-1-1 0,1 0 0,0 0 0,-1 0 0,1 0 0,0 0 0,-1 0 0,1 0 0,0 0 0,0 0 0,1-1 0,-1 0 0,1 0 0,-1 0 0,1 0 0,-1 0 0,0 0 0,1-1 0,-1 1 0,0 0 0,0-1 0,0 1 0,1-3 0,3-5 0,0 1 0,-1-1 0,0-1 0,2-9 0,-3 3 0,-1 1 0,1-23 0,1-9 0,-3 46 0,-1-1 0,1 1 0,-1 0 0,1-1 0,0 1 0,-1 0 0,1 0 0,0 0 0,0 0 0,0 0 0,0 0 0,0 0 0,0 0 0,0 0 0,0 0 0,0 1 0,0-1 0,1 0 0,-1 1 0,0-1 0,0 1 0,1-1 0,-1 1 0,0 0 0,1-1 0,-1 1 0,0 0 0,3 0 0,46 0 0,-35 0 0,92 5 0,-31-1 0,125-10 0,-181 4 0,0-1 0,0-1 0,21-8 0,-35 10 0,0-1 0,0 0 0,0 0 0,0 0 0,9-8 0,-13 9 0,0 1 0,0-1 0,0 0 0,0 0 0,-1 0 0,1 0 0,-1 0 0,0 0 0,1 0 0,-1 0 0,0-1 0,0 1 0,-1-1 0,1 1 0,0-5 0,0 7 0,-1-1 0,0 1 0,0 0 0,0-1 0,0 1 0,0-1 0,0 1 0,0-1 0,0 1 0,0 0 0,0-1 0,0 1 0,0-1 0,0 1 0,0 0 0,0-1 0,-1 1 0,1-1 0,0 1 0,0 0 0,0-1 0,-1 1 0,1 0 0,0-1 0,0 1 0,-1 0 0,1-1 0,0 1 0,-1 0 0,1-1 0,0 1 0,-1 0 0,1 0 0,0 0 0,-1-1 0,0 1 0,-17 5 0,-16 18 0,28-17 0,1 0 0,0 0 0,0 1 0,1 0 0,-1 0 0,2 0 0,-1 0 0,1 0 0,-3 10 0,5-15 0,0 0 0,1 0 0,-1 0 0,1 0 0,0-1 0,0 1 0,-1 0 0,1 0 0,0 0 0,1 0 0,-1 0 0,0 0 0,1 0 0,-1 0 0,1-1 0,-1 1 0,1 0 0,0 0 0,0-1 0,-1 1 0,1 0 0,1-1 0,-1 1 0,0-1 0,0 1 0,1-1 0,-1 0 0,0 1 0,1-1 0,-1 0 0,1 0 0,0 0 0,-1 0 0,1 0 0,0-1 0,0 1 0,-1 0 0,1-1 0,0 1 0,0-1 0,0 0 0,0 0 0,3 1 0,-3-1 0,1 0 0,-1 0 0,0 0 0,0 0 0,0 0 0,0 0 0,0 0 0,0-1 0,0 1 0,1-1 0,-1 1 0,0-1 0,0 0 0,-1 0 0,1 0 0,0 0 0,0 0 0,0 0 0,2-3 0,-2 2 0,0-1 0,1 0 0,-1 0 0,0 0 0,0-1 0,-1 1 0,1 0 0,-1-1 0,1 1 0,0-6 0,1-6 0,0-2 0,-2 1 0,0-32 0,-1 45 0,1-12 0,-2 1 0,0-1 0,0 0 0,-1 1 0,-1-1 0,-1 1 0,0 0 0,-1 0 0,0 0 0,-1 1 0,-8-14 0,5 16 0,6 16 0,11 21 0,1-8-24,2-1 0,21 26 0,-13-18-1269,-2-1-5533</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1:50.662"/>
    </inkml:context>
    <inkml:brush xml:id="br0">
      <inkml:brushProperty name="width" value="0.035" units="cm"/>
      <inkml:brushProperty name="height" value="0.035" units="cm"/>
      <inkml:brushProperty name="color" value="#E71224"/>
    </inkml:brush>
  </inkml:definitions>
  <inkml:trace contextRef="#ctx0" brushRef="#br0">0 235 24575,'0'-6'0,"0"-6"0,0-8 0,0-4 0,0-5 0,5-2 0,8-1 0,6 5 0,6 7 0,3 7 0,-7 5 0,-14 5 0,-13 2 0,-10 2 0,-9 0 0,1-5 0,4-2-8191</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1:53.042"/>
    </inkml:context>
    <inkml:brush xml:id="br0">
      <inkml:brushProperty name="width" value="0.035" units="cm"/>
      <inkml:brushProperty name="height" value="0.035" units="cm"/>
      <inkml:brushProperty name="color" value="#E71224"/>
    </inkml:brush>
  </inkml:definitions>
  <inkml:trace contextRef="#ctx0" brushRef="#br0">376 1 24575,'-32'0'0,"6"-1"0,-38 5 0,55-3 0,0 1 0,0 0 0,0 0 0,0 1 0,0 1 0,1-1 0,-15 10 0,8-4 0,0 1 0,1 1 0,0 1 0,1 0 0,0 0 0,1 1 0,-14 20 0,20-25 0,0 1 0,1 0 0,0-1 0,0 1 0,1 1 0,0-1 0,1 1 0,-4 15 0,6-22 0,1 0 0,0-1 0,0 1 0,0-1 0,0 1 0,0 0 0,0-1 0,1 1 0,-1-1 0,1 1 0,0-1 0,0 1 0,-1-1 0,2 1 0,-1-1 0,0 0 0,0 0 0,1 0 0,-1 1 0,1-1 0,0-1 0,0 1 0,0 0 0,0 0 0,0-1 0,0 1 0,0-1 0,0 1 0,0-1 0,1 0 0,-1 0 0,1 0 0,-1 0 0,1-1 0,-1 1 0,1-1 0,-1 1 0,5-1 0,35 5 0,0-2 0,0-3 0,50-4 0,9 0 0,-59 3 0,70 3 0,-108-2 0,0 1 0,0 0 0,0-1 0,0 2 0,0-1 0,0 0 0,-1 1 0,1 0 0,0 0 0,-1 0 0,0 0 0,1 0 0,-1 1 0,0-1 0,0 1 0,3 4 0,-2-2 0,0 0 0,-1 1 0,0-1 0,1 1 0,-2 0 0,1 0 0,-1 0 0,0 1 0,2 9 0,-2-6 0,-1 0 0,0 0 0,-1 0 0,0 0 0,0 0 0,-1 0 0,0 0 0,-1 0 0,0 0 0,0 0 0,-1-1 0,-9 20 0,-4-5 0,-1-1 0,-2 0 0,0-2 0,-2 0 0,0-1 0,-39 29 0,12-9 0,39-33 0,0 0 0,-1-1 0,1 0 0,-1 0 0,0-1 0,-1 0 0,1-1 0,-1 0 0,0-1 0,-14 3 0,-3-3 0,-1 0 0,-54-3 0,52-1-1365,4 0-5461</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2:05.736"/>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2:05.829"/>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2:12.919"/>
    </inkml:context>
    <inkml:brush xml:id="br0">
      <inkml:brushProperty name="width" value="0.035" units="cm"/>
      <inkml:brushProperty name="height" value="0.035" units="cm"/>
      <inkml:brushProperty name="color" value="#E71224"/>
    </inkml:brush>
  </inkml:definitions>
  <inkml:trace contextRef="#ctx0" brushRef="#br0">3853 290 24575,'-4'-4'0,"-1"1"0,1 0 0,-1 0 0,0 1 0,0-1 0,0 1 0,0 0 0,0 1 0,0-1 0,-1 1 0,1 0 0,0 0 0,-1 0 0,1 1 0,-1 0 0,1 0 0,0 1 0,-1-1 0,-5 2 0,11-1 0,-1-1 0,1 0 0,-1 1 0,1-1 0,-1 1 0,1-1 0,-1 1 0,1-1 0,0 0 0,-1 1 0,1 0 0,0-1 0,-1 1 0,1-1 0,0 1 0,0-1 0,-1 1 0,1 0 0,0-1 0,0 1 0,0-1 0,0 1 0,0 0 0,0-1 0,0 1 0,0 0 0,0-1 0,0 1 0,0-1 0,0 1 0,1 0 0,-1 0 0,13 24 0,-13-25 0,18 26 0,1 0 0,2-2 0,30 30 0,-38-41 0,517 515-1599,548 611 1011,-1043-1103 588,62 51 0,-80-67 990,-19-14-38,-13-10-756,-182-95-144,38 17-55,-52-19 3,-106-45-662,-105-50-1989,-2063-904 1641,2132 951-375,70 35 977,-227-70 47,292 114 3238,194 64-1987,0 1 0,0 1 0,-48-3 0,-73 10-927,40 1 114,71-4-1442,4 0-5461</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2:19.720"/>
    </inkml:context>
    <inkml:brush xml:id="br0">
      <inkml:brushProperty name="width" value="0.035" units="cm"/>
      <inkml:brushProperty name="height" value="0.035" units="cm"/>
      <inkml:brushProperty name="color" value="#E71224"/>
    </inkml:brush>
  </inkml:definitions>
  <inkml:trace contextRef="#ctx0" brushRef="#br0">0 98 24575,'6'0'0,"7"-5"0,6-2 0,6-5 0,-2-6 0,1 0 0,1 3 0,2 5 0,2 3 0,1 3 0,-4 2-8191</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2:21.397"/>
    </inkml:context>
    <inkml:brush xml:id="br0">
      <inkml:brushProperty name="width" value="0.035" units="cm"/>
      <inkml:brushProperty name="height" value="0.035" units="cm"/>
      <inkml:brushProperty name="color" value="#E71224"/>
    </inkml:brush>
  </inkml:definitions>
  <inkml:trace contextRef="#ctx0" brushRef="#br0">0 94 24575,'5'0'0,"8"0"0,6 0 0,0-5 0,2-2 0,3 0 0,-2-4 0,0 0 0,2 1 0,1 4 0,3-4 0,1 0 0,2 2 0,0 3 0,-4 1-8191</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0:25.272"/>
    </inkml:context>
    <inkml:brush xml:id="br0">
      <inkml:brushProperty name="width" value="0.035" units="cm"/>
      <inkml:brushProperty name="height" value="0.035" units="cm"/>
      <inkml:brushProperty name="color" value="#E71224"/>
    </inkml:brush>
  </inkml:definitions>
  <inkml:trace contextRef="#ctx0" brushRef="#br0">1 1 24575,'0'10'0,"0"15"0,0 19 0,0 12 0,0 13 0,0 11 0,0 2 0,0-7 0,0-12 0,0-10 0,0-10 0,0-6 0,0-4 0,0-3 0,0 0 0,0-1 0,0-5-8191</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0:28.433"/>
    </inkml:context>
    <inkml:brush xml:id="br0">
      <inkml:brushProperty name="width" value="0.035" units="cm"/>
      <inkml:brushProperty name="height" value="0.035" units="cm"/>
      <inkml:brushProperty name="color" value="#E71224"/>
    </inkml:brush>
  </inkml:definitions>
  <inkml:trace contextRef="#ctx0" brushRef="#br0">0 265 24575,'42'-19'0,"48"-14"0,13-6 0,130-57 0,-224 93 0,9-3 0,-1-1 0,1 0 0,-1-2 0,0 0 0,22-16 0,-30 14 0,-16 22 0,-18 42 0,3 2 0,2 0 0,2 2 0,3 0 0,3 0 0,2 2 0,2-1 0,1 94 0,6-111 0,1-26 0,-1 0 0,2 0 0,0 0 0,1 0 0,4 15 0,-6-30 0,0-1 0,0 1 0,0 0 0,0-1 0,0 1 0,0 0 0,1-1 0,-1 1 0,0-1 0,0 1 0,1 0 0,-1-1 0,0 1 0,0 0 0,1 0 0,-1-1 0,0 1 0,1 0 0,-1 0 0,0 0 0,1-1 0,-1 1 0,1 0 0,-1 0 0,0 0 0,1 0 0,-1 0 0,1 0 0,-1-1 0,0 1 0,1 0 0,-1 0 0,1 0 0,-1 1 0,0-1 0,1 0 0,-1 0 0,1 0 0,-1 0 0,0 0 0,1 0 0,-1 1 0,1-1 0,-1 0 0,0 0 0,1 0 0,-1 1 0,0-1 0,1 0 0,-1 1 0,0-1 0,0 0 0,1 0 0,-1 1 0,0-1 0,0 1 0,0-1 0,1 0 0,-1 1 0,0-1 0,0 0 0,0 1 0,0-1 0,0 1 0,0-1 0,0 1 0,0-1 0,0 1 0,19-41 0,-13 24 0,-5 15 0,14-28 0,0 1 0,2 1 0,0 1 0,40-45 0,-55 69 0,0 0 0,0 0 0,1 0 0,-1 0 0,1 0 0,0 1 0,0-1 0,-1 1 0,1-1 0,0 1 0,0 0 0,0 0 0,0 1 0,0-1 0,1 0 0,-1 1 0,4 0 0,-4 0 0,-1 1 0,1-1 0,-1 1 0,0 0 0,0 0 0,1 0 0,-1 0 0,0 0 0,0 1 0,0-1 0,0 1 0,0-1 0,0 1 0,-1 0 0,1 0 0,-1-1 0,1 1 0,-1 0 0,1 0 0,-1 1 0,0-1 0,0 0 0,1 3 0,4 10 0,-4-8 0,1-1 0,-1 1 0,2-1 0,-1 0 0,0 0 0,9 9 0,-12-14 0,1 0 0,0-1 0,-1 1 0,1 0 0,0-1 0,0 1 0,-1-1 0,1 0 0,0 1 0,0-1 0,0 0 0,0 1 0,0-1 0,0 0 0,-1 0 0,1 0 0,0 0 0,0 0 0,0 0 0,0 0 0,0 0 0,1 0 0,1-1 0,-1 0 0,0 0 0,0 0 0,0-1 0,0 1 0,-1-1 0,1 1 0,0-1 0,0 1 0,-1-1 0,1 0 0,-1 0 0,2-2 0,16-27 0,-14 22 0,0 0 0,1 1 0,0 0 0,9-10 0,-13 16 0,0 0 0,1 0 0,-1 0 0,1 0 0,-1 0 0,1 1 0,0-1 0,-1 1 0,1 0 0,0 0 0,0 0 0,0 0 0,0 1 0,0-1 0,0 1 0,0 0 0,0 0 0,6 0 0,60 11 0,-46-7 0,44 3 0,-58-7 0,-1 0 0,1-1 0,0 0 0,-1 0 0,1-1 0,-1 0 0,0-1 0,15-6 0,25-20 0,-41 24 0,0 0 0,0 0 0,1 1 0,0 0 0,0 0 0,0 1 0,0 0 0,0 0 0,10-1 0,2 1 0,0 1 0,0-1 0,0-1 0,0-1 0,27-10 0,-43 13 0,1 0 0,-1-1 0,0 1 0,1-1 0,-1 1 0,-1-1 0,1-1 0,0 1 0,-1 0 0,1-1 0,-1 0 0,0 0 0,0 0 0,-1 0 0,1 0 0,-1 0 0,0-1 0,0 1 0,0-1 0,-1 0 0,1 1 0,-1-1 0,1-7 0,-2 3 0,0 1 0,0-1 0,-1 1 0,0-1 0,0 1 0,-1-1 0,0 1 0,-4-10 0,-31-65 0,25 60 0,-13-35 0,25 56 0,0 1 0,0 0 0,-1-1 0,1 1 0,0 0 0,-1-1 0,0 1 0,1 0 0,-1 0 0,1-1 0,-1 1 0,0 0 0,0 0 0,0 0 0,0 0 0,-1-1 0,-2 19 0,7 41 0,3-20 8,2 0 0,1-1 0,2 0 1,26 58-1,4 13-1414,-31-77-5420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0:29.459"/>
    </inkml:context>
    <inkml:brush xml:id="br0">
      <inkml:brushProperty name="width" value="0.035" units="cm"/>
      <inkml:brushProperty name="height" value="0.035" units="cm"/>
      <inkml:brushProperty name="color" value="#E71224"/>
    </inkml:brush>
  </inkml:definitions>
  <inkml:trace contextRef="#ctx0" brushRef="#br0">0 0 24575,'0'6'0,"0"17"0,0 10 0,6 11 0,1 13 0,5 3 0,1 6 0,-2 4 0,2-6 0,-1-7 0,-2-4 0,-3-5 0,-3-5 0,-2-5 0,-1-4 0,-1-1 0,-1-8-8191</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0:31.623"/>
    </inkml:context>
    <inkml:brush xml:id="br0">
      <inkml:brushProperty name="width" value="0.035" units="cm"/>
      <inkml:brushProperty name="height" value="0.035" units="cm"/>
      <inkml:brushProperty name="color" value="#E71224"/>
    </inkml:brush>
  </inkml:definitions>
  <inkml:trace contextRef="#ctx0" brushRef="#br0">70 146 24575,'0'7'0,"-1"-1"0,-1 0 0,1 0 0,-1 0 0,0 0 0,0 0 0,0-1 0,-1 1 0,0-1 0,0 1 0,-5 4 0,4-2 0,-1-1 0,1 1 0,0 0 0,0 0 0,-2 9 0,1 10 0,1 1 0,2 0 0,0 1 0,2-1 0,5 46 0,-3-64 0,-1 0 0,1 0 0,1 0 0,0 0 0,0 0 0,1 0 0,1-1 0,-1 0 0,1 0 0,12 15 0,-15-21 0,0 0 0,1-1 0,-1 1 0,1-1 0,-1 0 0,1 0 0,0 0 0,0 0 0,0 0 0,0-1 0,0 1 0,0-1 0,1 0 0,-1 0 0,0 0 0,1 0 0,-1-1 0,1 1 0,-1-1 0,1 0 0,-1 0 0,0 0 0,1 0 0,-1-1 0,1 0 0,-1 1 0,0-1 0,1 0 0,-1 0 0,0-1 0,0 1 0,0-1 0,0 0 0,5-3 0,35-18 0,-34 19 0,0 0 0,0-1 0,-1 0 0,0-1 0,10-7 0,6-7 0,-18 15 0,0 0 0,0 0 0,0 0 0,0-1 0,6-9 0,19-29 0,-22 33 0,0 0 0,-1-1 0,0 0 0,-1 0 0,0-1 0,-1 0 0,-1 0 0,0 0 0,4-18 0,-7 17 0,0 0 0,0 0 0,-2-1 0,0 1 0,0 0 0,-1 0 0,-1 0 0,0-1 0,-1 1 0,-7-18 0,7 24 0,-1 0 0,0-1 0,-1 1 0,1 1 0,-2-1 0,1 1 0,-1 0 0,0 0 0,0 0 0,-1 1 0,0 0 0,0 1 0,-1-1 0,1 1 0,-1 1 0,0-1 0,-11-3 0,10 4-105,0 0 0,0 0 0,0 1 0,0 0 0,-1 1 0,1 0 0,-1 0 0,0 1 0,1 0 0,-1 1 0,0 0 0,-10 2 0,0 3-6721</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0:37.655"/>
    </inkml:context>
    <inkml:brush xml:id="br0">
      <inkml:brushProperty name="width" value="0.035" units="cm"/>
      <inkml:brushProperty name="height" value="0.035" units="cm"/>
      <inkml:brushProperty name="color" value="#E71224"/>
    </inkml:brush>
  </inkml:definitions>
  <inkml:trace contextRef="#ctx0" brushRef="#br0">1 210 24575,'0'921'0,"0"-916"0,0 1 0,0-1 0,1 0 0,-1 1 0,1-1 0,1 0 0,-1 1 0,1-1 0,2 6 0,-3-9 0,1 0 0,-1 0 0,1 0 0,-1 0 0,1-1 0,0 1 0,0 0 0,-1-1 0,1 0 0,0 1 0,0-1 0,1 0 0,-1 0 0,0 0 0,0 0 0,0 0 0,1-1 0,-1 1 0,0-1 0,1 1 0,-1-1 0,1 0 0,3 0 0,1-1 0,1 1 0,-1-1 0,0 0 0,0-1 0,0 0 0,-1 0 0,1-1 0,11-5 0,53-35 0,-24 14 0,-15 10 0,-1-1 0,-1-2 0,29-27 0,-43 35 0,-1-2 0,0 0 0,-1-1 0,-1-1 0,0 0 0,15-30 0,-4 0 0,-3 6 0,-1-1 0,21-66 0,-40 121 0,-5 16 0,0-17 0,-17 66 0,20-70 0,0 0 0,0-1 0,1 1 0,0 0 0,0-1 0,0 1 0,1 0 0,0-1 0,2 10 0,-1-13 0,-1 0 0,0-1 0,1 1 0,-1-1 0,1 1 0,0-1 0,0 0 0,0 0 0,0 0 0,0 0 0,0 0 0,1 0 0,-1 0 0,1-1 0,-1 1 0,1-1 0,-1 0 0,1 0 0,0 0 0,0 0 0,0 0 0,-1 0 0,1-1 0,0 0 0,0 1 0,4-1 0,0 0 0,0 0 0,0-1 0,0 1 0,0-1 0,0-1 0,0 1 0,-1-1 0,1-1 0,0 1 0,7-5 0,13-12 0,-1-1 0,-1-1 0,0-1 0,36-44 0,-39 42 0,-1-2 0,-1 0 0,-2-2 0,-1 0 0,20-43 0,-36 69 0,1-1 0,-1 1 0,-1-1 0,1 1 0,0-1 0,-1 1 0,1-1 0,-1 1 0,1-1 0,-1 0 0,0 1 0,0-1 0,-1 1 0,1-1 0,0 0 0,-1 1 0,-1-5 0,1 6 0,0 0 0,0 0 0,0-1 0,0 1 0,0 0 0,-1 0 0,1 0 0,0 0 0,0 0 0,-1 1 0,1-1 0,-1 0 0,1 1 0,-1-1 0,1 1 0,-1-1 0,1 1 0,-1 0 0,1 0 0,-1-1 0,1 1 0,-1 0 0,0 0 0,1 1 0,-1-1 0,1 0 0,-1 0 0,1 1 0,-1-1 0,-1 2 0,1-2 0,0 0 0,0 0 0,1 1 0,-1 0 0,0-1 0,0 1 0,0 0 0,1 0 0,-1-1 0,0 1 0,1 1 0,-1-1 0,1 0 0,0 0 0,-1 1 0,1-1 0,0 0 0,-1 1 0,1-1 0,0 1 0,0 0 0,-1 2 0,2-1 0,-1-1 0,1 1 0,0-1 0,0 1 0,0 0 0,0-1 0,0 1 0,1-1 0,-1 1 0,1-1 0,0 1 0,-1-1 0,1 1 0,2 3 0,3 4 0,0-1 0,0 0 0,1 0 0,0 0 0,0 0 0,15 12 0,99 76 0,-114-91 0,-1 1 0,0-1 0,0 1 0,-1 1 0,0-1 0,0 1 0,-1 0 0,0 0 0,0 0 0,-1 1 0,0-1 0,0 1 0,-1 0 0,0 0 0,-1 0 0,0 0 0,0 0 0,-1 0 0,0 0 0,-2 14 0,1-19 0,0 0 0,0 0 0,0 0 0,-1 0 0,1 0 0,-1 0 0,0-1 0,-1 1 0,1 0 0,0-1 0,-1 0 0,0 1 0,0-1 0,0 0 0,0-1 0,0 1 0,-1 0 0,1-1 0,-1 0 0,1 0 0,-8 3 0,2-1 0,1 0 0,-1-1 0,-1 0 0,1-1 0,0 0 0,-1-1 0,1 0 0,-16 0 0,24 0 0,-1-1 0,0 0 0,0-1 0,1 1 0,-1 0 0,0 0 0,1-1 0,-1 1 0,0-1 0,1 1 0,-1-1 0,1 0 0,-1 0 0,1 0 0,-1 1 0,1-2 0,0 1 0,-2-1 0,2 1 0,0 0 0,1-1 0,-1 1 0,1 0 0,-1 0 0,1 0 0,0 0 0,0-1 0,-1 1 0,1 0 0,0 0 0,0-1 0,0 1 0,0 0 0,0 0 0,0-1 0,1 1 0,-1 0 0,1-2 0,1-2 0,0 0 0,0 0 0,0 0 0,1 1 0,0-1 0,0 1 0,0-1 0,1 1 0,5-6 0,13-10 0,-2-1 0,0-2 0,-1 0 0,26-44 0,-32 41 0,-2 0 0,-1-1 0,12-55 0,-6 22 0,45-187 0,-53 214 0,-2 0 0,0-1 0,-3 0 0,0 0 0,-4-48 0,1 120 0,4 83 0,17 124 0,-15-152 0,-5-72 0,1-1 0,1 0 0,1 1 0,1-1 0,14 38 0,-17-53 0,1 1 0,0-1 0,0 1 0,0-1 0,1 0 0,-1 0 0,1-1 0,1 1 0,-1-1 0,1 0 0,-1 0 0,1 0 0,0 0 0,1-1 0,-1 0 0,1 0 0,-1-1 0,1 1 0,0-1 0,0-1 0,0 1 0,0-1 0,11 2 0,0-2 0,-1-1 0,0 0 0,0-1 0,0 0 0,0-1 0,0-1 0,0-1 0,-1 0 0,24-11 0,-29 11 0,-1-1 0,0 0 0,0-1 0,0 0 0,-1 0 0,0-1 0,-1 0 0,1 0 0,-1-1 0,0 0 0,-1 0 0,0-1 0,0 1 0,-1-1 0,7-18 0,16-49-1365,-22 54-5461</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0:38.630"/>
    </inkml:context>
    <inkml:brush xml:id="br0">
      <inkml:brushProperty name="width" value="0.035" units="cm"/>
      <inkml:brushProperty name="height" value="0.035" units="cm"/>
      <inkml:brushProperty name="color" value="#E71224"/>
    </inkml:brush>
  </inkml:definitions>
  <inkml:trace contextRef="#ctx0" brushRef="#br0">0 310 24575,'0'-6'0,"22"-11"0,17-9 0,12 0 0,4-1 0,-2 5 0,0 0 0,-9-2 0,-7-1 0,-4 2 0,-2 7 0,-1-1 0,-1 4 0,-4-2 0,-3 2 0,2 2 0,-4 5-8191</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0:40.310"/>
    </inkml:context>
    <inkml:brush xml:id="br0">
      <inkml:brushProperty name="width" value="0.035" units="cm"/>
      <inkml:brushProperty name="height" value="0.035" units="cm"/>
      <inkml:brushProperty name="color" value="#E71224"/>
    </inkml:brush>
  </inkml:definitions>
  <inkml:trace contextRef="#ctx0" brushRef="#br0">1 0 24575</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0:42.714"/>
    </inkml:context>
    <inkml:brush xml:id="br0">
      <inkml:brushProperty name="width" value="0.035" units="cm"/>
      <inkml:brushProperty name="height" value="0.035" units="cm"/>
      <inkml:brushProperty name="color" value="#E71224"/>
    </inkml:brush>
  </inkml:definitions>
  <inkml:trace contextRef="#ctx0" brushRef="#br0">1 316 24575,'35'-3'0,"0"-2"0,0 0 0,-1-3 0,40-13 0,6-1 0,-50 15 0,319-61 0,-151 47 0,149-17 0,-241 24 0,21-1 0,130-35 0,-207 38 24,1 3 1,83-5-1,103 11-543,-156 4-400,-55-1-5907</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0:18.742"/>
    </inkml:context>
    <inkml:brush xml:id="br0">
      <inkml:brushProperty name="width" value="0.035" units="cm"/>
      <inkml:brushProperty name="height" value="0.035" units="cm"/>
      <inkml:brushProperty name="color" value="#E71224"/>
    </inkml:brush>
  </inkml:definitions>
  <inkml:trace contextRef="#ctx0" brushRef="#br0">0 0 24575,'0'817'-1365,"0"-790"-5461</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0:20.320"/>
    </inkml:context>
    <inkml:brush xml:id="br0">
      <inkml:brushProperty name="width" value="0.035" units="cm"/>
      <inkml:brushProperty name="height" value="0.035" units="cm"/>
      <inkml:brushProperty name="color" value="#E71224"/>
    </inkml:brush>
  </inkml:definitions>
  <inkml:trace contextRef="#ctx0" brushRef="#br0">4 1 24575,'7'0'0,"-1"0"0,0 0 0,0 1 0,1 0 0,-1 0 0,0 1 0,0 0 0,0 0 0,0 0 0,0 1 0,-1 0 0,1 0 0,7 5 0,-10-5 0,0-1 0,-1 1 0,1 0 0,0 0 0,-1 1 0,0-1 0,0 0 0,0 1 0,0 0 0,0-1 0,-1 1 0,0 0 0,1 0 0,-1-1 0,-1 1 0,1 0 0,-1 0 0,1 0 0,-1 0 0,0 0 0,0 0 0,-2 6 0,1-4 0,0 0 0,-1 0 0,0 0 0,-1 0 0,1 0 0,-1-1 0,0 1 0,0-1 0,-6 7 0,7-9 0,1-1 0,-1 0 0,0 0 0,0 1 0,0-1 0,0-1 0,0 1 0,-1 0 0,1 0 0,0-1 0,-1 0 0,1 1 0,-1-1 0,0 0 0,1 0 0,-1 0 0,0-1 0,0 1 0,0-1 0,1 1 0,-1-1 0,-4 0 0,5-1 0,0 0 0,0 0 0,0 0 0,0 0 0,0 0 0,0 0 0,0-1 0,1 1 0,-1-1 0,0 1 0,1-1 0,0 0 0,-1 0 0,1 0 0,0 1 0,0-1 0,0 0 0,0 0 0,0-1 0,0 1 0,1 0 0,-1 0 0,0 0 0,1 0 0,0-3 0,-2-6 0,1 0 0,0 1 0,1-21 0,0 28-59,1 0 0,-1 0-1,0 0 1,1 0-1,0 0 1,0 0 0,0 0-1,0 0 1,0 0 0,1 0-1,-1 0 1,1 1 0,0-1-1,0 1 1,0-1-1,0 1 1,0 0 0,0 0-1,1-1 1,-1 2 0,1-1-1,3-2 1,14-5-6767</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0:21.503"/>
    </inkml:context>
    <inkml:brush xml:id="br0">
      <inkml:brushProperty name="width" value="0.035" units="cm"/>
      <inkml:brushProperty name="height" value="0.035" units="cm"/>
      <inkml:brushProperty name="color" value="#E71224"/>
    </inkml:brush>
  </inkml:definitions>
  <inkml:trace contextRef="#ctx0" brushRef="#br0">161 0 24575,'-1'12'0,"0"0"0,-1 0 0,-7 23 0,-3 20 0,-51 267 0,14-105 0,40-162 0,-5 111 0,13-102 0,6 180 0,-5-240-44,0 0 0,1 1 0,0-1 0,0 0 0,0 0 0,0 0 0,1 0 0,0 0 0,-1 0 0,1 0 0,1 0 0,-1-1 0,1 1 0,-1-1 0,1 0 0,0 1 0,0-1 0,0-1-1,1 1 1,-1 0 0,1-1 0,-1 0 0,1 0 0,0 0 0,0 0 0,0 0 0,0-1 0,0 0 0,0 0 0,9 1 0,13 2-6782</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0:22.591"/>
    </inkml:context>
    <inkml:brush xml:id="br0">
      <inkml:brushProperty name="width" value="0.035" units="cm"/>
      <inkml:brushProperty name="height" value="0.035" units="cm"/>
      <inkml:brushProperty name="color" value="#E71224"/>
    </inkml:brush>
  </inkml:definitions>
  <inkml:trace contextRef="#ctx0" brushRef="#br0">1 96 24575,'5'0'0,"13"0"0,13-5 0,13-2 0,4 0 0,-1 2 0,-3 1 0,-4-4 0,-3-5 0,-3-2 0,-1 3 0,-2 3 0,0 3 0,0 3 0,0 1 0,-1 2 0,1 0 0,-5 1-8191</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0:24.035"/>
    </inkml:context>
    <inkml:brush xml:id="br0">
      <inkml:brushProperty name="width" value="0.035" units="cm"/>
      <inkml:brushProperty name="height" value="0.035" units="cm"/>
      <inkml:brushProperty name="color" value="#E71224"/>
    </inkml:brush>
  </inkml:definitions>
  <inkml:trace contextRef="#ctx0" brushRef="#br0">1 257 24575,'6'-1'0,"0"0"0,0 0 0,0 0 0,0-1 0,0 0 0,0 0 0,0 0 0,6-4 0,2-1 0,473-187 0,-466 186 0,0 1 0,0 1 0,0 1 0,1 0 0,0 2 0,-1 1 0,1 0 0,37 3 0,-56 0 0,0-1 0,0 1 0,0 0 0,-1 0 0,1 0 0,0 0 0,0 1 0,-1-1 0,1 1 0,-1-1 0,1 1 0,-1 0 0,0 0 0,0 0 0,0 1 0,0-1 0,0 0 0,0 1 0,0-1 0,-1 1 0,1 0 0,-1-1 0,0 1 0,0 0 0,0 0 0,0 0 0,-1 0 0,2 5 0,0 9 0,-1 0 0,0 0 0,-4 34 0,2-25 0,0-12 0,-1 0 0,0 0 0,-1 0 0,-1 0 0,0-1 0,0 1 0,-2-1 0,-9 19 0,-6 3 0,-41 52 0,-13 21 0,53-75 0,-2-2 0,-1 0 0,-46 45 0,63-66 0,13-9 0,19-12 0,36-25 0,2 2 0,2 4 0,0 2 0,79-23 0,-79 34 0,1 4 0,97-9 0,-55 8 55,-60 7-765,60-1 0,-80 8-6116</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2:25.465"/>
    </inkml:context>
    <inkml:brush xml:id="br0">
      <inkml:brushProperty name="width" value="0.035" units="cm"/>
      <inkml:brushProperty name="height" value="0.035" units="cm"/>
      <inkml:brushProperty name="color" value="#E71224"/>
    </inkml:brush>
  </inkml:definitions>
  <inkml:trace contextRef="#ctx0" brushRef="#br0">1 1 24575</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2:27.135"/>
    </inkml:context>
    <inkml:brush xml:id="br0">
      <inkml:brushProperty name="width" value="0.035" units="cm"/>
      <inkml:brushProperty name="height" value="0.035" units="cm"/>
      <inkml:brushProperty name="color" value="#E71224"/>
    </inkml:brush>
  </inkml:definitions>
  <inkml:trace contextRef="#ctx0" brushRef="#br0">486 33 24575,'-485'0'0,"1300"0"0,-618-17 119,0 1-1603,-171 16-5342</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2:47.891"/>
    </inkml:context>
    <inkml:brush xml:id="br0">
      <inkml:brushProperty name="width" value="0.035" units="cm"/>
      <inkml:brushProperty name="height" value="0.035" units="cm"/>
      <inkml:brushProperty name="color" value="#E71224"/>
    </inkml:brush>
  </inkml:definitions>
  <inkml:trace contextRef="#ctx0" brushRef="#br0">1 159 24575,'0'-1'0,"0"0"0,0 0 0,1 0 0,-1 0 0,1 0 0,-1 0 0,1 0 0,-1 0 0,1 0 0,0 0 0,-1 0 0,1 0 0,0 0 0,0 0 0,0 1 0,-1-1 0,1 0 0,0 1 0,0-1 0,0 1 0,0-1 0,0 1 0,0-1 0,0 1 0,1 0 0,1-1 0,33-6 0,-32 7 0,121-8 0,18-1 0,127-34 0,-244 37 40,-1-1 0,36-14 0,-37 12-535,0 1 0,38-8 0,-37 12-6331</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2:50.189"/>
    </inkml:context>
    <inkml:brush xml:id="br0">
      <inkml:brushProperty name="width" value="0.035" units="cm"/>
      <inkml:brushProperty name="height" value="0.035" units="cm"/>
      <inkml:brushProperty name="color" value="#E71224"/>
    </inkml:brush>
  </inkml:definitions>
  <inkml:trace contextRef="#ctx0" brushRef="#br0">0 33 24575,'6'0'0,"1"-6"0,5-1 0,6 1 0,5 0 0,4 2 0,3 2 0,1 1 0,2 0 0,-1 1 0,1 0 0,-1 1 0,0-1 0,-1 0 0,1 0 0,0 0 0,-1 1 0,-5-1-8191</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2:52.082"/>
    </inkml:context>
    <inkml:brush xml:id="br0">
      <inkml:brushProperty name="width" value="0.035" units="cm"/>
      <inkml:brushProperty name="height" value="0.035" units="cm"/>
      <inkml:brushProperty name="color" value="#E71224"/>
    </inkml:brush>
  </inkml:definitions>
  <inkml:trace contextRef="#ctx0" brushRef="#br0">1 129 24575,'11'0'0,"14"-6"0,13-1 0,12 1 0,-4-5 0,-4 0 0,-3-3 0,-4 0 0,-7-2 0,-4 1 0,0 3 0,1 4 0,2 3 0,2 3 0,-5 1-8191</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3:16.861"/>
    </inkml:context>
    <inkml:brush xml:id="br0">
      <inkml:brushProperty name="width" value="0.035" units="cm"/>
      <inkml:brushProperty name="height" value="0.035" units="cm"/>
      <inkml:brushProperty name="color" value="#E71224"/>
    </inkml:brush>
  </inkml:definitions>
  <inkml:trace contextRef="#ctx0" brushRef="#br0">1 1 24575,'754'0'-1365,"-727"0"-5461</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3:46.414"/>
    </inkml:context>
    <inkml:brush xml:id="br0">
      <inkml:brushProperty name="width" value="0.035" units="cm"/>
      <inkml:brushProperty name="height" value="0.035" units="cm"/>
      <inkml:brushProperty name="color" value="#E71224"/>
    </inkml:brush>
  </inkml:definitions>
  <inkml:trace contextRef="#ctx0" brushRef="#br0">2 328 24575,'-1'80'0,"3"90"0,-2-164 0,1 0 0,1 1 0,-1-1 0,1 0 0,0 0 0,0 0 0,0-1 0,1 1 0,6 9 0,-8-14 0,0 1 0,0-1 0,0 1 0,1-1 0,-1 0 0,0 1 0,1-1 0,-1 0 0,0 0 0,1 0 0,0 0 0,-1-1 0,1 1 0,-1 0 0,1 0 0,0-1 0,0 1 0,-1-1 0,1 0 0,0 0 0,0 1 0,-1-1 0,1 0 0,0 0 0,0-1 0,0 1 0,-1 0 0,1 0 0,0-1 0,-1 1 0,1-1 0,0 0 0,-1 0 0,1 1 0,0-1 0,-1 0 0,3-2 0,0 0 0,-1-1 0,1 0 0,-1 0 0,1 0 0,-1 0 0,0-1 0,-1 1 0,1-1 0,-1 0 0,0 1 0,0-1 0,0 0 0,1-7 0,-1 4 0,1 0 0,0 0 0,1 0 0,5-9 0,37-45 0,102-101 0,-87 99 0,83-80 0,-117 119-682,58-45-1,-69 59-6143</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5:32.501"/>
    </inkml:context>
    <inkml:brush xml:id="br0">
      <inkml:brushProperty name="width" value="0.035" units="cm"/>
      <inkml:brushProperty name="height" value="0.035" units="cm"/>
      <inkml:brushProperty name="color" value="#E71224"/>
    </inkml:brush>
  </inkml:definitions>
  <inkml:trace contextRef="#ctx0" brushRef="#br0">873 1165 24575,'10'0'0,"-1"-1"0,1 0 0,-1-1 0,0 0 0,1 0 0,-1-1 0,0 0 0,-1-1 0,1 0 0,0 0 0,-1-1 0,0 0 0,9-8 0,7-7 0,0-2 0,32-39 0,-53 57 0,14-17 0,18-29 0,-23 30 0,2 1 0,20-23 0,-28 36 0,-1 1 0,0-1 0,0 0 0,0-1 0,-1 1 0,0-1 0,0 0 0,-1 0 0,0 0 0,0 0 0,-1-1 0,0 1 0,0-1 0,-1 0 0,0 1 0,1-14 0,-1 0 0,-1-1 0,-1 1 0,-4-26 0,3 37 0,0 0 0,-1 0 0,0 0 0,-1 1 0,0-1 0,0 1 0,-1 0 0,-11-16 0,-11-12 0,14 17 0,-1 2 0,-21-22 0,-140-122 0,127 119 0,18 16 0,-2 2 0,-1 0 0,-55-30 0,70 45 0,-1 1 0,-1 1 0,1 1 0,-1 1 0,0 0 0,-1 1 0,0 2 0,-36-3 0,36 5 0,-1 1 0,1 0 0,-1 2 0,0 0 0,1 2 0,0 0 0,0 1 0,0 2 0,0 0 0,-27 14 0,-46 33 0,81-46 0,0 1 0,1 1 0,1 0 0,-21 22 0,25-23 0,1 1 0,0 0 0,1 0 0,-6 15 0,-15 28 0,23-47 11,-1 0 0,1 1 0,0-1 0,0 1 0,0 0 0,1 0-1,0 0 1,1 0 0,-1 0 0,1 10 0,1-13-89,0 1 0,0-1 0,0 0-1,1 0 1,0 0 0,0 0 0,0 0 0,0 0 0,1 0-1,-1 0 1,1 0 0,0 0 0,1-1 0,-1 1 0,0-1-1,1 1 1,0-1 0,6 6 0,9 4-6748</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2:28.972"/>
    </inkml:context>
    <inkml:brush xml:id="br0">
      <inkml:brushProperty name="width" value="0.035" units="cm"/>
      <inkml:brushProperty name="height" value="0.035" units="cm"/>
      <inkml:brushProperty name="color" value="#E71224"/>
    </inkml:brush>
  </inkml:definitions>
  <inkml:trace contextRef="#ctx0" brushRef="#br0">1 0 24575</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2:29.236"/>
    </inkml:context>
    <inkml:brush xml:id="br0">
      <inkml:brushProperty name="width" value="0.035" units="cm"/>
      <inkml:brushProperty name="height" value="0.035" units="cm"/>
      <inkml:brushProperty name="color" value="#E71224"/>
    </inkml:brush>
  </inkml:definitions>
  <inkml:trace contextRef="#ctx0" brushRef="#br0">1 0 24575</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6:03.257"/>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6:36.924"/>
    </inkml:context>
    <inkml:brush xml:id="br0">
      <inkml:brushProperty name="width" value="0.035" units="cm"/>
      <inkml:brushProperty name="height" value="0.035" units="cm"/>
      <inkml:brushProperty name="color" value="#E71224"/>
    </inkml:brush>
  </inkml:definitions>
  <inkml:trace contextRef="#ctx0" brushRef="#br0">1 340 24575,'5'-1'0,"0"0"0,0-1 0,1 1 0,-1-1 0,0 0 0,0-1 0,-1 1 0,1-1 0,0 0 0,-1 0 0,0 0 0,7-7 0,15-9 0,-9 10 0,0 1 0,1 0 0,0 2 0,28-8 0,25-8 0,-49 14 0,-12 5 0,1-1 0,0 0 0,-1-1 0,0 0 0,0 0 0,0-1 0,-1-1 0,0 0 0,13-12 0,-4 1 42,2 0-1,30-20 1,9-9-1532,-33 24-5336</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6:59.877"/>
    </inkml:context>
    <inkml:brush xml:id="br0">
      <inkml:brushProperty name="width" value="0.035" units="cm"/>
      <inkml:brushProperty name="height" value="0.035" units="cm"/>
      <inkml:brushProperty name="color" value="#E71224"/>
    </inkml:brush>
  </inkml:definitions>
  <inkml:trace contextRef="#ctx0" brushRef="#br0">0 0 24575,'5'0'0,"18"0"0,16 0 0,6 0 0,1 0 0,-2 0 0,-3 0 0,-3 0 0,-3 0 0,-2 0 0,-1 0 0,-1 0 0,-1 0 0,1 0 0,-5 0-8191</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2:32.474"/>
    </inkml:context>
    <inkml:brush xml:id="br0">
      <inkml:brushProperty name="width" value="0.035" units="cm"/>
      <inkml:brushProperty name="height" value="0.035" units="cm"/>
      <inkml:brushProperty name="color" value="#E71224"/>
    </inkml:brush>
  </inkml:definitions>
  <inkml:trace contextRef="#ctx0" brushRef="#br0">1 129 24575,'10'-1'0,"1"-1"0,0 0 0,-1 0 0,1-1 0,-1 0 0,0-1 0,17-8 0,-14 5 0,1 2 0,0-1 0,19-3 0,-18 6 0,0 1 0,-1 0 0,1 1 0,0 1 0,0 0 0,0 1 0,20 4 0,-30-4 0,0 0 0,0 1 0,0 0 0,0-1 0,0 1 0,-1 1 0,1-1 0,-1 1 0,0 0 0,0 0 0,0 0 0,0 0 0,0 1 0,-1 0 0,1 0 0,-1 0 0,0 0 0,0 0 0,-1 0 0,1 1 0,-1 0 0,0-1 0,0 1 0,0 0 0,0 5 0,1 2 0,-2 0 0,1 0 0,-2 1 0,0-1 0,0 0 0,-1 0 0,0 0 0,-1 0 0,-6 19 0,1-8 0,-1-1 0,-2 0 0,-22 40 0,-17 39 0,42-90 0,1 0 0,0 0 0,1 0 0,1 1 0,0 0 0,0 0 0,1 0 0,0 0 0,1 1 0,0 19 0,6-52 0,1 0 0,1 1 0,1 0 0,0 0 0,18-30 0,14-7 0,3 2 0,2 1 0,53-48 0,-87 92 0,1 1 0,0 0 0,1 1 0,0 0 0,0 1 0,0 0 0,23-7 0,-20 8 0,-1-1 0,0 0 0,0-1 0,-1 0 0,24-17 0,32-31 0,-69 55 0,1 0 0,-1 0 0,1-1 0,-1 1 0,1 0 0,-1-1 0,1 1 0,-1 0 0,0-1 0,1 1 0,-1-1 0,0 1 0,1-1 0,-1 1 0,0 0 0,1-1 0,-1 1 0,0-1 0,0 1 0,0-1 0,0 0 0,1 1 0,-1-1 0,0 1 0,0-1 0,0 1 0,0-1 0,0 1 0,0-1 0,0 0 0,0 1 0,-1-1 0,1 1 0,0-1 0,0 1 0,0-1 0,-1 1 0,1-1 0,-1 0 0,0 1 0,0 0 0,1 0 0,-1 0 0,0 0 0,0 0 0,0 0 0,0 0 0,0 0 0,1 0 0,-1 0 0,0 0 0,0 0 0,0 1 0,1-1 0,-1 0 0,0 1 0,0-1 0,1 0 0,-1 1 0,0-1 0,1 1 0,-1-1 0,0 1 0,0 1 0,-4 3 0,0 1 0,0 0 0,1 0 0,0 0 0,0 1 0,0-1 0,1 1 0,0 0 0,1 0 0,-1 0 0,-1 13 0,2-12 0,0 1 0,1-1 0,0 0 0,1 1 0,-1-1 0,2 1 0,-1-1 0,1 0 0,1 1 0,2 9 0,-3-15 0,1 0 0,0 0 0,0 0 0,0 0 0,0-1 0,0 1 0,0-1 0,1 1 0,-1-1 0,1 0 0,0 0 0,-1 0 0,1 0 0,0-1 0,0 1 0,0-1 0,0 1 0,1-1 0,-1 0 0,0-1 0,0 1 0,1 0 0,3-1 0,11 2 0,0-1 0,0-1 0,21-2 0,-16 0 0,-9 1 0,0-1 0,0 0 0,0-1 0,-1-1 0,1 0 0,-1-1 0,0 0 0,0-1 0,-1-1 0,20-12 0,-27 15 0,0 0 0,0 0 0,0 0 0,-1-1 0,0 0 0,0 0 0,0 0 0,0 0 0,-1-1 0,0 0 0,3-6 0,-4 7 0,-1 1 0,0-1 0,0 0 0,0 1 0,-1-1 0,0 0 0,1 0 0,-2 0 0,1 1 0,-1-1 0,1 0 0,-1 0 0,-1 1 0,1-1 0,-1 0 0,-2-6 0,0 6 0,0-1 0,0 0 0,0 1 0,0 0 0,-1 0 0,0 0 0,0 1 0,0-1 0,-1 1 0,0 1 0,-7-5 0,-2 0 0,0 1 0,0 0 0,-24-7 0,18 9-341,1 2 0,-1 0-1,-41 0 1,35 3-6485</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2:32.860"/>
    </inkml:context>
    <inkml:brush xml:id="br0">
      <inkml:brushProperty name="width" value="0.035" units="cm"/>
      <inkml:brushProperty name="height" value="0.035" units="cm"/>
      <inkml:brushProperty name="color" value="#E71224"/>
    </inkml:brush>
  </inkml:definitions>
  <inkml:trace contextRef="#ctx0" brushRef="#br0">0 1 24575</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2:53.849"/>
    </inkml:context>
    <inkml:brush xml:id="br0">
      <inkml:brushProperty name="width" value="0.035" units="cm"/>
      <inkml:brushProperty name="height" value="0.035" units="cm"/>
      <inkml:brushProperty name="color" value="#E71224"/>
    </inkml:brush>
  </inkml:definitions>
  <inkml:trace contextRef="#ctx0" brushRef="#br0">123 1 24575,'1'27'0,"3"1"0,0 0 0,1-1 0,13 38 0,-10-43 0,-2 1 0,0 1 0,-2-1 0,0 1 0,-2 0 0,-1 38 0,-3-47 0,-1-1 0,-1 1 0,0-1 0,-1 0 0,-13 24 0,-4 15 0,17-43 0,-1 1 0,0-1 0,0 0 0,-1-1 0,-1 1 0,1-2 0,-15 14 0,18-19-170,0 0-1,1 0 0,-2-1 1,1 0-1,0 1 0,0-1 1,-8 2-1,-9 2-6655</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2:55.498"/>
    </inkml:context>
    <inkml:brush xml:id="br0">
      <inkml:brushProperty name="width" value="0.035" units="cm"/>
      <inkml:brushProperty name="height" value="0.035" units="cm"/>
      <inkml:brushProperty name="color" value="#E71224"/>
    </inkml:brush>
  </inkml:definitions>
  <inkml:trace contextRef="#ctx0" brushRef="#br0">5 0 24575,'-2'81'0,"0"-41"0,2 0 0,1 1 0,7 41 0,-1-55 0,1 1 0,18 40 0,-15-43 0,-1 0 0,11 53 0,-14-38 0,2-2 0,15 42 0,-15-61-1365,-1-7-5461</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2:57.556"/>
    </inkml:context>
    <inkml:brush xml:id="br0">
      <inkml:brushProperty name="width" value="0.035" units="cm"/>
      <inkml:brushProperty name="height" value="0.035" units="cm"/>
      <inkml:brushProperty name="color" value="#E71224"/>
    </inkml:brush>
  </inkml:definitions>
  <inkml:trace contextRef="#ctx0" brushRef="#br0">0 274 24575,'1'-8'0,"0"0"0,0 0 0,1 0 0,0 0 0,0 0 0,1 0 0,0 0 0,0 0 0,1 1 0,0 0 0,0 0 0,1 0 0,7-9 0,0-1 0,7-13 0,22-32 0,-37 57 0,0 0 0,0 0 0,1 1 0,-1-1 0,1 1 0,0 0 0,0 1 0,10-6 0,-14 8 0,0 1 0,0-1 0,1 1 0,-1-1 0,0 1 0,0-1 0,0 1 0,0 0 0,1 0 0,-1 0 0,0 0 0,0 0 0,0 0 0,1 0 0,-1 0 0,0 0 0,0 1 0,0-1 0,1 0 0,-1 1 0,0-1 0,0 1 0,0-1 0,2 2 0,-2-1 0,1 1 0,-1 0 0,1 0 0,-1 0 0,0-1 0,1 1 0,-1 1 0,0-1 0,0 0 0,-1 0 0,1 0 0,0 3 0,2 8 0,-1-1 0,-1 1 0,0 21 0,-1-30 0,-4 287 0,2-263 0,-1-1 0,-1 1 0,-2-1 0,-10 30 0,9-33 0,0 1 0,2 0 0,0 0 0,2 0 0,0 28 0,3-51 0,0 0 0,0 0 0,0 0 0,0 0 0,0 0 0,0 0 0,1-1 0,-1 1 0,1 0 0,-1 0 0,1 0 0,0 0 0,0 0 0,0-1 0,0 1 0,0 0 0,0-1 0,0 1 0,2 1 0,-1-2 0,0-1 0,-1 0 0,1 1 0,0-1 0,-1 0 0,1 0 0,0 0 0,0 0 0,-1 0 0,1 0 0,0 0 0,-1-1 0,1 1 0,0-1 0,-1 1 0,1-1 0,0 0 0,-1 1 0,1-1 0,-1 0 0,3-2 0,17-11 0,0-1 0,-1-1 0,0-1 0,-1-1 0,-1-1 0,19-25 0,38-39 0,-53 60-259,-1-2 1,20-30-1,-33 46-330,6-12-6237</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2:59.231"/>
    </inkml:context>
    <inkml:brush xml:id="br0">
      <inkml:brushProperty name="width" value="0.035" units="cm"/>
      <inkml:brushProperty name="height" value="0.035" units="cm"/>
      <inkml:brushProperty name="color" value="#E71224"/>
    </inkml:brush>
  </inkml:definitions>
  <inkml:trace contextRef="#ctx0" brushRef="#br0">1 1 24575,'9'-1'0,"1"2"0,0-1 0,-1 1 0,1 0 0,-1 1 0,0 0 0,0 1 0,14 5 0,-19-5 0,0-1 0,0 1 0,0-1 0,0 1 0,-1 0 0,0 0 0,1 1 0,-1-1 0,0 1 0,-1 0 0,1 0 0,-1 0 0,1 0 0,-1 0 0,-1 0 0,1 0 0,0 1 0,-1-1 0,2 9 0,1 20 0,-1 1 0,-2 0 0,-1-1 0,-6 51 0,2-61 15,-2 1 0,0-1 0,-1-1 0,-1 1-1,-2-1 1,-17 31 0,-20 52-1484,40-85-5357</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3:30.883"/>
    </inkml:context>
    <inkml:brush xml:id="br0">
      <inkml:brushProperty name="width" value="0.035" units="cm"/>
      <inkml:brushProperty name="height" value="0.035" units="cm"/>
      <inkml:brushProperty name="color" value="#E71224"/>
    </inkml:brush>
  </inkml:definitions>
  <inkml:trace contextRef="#ctx0" brushRef="#br0">0 0 24575,'0'17'0,"1"-1"0,0 1 0,1-1 0,1 0 0,1 0 0,0 0 0,1 0 0,13 28 0,-13-29 0,1 1 0,-2-1 0,0 1 0,-1 0 0,2 25 0,-3-20 0,0-11 0,1 0 0,-1-1 0,2 1 0,-1-1 0,10 16 0,-7-13 0,-1-1 0,7 23 0,-6-6-1365,-2-2-5461</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3:33.722"/>
    </inkml:context>
    <inkml:brush xml:id="br0">
      <inkml:brushProperty name="width" value="0.035" units="cm"/>
      <inkml:brushProperty name="height" value="0.035" units="cm"/>
      <inkml:brushProperty name="color" value="#E71224"/>
    </inkml:brush>
  </inkml:definitions>
  <inkml:trace contextRef="#ctx0" brushRef="#br0">1 284 24575,'1'-12'0,"1"1"0,0-1 0,1 1 0,0 0 0,1 0 0,0 0 0,1 0 0,6-10 0,11-29 0,-18 40 0,0 0 0,1 0 0,0 0 0,0 1 0,1 0 0,0 0 0,1 0 0,8-7 0,-12 13 0,0 0 0,0 0 0,0 1 0,0-1 0,0 1 0,1 0 0,-1 0 0,1 0 0,-1 1 0,1-1 0,0 1 0,-1 0 0,1 0 0,0 0 0,0 0 0,0 1 0,0 0 0,0-1 0,0 1 0,0 1 0,0-1 0,0 1 0,0-1 0,0 1 0,3 2 0,-4-2 0,0 1 0,0 0 0,0 0 0,0 0 0,-1 0 0,1 0 0,-1 0 0,0 1 0,0-1 0,1 1 0,-2 0 0,1 0 0,0 0 0,0 0 0,-1 0 0,0 0 0,0 0 0,0 0 0,0 0 0,0 1 0,0-1 0,0 7 0,0 9 0,0 1 0,-2 34 0,0-32 0,0-4 0,1 14 0,-2 0 0,-10 49 0,10-70 0,-1-1 0,0 0 0,-1 0 0,0 0 0,-1-1 0,0 1 0,-1-1 0,0 0 0,0 0 0,0-1 0,-13 12 0,43-82 0,-20 54 0,1 0 0,-1 0 0,2 0 0,-1 0 0,1 1 0,0 0 0,0 0 0,14-10 0,-18 16 0,0-1 0,0 1 0,0-1 0,0 1 0,0 0 0,0 0 0,0 0 0,0 0 0,0 0 0,1 0 0,-1 1 0,0-1 0,1 1 0,-1 0 0,1-1 0,-1 1 0,0 0 0,1 0 0,-1 1 0,1-1 0,-1 0 0,0 1 0,1 0 0,-1-1 0,0 1 0,0 0 0,1 0 0,-1 0 0,0 1 0,0-1 0,0 0 0,0 1 0,0-1 0,-1 1 0,1 0 0,0-1 0,-1 1 0,3 4 0,1 1 0,0 2 0,-1-1 0,0 0 0,0 1 0,-1 0 0,0 0 0,0 0 0,-1 0 0,-1 0 0,2 15 0,-1 14 0,-4 50 0,0-41 0,2-2 0,1-23 0,-1 0 0,-1 0 0,-1-1 0,-6 31 0,6-47 0,1 0 0,-1 0 0,0 0 0,0 0 0,0 0 0,-1-1 0,1 1 0,-1-1 0,0 1 0,-1-1 0,1 0 0,-1 0 0,1-1 0,-1 1 0,-1-1 0,1 0 0,0 0 0,-1 0 0,1 0 0,-1-1 0,0 0 0,0 0 0,-6 2 0,-3-1 0,0 0 0,0 0 0,-1-2 0,1 0 0,0 0 0,-1-1 0,1-1 0,-1 0 0,1-2 0,-22-5 0,16-4-1365,7-2-5461</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1:12.155"/>
    </inkml:context>
    <inkml:brush xml:id="br0">
      <inkml:brushProperty name="width" value="0.035" units="cm"/>
      <inkml:brushProperty name="height" value="0.035" units="cm"/>
      <inkml:brushProperty name="color" value="#E71224"/>
    </inkml:brush>
  </inkml:definitions>
  <inkml:trace contextRef="#ctx0" brushRef="#br0">0 1 24575,'0'915'-1365,"0"-888"-5461</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1:13.897"/>
    </inkml:context>
    <inkml:brush xml:id="br0">
      <inkml:brushProperty name="width" value="0.035" units="cm"/>
      <inkml:brushProperty name="height" value="0.035" units="cm"/>
      <inkml:brushProperty name="color" value="#E71224"/>
    </inkml:brush>
  </inkml:definitions>
  <inkml:trace contextRef="#ctx0" brushRef="#br0">1 1 24575,'0'753'-1365,"0"-726"-5461</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1:15.780"/>
    </inkml:context>
    <inkml:brush xml:id="br0">
      <inkml:brushProperty name="width" value="0.035" units="cm"/>
      <inkml:brushProperty name="height" value="0.035" units="cm"/>
      <inkml:brushProperty name="color" value="#E71224"/>
    </inkml:brush>
  </inkml:definitions>
  <inkml:trace contextRef="#ctx0" brushRef="#br0">272 1 24575,'-6'0'0,"-6"5"0,-2 8 0,1 6 0,-1 1 0,-5-4 0,1 1 0,4 3 0,-1 3 0,2 3 0,-2-2 0,-4-1 0,1 2 0,-1-4 0,2 0 0,-1-4 0,2 1 0,4-2-8191</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7:25.621"/>
    </inkml:context>
    <inkml:brush xml:id="br0">
      <inkml:brushProperty name="width" value="0.035" units="cm"/>
      <inkml:brushProperty name="height" value="0.035" units="cm"/>
      <inkml:brushProperty name="color" value="#E71224"/>
    </inkml:brush>
  </inkml:definitions>
  <inkml:trace contextRef="#ctx0" brushRef="#br0">914 2449 24575,'23'0'0,"9"1"0,0-1 0,0-2 0,0-1 0,0-1 0,42-12 0,58-22 0,81-28 0,-188 56 0,0-2 0,0 0 0,-2-2 0,1 0 0,-2-2 0,24-20 0,-22 15 0,-2 0 0,30-37 0,-46 50 0,0-1 0,0 0 0,-1-1 0,0 0 0,0 1 0,-1-2 0,-1 1 0,0 0 0,0-1 0,2-19 0,0-54 0,-7-93 0,-2 47 0,3 87 0,-3 0 0,-1 0 0,-3 0 0,-20-68 0,-71-161 0,32 100 0,45 112 0,-3 1 0,-3 1 0,-2 2 0,-3 0 0,-75-96 0,78 116 0,-2 1 0,-2 2 0,0 1 0,-3 2 0,0 2 0,-2 1 0,0 1 0,-76-34 0,49 32 0,-82-23 0,112 41 0,-1 2 0,0 1 0,0 2 0,-40 0 0,47 5 0,0 1 0,0 1 0,-42 9 0,53-6 0,0 1 0,0 0 0,0 2 0,1 0 0,0 1 0,-19 12 0,9-3 0,11-8 0,0 0 0,1 2 0,1 0 0,0 0 0,-17 20 0,26-26 0,-13 16 0,-30 44 0,44-58 0,0 1 0,1-1 0,0 1 0,0 1 0,1-1 0,1 0 0,-1 1 0,1-1 0,-1 14 0,3-5 0,0 0 0,1-1 0,1 1 0,0 0 0,2-1 0,0 0 0,1 1 0,0-2 0,1 1 0,1-1 0,16 27 0,-7-12 0,21 60 0,-8-16 0,-18-45 0,-1 0 0,-1 1 0,-1 0 0,-2 0 0,3 44 0,-3-37 0,1 1 0,15 39 0,3 18 0,6 34 0,-26-111 0,1 0 0,12 30 0,-10-33 0,-2 1 0,0 0 0,5 30 0,0 9-1365,-4-35-5461</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7:34.338"/>
    </inkml:context>
    <inkml:brush xml:id="br0">
      <inkml:brushProperty name="width" value="0.035" units="cm"/>
      <inkml:brushProperty name="height" value="0.035" units="cm"/>
      <inkml:brushProperty name="color" value="#66CC00"/>
    </inkml:brush>
  </inkml:definitions>
  <inkml:trace contextRef="#ctx0" brushRef="#br0">3 529 24575,'-2'112'0,"5"123"0,-3-233 0,0 0 0,0 0 0,0 0 0,0 0 0,1 0 0,-1 0 0,1 0 0,0 0 0,-1 0 0,1 0 0,0 0 0,0 0 0,0 0 0,0-1 0,0 1 0,1 0 0,-1-1 0,1 1 0,-1-1 0,1 1 0,-1-1 0,1 0 0,0 1 0,0-1 0,-1 0 0,3 1 0,-1-2 0,0 0 0,-1 0 0,1 1 0,0-1 0,-1-1 0,1 1 0,-1 0 0,1-1 0,0 1 0,-1-1 0,1 0 0,-1 0 0,1 0 0,-1 0 0,0 0 0,1-1 0,-1 1 0,0-1 0,0 1 0,3-4 0,11-11 0,0 0 0,22-30 0,-22 24 0,26-25 0,69-43 0,-27 24 0,-46 32 0,-1 0 0,1 1 0,2 3 0,1 0 0,60-31 0,-82 51 0,-1-2 0,0 0 0,-1-1 0,-1-1 0,25-24 0,-19 16 0,39-30 0,9-2 0,31-21 0,-95 72-136,0-1-1,0-1 1,0 1-1,-1-1 1,0 0-1,0-1 1,0 1-1,0-1 0,4-7 1,2-9-6690</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7:45.228"/>
    </inkml:context>
    <inkml:brush xml:id="br0">
      <inkml:brushProperty name="width" value="0.035" units="cm"/>
      <inkml:brushProperty name="height" value="0.035" units="cm"/>
      <inkml:brushProperty name="color" value="#E71224"/>
    </inkml:brush>
  </inkml:definitions>
  <inkml:trace contextRef="#ctx0" brushRef="#br0">1 0 24575,'0'780'0,"0"-772"-124,0-1 0,0 0 0,1 1 0,0-1 0,0 0 0,0 1-1,1-1 1,0 0 0,1 0 0,4 10 0,7 3-6702</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7:46.437"/>
    </inkml:context>
    <inkml:brush xml:id="br0">
      <inkml:brushProperty name="width" value="0.035" units="cm"/>
      <inkml:brushProperty name="height" value="0.035" units="cm"/>
      <inkml:brushProperty name="color" value="#E71224"/>
    </inkml:brush>
  </inkml:definitions>
  <inkml:trace contextRef="#ctx0" brushRef="#br0">0 67 24575,'0'-6'0,"11"-1"0,4-6 0,4 1 0,4 1 0,4 3 0,2 3 0,2 2 0,1 2 0,1 0 0,-1 2 0,-11-1 0,-13 1 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7:47.727"/>
    </inkml:context>
    <inkml:brush xml:id="br0">
      <inkml:brushProperty name="width" value="0.035" units="cm"/>
      <inkml:brushProperty name="height" value="0.035" units="cm"/>
      <inkml:brushProperty name="color" value="#E71224"/>
    </inkml:brush>
  </inkml:definitions>
  <inkml:trace contextRef="#ctx0" brushRef="#br0">0 0 24575,'1'18'0,"1"0"0,1 0 0,4 17 0,5 30 0,-7 186 0,-2-49 0,1-165 0,2 1 0,1-1 0,16 43 0,-14-46 0,4 27 0,-11-45 0,1 0 0,1 0 0,1-1 0,8 21 0,-11-31 0,1-1 0,-1 1 0,1-1 0,1 1 0,-1-1 0,0 0 0,1 0 0,0-1 0,0 1 0,0-1 0,1 0 0,-1 0 0,1 0 0,-1 0 0,1-1 0,0 0 0,7 3 0,7-1-64,1-1 1,-1 0-1,1-1 0,-1-1 0,34-3 1,-26 1-920,1 0-5843</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7:49.015"/>
    </inkml:context>
    <inkml:brush xml:id="br0">
      <inkml:brushProperty name="width" value="0.035" units="cm"/>
      <inkml:brushProperty name="height" value="0.035" units="cm"/>
      <inkml:brushProperty name="color" value="#E71224"/>
    </inkml:brush>
  </inkml:definitions>
  <inkml:trace contextRef="#ctx0" brushRef="#br0">1 0 24575,'5'0'0,"7"0"0,8 0 0,4 0 0,5 0 0,2 0 0,1 0 0,1 0 0,-1 0 0,1 0 0,-1 0 0,0 0 0,0 0 0,-1 0 0,0 0 0,1 0 0,-1 0 0,-5 0-8191</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7:50.976"/>
    </inkml:context>
    <inkml:brush xml:id="br0">
      <inkml:brushProperty name="width" value="0.035" units="cm"/>
      <inkml:brushProperty name="height" value="0.035" units="cm"/>
      <inkml:brushProperty name="color" value="#E71224"/>
    </inkml:brush>
  </inkml:definitions>
  <inkml:trace contextRef="#ctx0" brushRef="#br0">1 158 24575,'16'-17'0,"-7"7"0,0 0 0,1 1 0,0 0 0,1 0 0,-1 1 0,2 0 0,-1 1 0,1 0 0,0 1 0,21-7 0,16 0 0,0 2 0,76-7 0,-116 17 0,1 0 0,0 0 0,-1 2 0,1-1 0,0 1 0,12 3 0,-20-3 0,1 0 0,0 0 0,-1 0 0,1 0 0,-1 1 0,1-1 0,-1 1 0,0 0 0,0 0 0,1 0 0,-1 0 0,-1 0 0,1 0 0,0 0 0,0 1 0,-1-1 0,1 1 0,-1-1 0,0 1 0,0-1 0,0 1 0,0 0 0,0 0 0,-1-1 0,1 5 0,1 3 0,-1-1 0,0 1 0,0-1 0,-1 1 0,0-1 0,-1 1 0,0-1 0,-1 1 0,0-1 0,-3 11 0,2-14 0,0 1 0,0-1 0,-1 0 0,1 1 0,-1-2 0,-1 1 0,1 0 0,-1-1 0,0 0 0,0 0 0,-1 0 0,1-1 0,-1 0 0,-8 5 0,-89 39 0,152-43 0,10-6 0,77 1 0,-132 0 0,0 1 0,0 0 0,1 0 0,-1 0 0,0 0 0,0 0 0,0 1 0,0 0 0,0 0 0,-1 0 0,1 0 0,-1 1 0,1-1 0,-1 1 0,0 0 0,0 0 0,0 0 0,0 0 0,0 1 0,-1-1 0,0 1 0,1 0 0,-1-1 0,-1 1 0,1 0 0,0 0 0,-1 0 0,2 9 0,0 8 0,0 0 0,-1 0 0,-1 0 0,-3 35 0,1-29 0,1-21 0,1-1 0,-2 1 0,1-1 0,-1 1 0,1 0 0,-1-1 0,-1 1 0,1-1 0,-1 0 0,0 1 0,0-1 0,-1 0 0,0 0 0,0-1 0,0 1 0,0 0 0,0-1 0,-1 0 0,0 0 0,0 0 0,0 0 0,-1-1 0,1 1 0,-1-1 0,0 0 0,0 0 0,0-1 0,-9 4 0,-10 5 0,11-4 0,-1 0 0,0-1 0,0-1 0,0 0 0,-1-1 0,0 0 0,-29 2 0,-16-5-1365,33-1-5461</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7:52.410"/>
    </inkml:context>
    <inkml:brush xml:id="br0">
      <inkml:brushProperty name="width" value="0.035" units="cm"/>
      <inkml:brushProperty name="height" value="0.035" units="cm"/>
      <inkml:brushProperty name="color" value="#E71224"/>
    </inkml:brush>
  </inkml:definitions>
  <inkml:trace contextRef="#ctx0" brushRef="#br0">151 1 24575,'-3'45'0,"-1"1"0,-21 86 0,0-2 0,15-57 0,-18 118 0,-5 260 0,33-393-455,-2-1 0,-13 75 0,10-102-6371</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7:55.205"/>
    </inkml:context>
    <inkml:brush xml:id="br0">
      <inkml:brushProperty name="width" value="0.035" units="cm"/>
      <inkml:brushProperty name="height" value="0.035" units="cm"/>
      <inkml:brushProperty name="color" value="#E71224"/>
    </inkml:brush>
  </inkml:definitions>
  <inkml:trace contextRef="#ctx0" brushRef="#br0">1 403 24575,'0'-3'0,"0"0"0,1-1 0,-1 1 0,1 0 0,0 0 0,0 0 0,0 0 0,0 0 0,1 1 0,-1-1 0,1 0 0,0 0 0,0 1 0,0-1 0,0 1 0,2-2 0,44-34 0,-29 25 0,20-11 0,1 1 0,1 2 0,1 2 0,79-24 0,-32 11 0,177-57 0,-218 67 0,4-1 0,-49 22 0,1 0 0,-1 0 0,0 0 0,1 0 0,-1 1 0,1-1 0,0 1 0,-1 0 0,1 0 0,-1 1 0,7 0 0,-8 0 0,1 0 0,-1 0 0,0 1 0,0-1 0,0 1 0,0-1 0,0 1 0,0 0 0,0-1 0,0 1 0,-1 0 0,1 0 0,-1 0 0,1 0 0,-1 1 0,0-1 0,0 0 0,0 1 0,0-1 0,0 0 0,-1 1 0,1-1 0,-1 1 0,0-1 0,1 1 0,-1 0 0,0-1 0,-1 4 0,1 9 0,-2 1 0,0-1 0,-5 20 0,7-32 0,-62 306 0,5-55 0,26-128 0,-26 219 0,20 84 0,50-477 0,3 0 0,40-85 0,-46 115 0,1 1 0,1-1 0,0 2 0,1 0 0,1 0 0,0 1 0,1 1 0,0 0 0,26-16 0,-39 29 0,-1-1 0,1 1 0,-1 0 0,1 0 0,-1 0 0,1 1 0,0-1 0,-1 0 0,1 1 0,0-1 0,0 1 0,0-1 0,0 1 0,-1 0 0,1 0 0,0 0 0,0 0 0,0 0 0,0 0 0,0 0 0,-1 1 0,1-1 0,0 1 0,0-1 0,-1 1 0,1 0 0,3 1 0,-1 2 0,-1 0 0,1 0 0,0 1 0,-1-1 0,0 1 0,0-1 0,3 10 0,1-1 0,-6-10 0,0-1 0,1 1 0,-1 0 0,1-1 0,-1 1 0,1-1 0,0 0 0,0 0 0,0 1 0,0-1 0,0 0 0,1-1 0,-1 1 0,0 0 0,1-1 0,-1 1 0,1-1 0,0 0 0,0 0 0,-1 0 0,1 0 0,0 0 0,0-1 0,0 1 0,0-1 0,0 0 0,0 0 0,0 0 0,0 0 0,0 0 0,0-1 0,0 1 0,-1-1 0,1 0 0,5-2 0,0-1 0,1 0 0,-2-1 0,1-1 0,0 1 0,-1-1 0,0 0 0,0-1 0,-1 0 0,0 0 0,6-9 0,2-4 0,-7 8 0,1 1 0,0-1 0,13-11 0,-20 21 0,1 0 0,0 1 0,0-1 0,0 0 0,0 1 0,1-1 0,-1 1 0,0 0 0,0-1 0,1 1 0,-1 1 0,1-1 0,-1 0 0,1 0 0,0 1 0,-1-1 0,1 1 0,-1 0 0,1 0 0,0 0 0,-1 0 0,5 1 0,-4 1 0,-1-1 0,1 1 0,-1-1 0,0 1 0,0 0 0,0-1 0,0 1 0,0 0 0,0 1 0,0-1 0,-1 0 0,1 0 0,-1 1 0,0-1 0,1 1 0,-1-1 0,0 1 0,-1 0 0,1-1 0,0 1 0,-1 0 0,1 2 0,10 28 0,-10-32 0,0 0 0,0 1 0,-1-1 0,1 0 0,0 0 0,0 0 0,0 0 0,0 0 0,1 0 0,-1 0 0,0 0 0,0 0 0,0 0 0,1-1 0,-1 1 0,1 0 0,-1-1 0,3 1 0,-3-1 0,1 0 0,-1 0 0,1 0 0,-1 0 0,1-1 0,-1 1 0,0 0 0,1-1 0,-1 1 0,1-1 0,-1 1 0,0-1 0,0 0 0,1 0 0,-1 1 0,0-1 0,0 0 0,0 0 0,0 0 0,0 0 0,0-1 0,0 1 0,0 0 0,1-2 0,19-36 0,-15 27 0,8-17 0,-9 18 0,0 0 0,1 0 0,0 1 0,1 0 0,12-14 0,-16 21 0,0 0 0,0 1 0,0-1 0,1 1 0,-1 0 0,1 0 0,-1 0 0,1 1 0,0-1 0,-1 1 0,1 0 0,0 0 0,0 0 0,0 0 0,0 1 0,0 0 0,0 0 0,0 0 0,0 0 0,0 0 0,5 2 0,27 6 0,-29-5 0,0-2 0,0 1 0,0-1 0,-1 0 0,1 0 0,0-1 0,0 0 0,11-1 0,-25 3 24,1 0 0,-1 1 0,0-1 0,-10 7 0,15-8-86,1 0 0,-1 0 0,0 0 0,1 0 1,-1 0-1,1 0 0,0 0 0,-1 1 0,1-1 0,0 0 0,0 1 0,0-1 1,0 1-1,0-1 0,0 1 0,0 0 0,0-1 0,1 1 0,-1 0 0,1 0 1,-1 0-1,1-1 0,-1 4 0,5 6-6764</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7:56.293"/>
    </inkml:context>
    <inkml:brush xml:id="br0">
      <inkml:brushProperty name="width" value="0.035" units="cm"/>
      <inkml:brushProperty name="height" value="0.035" units="cm"/>
      <inkml:brushProperty name="color" value="#E71224"/>
    </inkml:brush>
  </inkml:definitions>
  <inkml:trace contextRef="#ctx0" brushRef="#br0">33 0 24575,'-16'267'0,"0"-8"0,17 95 0,-1-351-64,-1 2-23,1 0 1,0 0-1,0-1 0,0 1 0,1 0 1,0-1-1,0 1 0,0 0 0,0-1 1,1 1-1,-1-1 0,1 1 0,0-1 1,5 6-1,6 3-6739</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7:57.270"/>
    </inkml:context>
    <inkml:brush xml:id="br0">
      <inkml:brushProperty name="width" value="0.035" units="cm"/>
      <inkml:brushProperty name="height" value="0.035" units="cm"/>
      <inkml:brushProperty name="color" value="#E71224"/>
    </inkml:brush>
  </inkml:definitions>
  <inkml:trace contextRef="#ctx0" brushRef="#br0">1 1 24575,'0'817'0,"2"-782"0,1 0 0,13 52 0,-5-25 0,-10-55-151,1 0-1,-1 0 0,1-1 0,0 1 1,1-1-1,0 1 0,0-1 1,6 9-1,3 0-6674</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8:00.422"/>
    </inkml:context>
    <inkml:brush xml:id="br0">
      <inkml:brushProperty name="width" value="0.035" units="cm"/>
      <inkml:brushProperty name="height" value="0.035" units="cm"/>
      <inkml:brushProperty name="color" value="#E71224"/>
    </inkml:brush>
  </inkml:definitions>
  <inkml:trace contextRef="#ctx0" brushRef="#br0">34 368 24575,'0'1177'0,"0"-1164"0,1-7 0,-1-1 0,1 1 0,-2-1 0,1 1 0,0-1 0,-1 1 0,0-1 0,-1 1 0,1-1 0,-1 0 0,-4 10 0,6-15 0,0 0 0,0 0 0,0 0 0,0 0 0,-1 0 0,1 1 0,0-1 0,0 0 0,0 0 0,0 0 0,0 0 0,0 0 0,0 0 0,-1 0 0,1 0 0,0 1 0,0-1 0,0 0 0,0 0 0,0 0 0,-1 0 0,1 0 0,0 0 0,0 0 0,0 0 0,0 0 0,-1 0 0,1 0 0,0 0 0,0 0 0,0 0 0,0 0 0,0 0 0,-1 0 0,1 0 0,0 0 0,0 0 0,0-1 0,0 1 0,0 0 0,-1 0 0,1 0 0,0 0 0,0 0 0,0 0 0,0 0 0,0-1 0,-5-9 0,0-13 0,0-54 0,5-108 0,2 73 0,-2 83 0,0 0 0,3 0 0,0 1 0,2-1 0,0 1 0,2 0 0,2 0 0,0 1 0,23-45 0,-13 38 0,-8 13 0,1 0 0,0 1 0,26-30 0,-4 12 0,-12 12 0,1 1 0,37-31 0,-52 49 0,0 2 0,0-1 0,0 1 0,1 0 0,0 1 0,-1 0 0,2 0 0,-1 1 0,0 0 0,1 1 0,-1 0 0,1 1 0,10-1 0,-18 2 0,1 0 0,-1 0 0,0 0 0,0 0 0,1 0 0,-1 1 0,0-1 0,0 1 0,1 0 0,-1 0 0,0-1 0,0 1 0,0 1 0,0-1 0,0 0 0,0 0 0,-1 1 0,1-1 0,0 1 0,1 2 0,-1-1 0,0 0 0,0 0 0,-1 0 0,1 0 0,-1 0 0,0 1 0,0-1 0,0 0 0,-1 1 0,1-1 0,-1 1 0,1 3 0,-2 4 0,1-1 0,-1 0 0,-1 1 0,1-1 0,-2 0 0,0 0 0,0 0 0,-5 10 0,-7 7 0,0-2 0,-2 0 0,0-1 0,-2-1 0,-1 0 0,-1-2 0,-35 30 0,52-48 0,1 0 0,-1 1 0,1-1 0,0 1 0,-5 7 0,8-10 0,0-1 0,-1 1 0,1-1 0,0 1 0,0 0 0,-1-1 0,1 1 0,0-1 0,0 1 0,0 0 0,0-1 0,0 1 0,-1 0 0,1-1 0,0 1 0,1 0 0,-1-1 0,0 1 0,0 0 0,0-1 0,0 1 0,0-1 0,1 1 0,-1 0 0,0-1 0,0 1 0,1-1 0,-1 1 0,1-1 0,-1 1 0,0-1 0,1 1 0,-1-1 0,1 1 0,-1-1 0,1 0 0,-1 1 0,1-1 0,-1 0 0,1 1 0,0-1 0,-1 0 0,1 0 0,-1 1 0,1-1 0,0 0 0,-1 0 0,1 0 0,0 0 0,-1 0 0,1 0 0,1 0 0,5 0 0,0 1 0,0-1 0,0-1 0,0 1 0,0-1 0,0 0 0,0-1 0,0 0 0,0 0 0,0 0 0,9-5 0,8-6 0,39-27 0,-24 15 0,6-7 0,-36 25 0,-1 0 0,1 1 0,0 0 0,0 0 0,1 1 0,0 1 0,0-1 0,0 2 0,18-6 0,7 6 0,0 1 0,42 3 0,48-3 0,297-59 0,-309 38 0,122-40 0,-217 58 0,-1-1 0,0-1 0,18-10 0,-31 15 0,0 0 0,-1 0 0,1-1 0,-1 1 0,1-1 0,-1 0 0,0 0 0,0 0 0,0 0 0,0-1 0,-1 1 0,1-1 0,-1 0 0,0 0 0,0 1 0,-1-1 0,1-1 0,1-6 0,-2 10 0,-1-1 0,0 1 0,0 0 0,0-1 0,0 1 0,0-1 0,0 1 0,0-1 0,0 1 0,0 0 0,-1-1 0,1 1 0,0-1 0,-1 1 0,1 0 0,-1-1 0,0 1 0,1 0 0,-1 0 0,0-1 0,0 1 0,0 0 0,0 0 0,0 0 0,0 0 0,0 0 0,-1 0 0,-2-1 0,1 1 0,0 0 0,0-1 0,-1 2 0,1-1 0,0 0 0,-1 1 0,1-1 0,-1 1 0,1 0 0,-4 1 0,-9 0 0,0 2 0,1 0 0,-29 9 0,14 1 0,1 1 0,0 1 0,2 1 0,-34 27 0,-22 11 0,60-39 0,0 1 0,0 1 0,2 1 0,0 1 0,2 1 0,0 1 0,-28 38 0,46-58 0,0 0 0,0 1 0,0-1 0,0 1 0,0-1 0,1 1 0,-1-1 0,0 1 0,1-1 0,-1 1 0,1 0 0,-1 0 0,1-1 0,0 1 0,0 0 0,0-1 0,0 1 0,0 0 0,0 0 0,0-1 0,1 1 0,-1 0 0,0-1 0,1 1 0,1 2 0,-1-2 0,1 0 0,0-1 0,0 1 0,0 0 0,0-1 0,0 1 0,0-1 0,0 0 0,0 0 0,1 0 0,-1 0 0,1 0 0,-1 0 0,0-1 0,4 1 0,7 1 0,-1-1 0,1 0 0,0-1 0,0 0 0,24-4 0,-11-4 0,0 0 0,-1-2 0,0-1 0,-1-1 0,24-16 0,-27 16 0,-2 1 0,-1 0 0,-1-2 0,0 0 0,0-1 0,-1-1 0,-1 0 0,-1-1 0,0-1 0,-1 0 0,-1-1 0,0 0 0,9-21 0,0-7 0,-5 13 0,0-1 0,-3 0 0,-1-1 0,14-65 0,-13 24 0,-6 39 0,-1 0 0,-1 0 0,-2-69 0,-3 102 0,-1 0 0,1 1 0,-1-1 0,-1 0 0,1 0 0,0 1 0,-1-1 0,-2-4 0,4 8 0,-1-1 0,1 0 0,-1 0 0,1 1 0,-1-1 0,1 0 0,-1 1 0,1-1 0,-1 1 0,1-1 0,-1 1 0,0-1 0,1 1 0,-1-1 0,0 1 0,0 0 0,1-1 0,-1 1 0,0 0 0,0-1 0,1 1 0,-1 0 0,0 0 0,0 0 0,0 0 0,1 0 0,-1 0 0,0 0 0,0 0 0,0 0 0,1 0 0,-1 0 0,0 1 0,0-1 0,0 0 0,1 1 0,-1-1 0,0 0 0,0 1 0,1-1 0,-1 1 0,1-1 0,-1 1 0,0 0 0,-9 9 0,1-1 0,0 2 0,1-1 0,0 1 0,0 0 0,1 1 0,-9 23 0,5-9 0,1 1 0,-9 46 0,7-28-117,6-22 179,1 0 0,0 0 0,-1 28-1,6-46-132,-1 0 0,1 0 0,1 0 0,-1 0-1,1 0 1,0 0 0,0 0 0,0 0 0,1 0-1,0 0 1,-1-1 0,2 1 0,-1 0-1,1-1 1,-1 0 0,1 0 0,0 0 0,1 0-1,-1 0 1,5 3 0,12 7-6755</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8:02.911"/>
    </inkml:context>
    <inkml:brush xml:id="br0">
      <inkml:brushProperty name="width" value="0.035" units="cm"/>
      <inkml:brushProperty name="height" value="0.035" units="cm"/>
      <inkml:brushProperty name="color" value="#E71224"/>
    </inkml:brush>
  </inkml:definitions>
  <inkml:trace contextRef="#ctx0" brushRef="#br0">0 0 23039,'1474'31'0</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8:29.087"/>
    </inkml:context>
    <inkml:brush xml:id="br0">
      <inkml:brushProperty name="width" value="0.035" units="cm"/>
      <inkml:brushProperty name="height" value="0.035" units="cm"/>
      <inkml:brushProperty name="color" value="#E71224"/>
    </inkml:brush>
  </inkml:definitions>
  <inkml:trace contextRef="#ctx0" brushRef="#br0">1 0 24575</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8:48.431"/>
    </inkml:context>
    <inkml:brush xml:id="br0">
      <inkml:brushProperty name="width" value="0.035" units="cm"/>
      <inkml:brushProperty name="height" value="0.035" units="cm"/>
      <inkml:brushProperty name="color" value="#E71224"/>
    </inkml:brush>
  </inkml:definitions>
  <inkml:trace contextRef="#ctx0" brushRef="#br0">311 1 24575,'-5'0'0,"-8"0"0,-6 0 0,-6 0 0,-3 0 0,-3 0 0,-1 0 0,-1 0 0,0 0 0,1 0 0,0 0 0,5 0-8191</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8:50.446"/>
    </inkml:context>
    <inkml:brush xml:id="br0">
      <inkml:brushProperty name="width" value="0.035" units="cm"/>
      <inkml:brushProperty name="height" value="0.035" units="cm"/>
      <inkml:brushProperty name="color" value="#E71224"/>
    </inkml:brush>
  </inkml:definitions>
  <inkml:trace contextRef="#ctx0" brushRef="#br0">0 127 24575,'13'-1'0,"-1"-1"0,0 0 0,25-7 0,11-2 0,170-26 0,-76 9 0,-91 16 0,0 2 0,89-5 0,298 17-1365,-411-2-5461</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8:52.991"/>
    </inkml:context>
    <inkml:brush xml:id="br0">
      <inkml:brushProperty name="width" value="0.035" units="cm"/>
      <inkml:brushProperty name="height" value="0.035" units="cm"/>
      <inkml:brushProperty name="color" value="#E71224"/>
    </inkml:brush>
  </inkml:definitions>
  <inkml:trace contextRef="#ctx0" brushRef="#br0">1 1 24575,'0'40'0,"2"1"0,2-1 0,2 0 0,1 0 0,15 41 0,-14-42-56,-1-1-1,-2 1 0,-1 0 1,-2 0-1,-4 53 1,1-33-970,0-32-5800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8:55.121"/>
    </inkml:context>
    <inkml:brush xml:id="br0">
      <inkml:brushProperty name="width" value="0.035" units="cm"/>
      <inkml:brushProperty name="height" value="0.035" units="cm"/>
      <inkml:brushProperty name="color" value="#E71224"/>
    </inkml:brush>
  </inkml:definitions>
  <inkml:trace contextRef="#ctx0" brushRef="#br0">572 279 24575,'0'-4'0,"0"-1"0,0 0 0,-1 1 0,0-1 0,0 0 0,0 1 0,-1-1 0,1 1 0,-1 0 0,0-1 0,0 1 0,-1 0 0,1 0 0,-1 1 0,0-1 0,0 0 0,0 1 0,0-1 0,-8-4 0,3 2 0,0 1 0,-1 0 0,1 1 0,-1 0 0,0 0 0,0 1 0,-1 0 0,-12-2 0,5 2 0,0-1 0,0 0 0,1-2 0,0 0 0,0-1 0,0 0 0,1-2 0,0 1 0,-25-22 0,29 22 0,-1-1 0,0 1 0,0 1 0,0 0 0,-1 1 0,-20-7 0,28 11 0,1 0 0,-1 1 0,0-1 0,0 1 0,0 0 0,0 1 0,0-1 0,0 1 0,0 0 0,0 0 0,0 1 0,0-1 0,0 1 0,0 0 0,0 1 0,0-1 0,1 1 0,-1 0 0,1 0 0,-1 0 0,-5 5 0,6-4 0,1 1 0,0 1 0,0-1 0,0 0 0,0 1 0,1 0 0,0-1 0,0 1 0,0 0 0,0 0 0,1 0 0,0 0 0,0 0 0,0 1 0,1-1 0,0 0 0,0 7 0,0-3 0,1 0 0,-1 1 0,2-1 0,0 0 0,0 1 0,0-1 0,1 0 0,7 14 0,1-6 0,0-1 0,1 0 0,1-1 0,1 0 0,0-1 0,1-1 0,20 15 0,-28-23 0,0-1 0,1 0 0,0 0 0,0-1 0,0 1 0,0-2 0,1 1 0,-1-1 0,1-1 0,-1 1 0,1-2 0,0 1 0,-1-1 0,1 0 0,0-1 0,-1 0 0,1 0 0,13-5 0,-2 0 0,0-1 0,-1-1 0,-1-1 0,1-1 0,-1 0 0,27-22 0,-37 26 0,-1 1 0,1 0 0,0 0 0,1 1 0,10-5 0,-19 9 0,0 0 0,0 0 0,0 0 0,0 0 0,0 0 0,0 0 0,0 0 0,0 0 0,0-1 0,1 1 0,-1 0 0,0 0 0,0 0 0,0 0 0,0 0 0,0 0 0,0 0 0,0 0 0,0 0 0,0 0 0,1 0 0,-1 0 0,0 1 0,0-1 0,0 0 0,0 0 0,0 0 0,0 0 0,0 0 0,0 0 0,0 0 0,0 0 0,1 0 0,-1 0 0,0 0 0,0 0 0,0 0 0,0 0 0,0 0 0,0 0 0,0 1 0,0-1 0,0 0 0,0 0 0,0 0 0,0 0 0,0 0 0,0 0 0,0 0 0,0 0 0,0 0 0,0 1 0,0-1 0,0 0 0,0 0 0,0 0 0,0 0 0,0 0 0,0 0 0,0 0 0,0 0 0,0 0 0,0 1 0,0-1 0,0 0 0,0 0 0,-6 11 0,-15 19 0,17-24 0,-31 49 0,3 2 0,-32 76 0,43-86 0,11-20 0,1 0 0,1 0 0,-9 56 0,5-16 0,4-15-1365,6-28-5461</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8:56.177"/>
    </inkml:context>
    <inkml:brush xml:id="br0">
      <inkml:brushProperty name="width" value="0.035" units="cm"/>
      <inkml:brushProperty name="height" value="0.035" units="cm"/>
      <inkml:brushProperty name="color" value="#E71224"/>
    </inkml:brush>
  </inkml:definitions>
  <inkml:trace contextRef="#ctx0" brushRef="#br0">1 1 24575,'1'12'0,"0"-1"0,0 1 0,7 21 0,0 0 0,164 655 0,-149-622 0,-15-47 0,-1 1 0,-1 0 0,0 1 0,-2 0 0,3 30 0,-6-22-1365,-1-3-5461</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8:57.947"/>
    </inkml:context>
    <inkml:brush xml:id="br0">
      <inkml:brushProperty name="width" value="0.035" units="cm"/>
      <inkml:brushProperty name="height" value="0.035" units="cm"/>
      <inkml:brushProperty name="color" value="#E71224"/>
    </inkml:brush>
  </inkml:definitions>
  <inkml:trace contextRef="#ctx0" brushRef="#br0">58 194 24575,'-2'0'0,"0"0"0,0-1 0,-1 0 0,1 1 0,0-1 0,0 0 0,0 0 0,0 0 0,0 0 0,0-1 0,1 1 0,-1-1 0,0 1 0,1-1 0,-1 1 0,0-1 0,1 0 0,0 0 0,0 1 0,-1-1 0,1 0 0,0 0 0,-1-4 0,-1-1 0,0 1 0,1-1 0,0-1 0,0 1 0,-1-13 0,2 16 0,1 0 0,0 0 0,0 0 0,1 0 0,-1 0 0,1 1 0,0-1 0,0 0 0,0 0 0,0 0 0,1 1 0,0-1 0,0 1 0,0-1 0,0 1 0,0 0 0,0 0 0,1 0 0,0 0 0,-1 0 0,1 0 0,0 1 0,1-1 0,-1 1 0,0 0 0,1 0 0,-1 0 0,5-1 0,-3 1 0,1 0 0,-1 0 0,0 1 0,0 0 0,0 0 0,1 1 0,-1-1 0,1 1 0,-1 0 0,0 1 0,1-1 0,-1 1 0,0 0 0,0 0 0,1 1 0,-1 0 0,0-1 0,0 2 0,-1-1 0,8 5 0,-8-4 0,0 1 0,0 0 0,-1-1 0,1 2 0,-1-1 0,0 0 0,0 1 0,0-1 0,-1 1 0,1 0 0,-1 0 0,0 0 0,-1 0 0,1 0 0,-1 0 0,0 1 0,0 6 0,1 13 0,-1-1 0,-5 39 0,2-28 0,1-7 0,1-4 0,0-1 0,-2 1 0,-1-1 0,-1 0 0,-1 1 0,-13 35 0,5-26-120,2-4-129,-2 0 0,0-1 0,-2 0 0,-22 30 0,25-42-6577</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9:25.058"/>
    </inkml:context>
    <inkml:brush xml:id="br0">
      <inkml:brushProperty name="width" value="0.035" units="cm"/>
      <inkml:brushProperty name="height" value="0.035" units="cm"/>
      <inkml:brushProperty name="color" value="#E71224"/>
    </inkml:brush>
  </inkml:definitions>
  <inkml:trace contextRef="#ctx0" brushRef="#br0">0 92 24575,'6'8'0,"0"0"0,0 0 0,-1 0 0,6 14 0,7 10 0,-7-14 0,16 39 0,-21-43 0,0-1 0,1 1 0,0-1 0,1 0 0,18 22 0,4 1 0,-27-30 0,1 0 0,1 0 0,-1 0 0,1-1 0,0 0 0,0 0 0,1 0 0,-1-1 0,1 0 0,0 0 0,0 0 0,0-1 0,1 1 0,-1-2 0,1 1 0,11 2 0,-12-3 0,0-1 0,1-1 0,-1 1 0,0-1 0,1 0 0,-1-1 0,0 1 0,0-1 0,1 0 0,-1-1 0,0 0 0,9-3 0,-7 0 0,0 0 0,0 0 0,-1-1 0,0 1 0,0-1 0,0-1 0,-1 0 0,6-7 0,5-8 0,-2 0 0,-1 0 0,-1-2 0,0 1 0,-2-2 0,-1 0 0,12-43 0,-18 55 19,2 0-1,0 0 0,0 0 1,1 1-1,12-16 1,12-24-1495,-19 28-5350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9:26.512"/>
    </inkml:context>
    <inkml:brush xml:id="br0">
      <inkml:brushProperty name="width" value="0.035" units="cm"/>
      <inkml:brushProperty name="height" value="0.035" units="cm"/>
      <inkml:brushProperty name="color" value="#E71224"/>
    </inkml:brush>
  </inkml:definitions>
  <inkml:trace contextRef="#ctx0" brushRef="#br0">225 0 24575,'-1'4'0,"0"0"0,0 0 0,-1 0 0,1 0 0,-1 0 0,0 0 0,0-1 0,-1 1 0,1-1 0,-1 1 0,-4 4 0,-10 14 0,-53 127 0,46-95 0,20-42 0,0 0 0,-5 23 0,7-24 0,0-1 0,-1 1 0,-1-1 0,-7 17 0,3-11 0,0 0 0,1 1 0,1 0 0,-6 24 0,10-32 0,1 0 0,-1 1 0,1-1 0,1 0 0,0 1 0,0-1 0,1 0 0,0 0 0,1 1 0,2 8 0,-3-17 0,-1 1 0,1-1 0,-1 1 0,1-1 0,0 0 0,0 0 0,0 1 0,0-1 0,0 0 0,0 0 0,0 0 0,0 0 0,0 0 0,0 0 0,1 0 0,-1-1 0,0 1 0,1 0 0,-1-1 0,1 1 0,-1-1 0,0 1 0,1-1 0,-1 0 0,1 0 0,-1 1 0,1-1 0,-1 0 0,1 0 0,-1-1 0,1 1 0,1 0 0,7-2 0,-1 0 0,0-1 0,19-6 0,-13 3 0,37-12 0,-30 9 0,0 1 0,1 2 0,0 0 0,30-3 0,311 5 61,-190 7-1487,-146-3-5400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9:28.610"/>
    </inkml:context>
    <inkml:brush xml:id="br0">
      <inkml:brushProperty name="width" value="0.035" units="cm"/>
      <inkml:brushProperty name="height" value="0.035" units="cm"/>
      <inkml:brushProperty name="color" value="#E71224"/>
    </inkml:brush>
  </inkml:definitions>
  <inkml:trace contextRef="#ctx0" brushRef="#br0">446 5 24575,'-80'-2'0,"39"0"0,1 2 0,0 1 0,-43 8 0,75-8 0,0 1 0,0 0 0,0 1 0,1-1 0,-1 2 0,0-1 0,1 1 0,0 0 0,0 1 0,0-1 0,1 1 0,0 1 0,0-1 0,0 1 0,0 0 0,1 1 0,0-1 0,0 1 0,1 0 0,0 0 0,0 0 0,1 1 0,-1 0 0,2-1 0,-1 1 0,1 0 0,0 0 0,1 0 0,-1 14 0,1-13 0,0 0 0,1 0 0,0 0 0,0 0 0,1 0 0,0 0 0,4 10 0,-4-16 0,0 0 0,0 0 0,0 0 0,1-1 0,0 1 0,-1-1 0,1 1 0,0-1 0,0 1 0,1-1 0,-1 0 0,0 0 0,1 0 0,-1 0 0,1-1 0,-1 1 0,1-1 0,0 1 0,0-1 0,0 0 0,0 0 0,0 0 0,0-1 0,4 1 0,17 2 0,0-1 0,1-2 0,-1 0 0,27-5 0,-29 3 0,0 0 0,0 1 0,1 2 0,-1 0 0,30 5 0,-46-4 0,-1 0 0,1 0 0,-1 0 0,0 1 0,0-1 0,0 1 0,0 0 0,0 1 0,0-1 0,-1 1 0,0 0 0,1 0 0,-2 0 0,1 1 0,0 0 0,-1-1 0,0 1 0,0 0 0,0 0 0,-1 1 0,0-1 0,2 7 0,-2-4 0,0-1 0,0 1 0,-1 0 0,0 0 0,-1-1 0,0 1 0,0 0 0,0 0 0,-1-1 0,-1 1 0,1 0 0,-1-1 0,0 1 0,-1-1 0,0 0 0,-4 10 0,-1-4 0,5-6 0,-1 1 0,0-1 0,0 0 0,-1-1 0,1 1 0,-2-1 0,1 0 0,-1 0 0,1 0 0,-2-1 0,1 0 0,-12 8 0,-6 0-273,-1-1 0,0-2 0,0 0 0,-33 8 0,35-14-6553</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49:30.072"/>
    </inkml:context>
    <inkml:brush xml:id="br0">
      <inkml:brushProperty name="width" value="0.035" units="cm"/>
      <inkml:brushProperty name="height" value="0.035" units="cm"/>
      <inkml:brushProperty name="color" value="#E71224"/>
    </inkml:brush>
  </inkml:definitions>
  <inkml:trace contextRef="#ctx0" brushRef="#br0">76 1 24575,'0'5'0,"0"8"0,0 6 0,0 6 0,0 3 0,0 3 0,0 1 0,-6-4 0,-1-2 0,0-1 0,-4-3 0,0-1 0,1 1 0,-2-3 0,1-4-8191</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0:04.169"/>
    </inkml:context>
    <inkml:brush xml:id="br0">
      <inkml:brushProperty name="width" value="0.035" units="cm"/>
      <inkml:brushProperty name="height" value="0.035" units="cm"/>
      <inkml:brushProperty name="color" value="#E71224"/>
    </inkml:brush>
  </inkml:definitions>
  <inkml:trace contextRef="#ctx0" brushRef="#br0">1 1 24575,'5'7'0,"0"0"0,0 1 0,-1 0 0,0 0 0,0 0 0,0 0 0,1 9 0,5 8 0,38 126 0,-14-40 0,14 38 0,26 72 0,-54-163-1365,-13-32-5461</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0:06.248"/>
    </inkml:context>
    <inkml:brush xml:id="br0">
      <inkml:brushProperty name="width" value="0.035" units="cm"/>
      <inkml:brushProperty name="height" value="0.035" units="cm"/>
      <inkml:brushProperty name="color" value="#E71224"/>
    </inkml:brush>
  </inkml:definitions>
  <inkml:trace contextRef="#ctx0" brushRef="#br0">0 194 24575,'1'-4'0,"0"1"0,-1-1 0,1 1 0,1 0 0,-1-1 0,0 1 0,1 0 0,0 0 0,0 0 0,-1 0 0,6-6 0,29-30 0,-30 33 0,6-5 0,1 0 0,0 1 0,0 0 0,1 1 0,0 1 0,1 0 0,-1 1 0,19-6 0,-24 10 0,0 0 0,1 0 0,-1 1 0,0 0 0,1 1 0,-1 0 0,1 0 0,-1 1 0,1 0 0,-1 1 0,1 0 0,-1 1 0,1-1 0,-1 2 0,12 4 0,-18-5 0,1 0 0,-1 0 0,0 1 0,0-1 0,0 1 0,0 0 0,0 0 0,-1 0 0,1 0 0,-1 1 0,0-1 0,0 1 0,0-1 0,0 1 0,-1 0 0,1-1 0,-1 1 0,0 0 0,0 0 0,0 0 0,-1 5 0,2 11 0,-1 1 0,-3 40 0,0-31 0,1 21 0,1-20 0,-1 1 0,-8 42 0,7-64 0,-1 1 0,0-1 0,0 0 0,-1 0 0,-1 0 0,1 0 0,-2-1 0,1 0 0,-1 0 0,-14 15 0,10-14 0,-16 17 0,25-27 0,0 1 0,1 0 0,-1 0 0,0 1 0,0-1 0,1 0 0,-1 0 0,0 0 0,1 0 0,-1 1 0,1-1 0,0 0 0,-1 1 0,1-1 0,0 0 0,0 1 0,0-1 0,0 0 0,0 2 0,1-2 0,0-1 0,-1 1 0,1-1 0,0 0 0,0 0 0,0 1 0,0-1 0,0 0 0,0 0 0,0 0 0,0 0 0,-1 0 0,1 0 0,0 0 0,0 0 0,0-1 0,0 1 0,0 0 0,0 0 0,1-1 0,23-7 0,-23 7 0,79-35 0,-60 26 0,0 0 0,1 1 0,29-7 0,-15 5 45,-1-1-1,50-23 1,38-15-1544,-98 43-5327</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0:07.489"/>
    </inkml:context>
    <inkml:brush xml:id="br0">
      <inkml:brushProperty name="width" value="0.035" units="cm"/>
      <inkml:brushProperty name="height" value="0.035" units="cm"/>
      <inkml:brushProperty name="color" value="#E71224"/>
    </inkml:brush>
  </inkml:definitions>
  <inkml:trace contextRef="#ctx0" brushRef="#br0">1 0 24575,'3'0'0,"0"0"0,-1 1 0,1-1 0,0 1 0,-1-1 0,1 1 0,0 0 0,-1 0 0,1 0 0,-1 0 0,1 1 0,-1-1 0,1 1 0,-1-1 0,0 1 0,0 0 0,2 2 0,0 1 0,0 0 0,0-1 0,-1 2 0,0-1 0,0 0 0,-1 1 0,4 9 0,-1 3 0,-1 0 0,0 0 0,-1 1 0,0 22 0,-1 17 0,-2-1 0,-3 0 0,-17 95 0,-17 29-1365,33-154-5461</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0:13.720"/>
    </inkml:context>
    <inkml:brush xml:id="br0">
      <inkml:brushProperty name="width" value="0.035" units="cm"/>
      <inkml:brushProperty name="height" value="0.035" units="cm"/>
      <inkml:brushProperty name="color" value="#E71224"/>
    </inkml:brush>
  </inkml:definitions>
  <inkml:trace contextRef="#ctx0" brushRef="#br0">1 1 24575,'0'4'0,"1"0"0,0 0 0,1 0 0,-1 0 0,1-1 0,-1 1 0,1 0 0,0-1 0,1 1 0,4 5 0,3 6 0,38 65 0,-7-13 0,47 102 0,-80-149-119,-5-10 6,1 0-1,0-1 1,1 1 0,-1-1 0,2 0-1,-1 0 1,1-1 0,1 0-1,-1 0 1,16 14 0,-2-9-6713</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0:15.922"/>
    </inkml:context>
    <inkml:brush xml:id="br0">
      <inkml:brushProperty name="width" value="0.035" units="cm"/>
      <inkml:brushProperty name="height" value="0.035" units="cm"/>
      <inkml:brushProperty name="color" value="#E71224"/>
    </inkml:brush>
  </inkml:definitions>
  <inkml:trace contextRef="#ctx0" brushRef="#br0">1 225 24575,'0'-6'0,"1"1"0,0 0 0,0 0 0,0 0 0,1 0 0,0 0 0,0 0 0,0 0 0,1 1 0,-1-1 0,1 1 0,6-8 0,6-6 0,28-25 0,-18 18 0,-20 19 0,0 0 0,1 1 0,0-1 0,0 1 0,0 1 0,0-1 0,1 1 0,0 0 0,0 1 0,0-1 0,0 1 0,1 1 0,-1 0 0,1 0 0,0 0 0,0 1 0,-1 0 0,11 0 0,-8 0 0,-1 1 0,1 0 0,0 0 0,-1 1 0,1 1 0,12 2 0,-19-3 0,-1 0 0,1 1 0,0-1 0,-1 1 0,1-1 0,0 1 0,-1 0 0,0 0 0,1 0 0,-1 0 0,0 0 0,0 1 0,0-1 0,-1 1 0,1-1 0,0 1 0,-1-1 0,0 1 0,1 0 0,-1 0 0,-1 0 0,1 0 0,0 0 0,0 3 0,0-2 0,-1 0 0,0 1 0,1-1 0,-1 0 0,-1 0 0,1 1 0,-1-1 0,1 0 0,-1 0 0,0 0 0,-1 1 0,1-1 0,-1 0 0,0-1 0,0 1 0,0 0 0,0-1 0,-4 6 0,-5 2 0,1 0 0,-2 0 0,-22 16 0,3-2 0,30-25 0,1 0 0,0 0 0,-1 0 0,1 1 0,-1-1 0,1 0 0,-1 1 0,1-1 0,0 0 0,-1 1 0,1-1 0,0 0 0,-1 1 0,1-1 0,0 1 0,0-1 0,-1 1 0,1-1 0,0 1 0,0-1 0,0 1 0,0-1 0,-1 1 0,1-1 0,0 1 0,0-1 0,0 1 0,0-1 0,0 1 0,0-1 0,0 1 0,1-1 0,-1 1 0,0-1 0,0 2 0,2-2 0,-1 1 0,0 0 0,0 0 0,1 0 0,-1-1 0,0 1 0,1-1 0,-1 1 0,1-1 0,-1 0 0,0 1 0,3-1 0,55 2 0,-53-3 0,45 0 0,-33-1 0,-1 1 0,1 0 0,0 2 0,0 0 0,0 1 0,-1 1 0,1 1 0,18 6 0,9 8 0,-21-10 0,-2 1 0,1 2 0,40 25 0,-57-32 0,0 0 0,-1 1 0,1 0 0,-1 0 0,0 1 0,-1-1 0,1 1 0,-1 0 0,0 0 0,-1 0 0,0 1 0,0-1 0,0 1 0,0 0 0,-1 0 0,-1 0 0,1 0 0,0 8 0,-1-6 0,0 1 0,-1-1 0,0 1 0,0-1 0,-1 1 0,0-1 0,-5 14 0,4-17 0,0-1 0,0 0 0,-1 0 0,1 0 0,-1 0 0,-1 0 0,1-1 0,-1 1 0,1-1 0,-1 0 0,-1 0 0,1-1 0,-9 7 0,3-3 0,0 0 0,-1 0 0,0-1 0,0 0 0,0-1 0,-1 0 0,0-1 0,0 0 0,0-1 0,0 0 0,-24 1 0,-89-4-1365,98 0-5461</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0:26.198"/>
    </inkml:context>
    <inkml:brush xml:id="br0">
      <inkml:brushProperty name="width" value="0.035" units="cm"/>
      <inkml:brushProperty name="height" value="0.035" units="cm"/>
      <inkml:brushProperty name="color" value="#E71224"/>
    </inkml:brush>
  </inkml:definitions>
  <inkml:trace contextRef="#ctx0" brushRef="#br0">3 428 24575,'-1'56'0,"0"-29"0,0 1 0,2 0 0,1 0 0,10 45 0,-2-35 0,2 9 0,28 68 0,-39-112 0,0 1 0,1-1 0,0 0 0,0 0 0,0 0 0,0 0 0,0 0 0,1 0 0,-1-1 0,1 1 0,0-1 0,0 1 0,-1-1 0,2 0 0,4 2 0,-6-3 0,0 0 0,0-1 0,1 1 0,-1-1 0,0 0 0,0 0 0,1 0 0,-1 0 0,0 0 0,0 0 0,1-1 0,-1 1 0,0-1 0,0 1 0,0-1 0,0 0 0,1 0 0,-1 0 0,0 0 0,-1 0 0,1-1 0,0 1 0,0 0 0,0-1 0,2-3 0,24-25 0,26-35 0,11-13 0,-7 18 0,3 3 0,114-82 0,89-36 0,-165 111 0,98-77 95,-90 63-1555,-92 68-5366</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1:43.674"/>
    </inkml:context>
    <inkml:brush xml:id="br0">
      <inkml:brushProperty name="width" value="0.035" units="cm"/>
      <inkml:brushProperty name="height" value="0.035" units="cm"/>
      <inkml:brushProperty name="color" value="#E71224"/>
    </inkml:brush>
  </inkml:definitions>
  <inkml:trace contextRef="#ctx0" brushRef="#br0">95 3 24575,'0'840'0,"-8"-854"0,-2-19 0,-18-178 0,12 68 0,8 85 0,-3-4 0,4 0 0,2 0 0,4-76 0,1 135 0,0 1 0,0-1 0,0 1 0,0 0 0,1-1 0,-1 1 0,1 0 0,0-1 0,-1 1 0,1 0 0,0 0 0,0-1 0,1 1 0,-1 0 0,0 0 0,1 0 0,-1 1 0,1-1 0,0 0 0,-1 0 0,1 1 0,0-1 0,0 1 0,0 0 0,0-1 0,1 1 0,-1 0 0,0 0 0,0 1 0,1-1 0,-1 0 0,0 1 0,1-1 0,2 1 0,-1 0 0,1 0 0,0 1 0,-1-1 0,1 1 0,-1 0 0,1 1 0,-1-1 0,0 1 0,1 0 0,-1 0 0,0 0 0,0 1 0,0-1 0,0 1 0,-1 0 0,6 6 0,3 5 0,0 2 0,-2 0 0,0 0 0,0 1 0,-2 0 0,0 0 0,-1 1 0,6 27 0,15 30 0,-22-59 0,6 16 0,2-1 0,2 0 0,31 48 0,-25-49 0,13 17 0,49 87 0,-81-127-341,1 1 0,-2-1-1,5 17 1,-3-2-6485</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1:44.897"/>
    </inkml:context>
    <inkml:brush xml:id="br0">
      <inkml:brushProperty name="width" value="0.035" units="cm"/>
      <inkml:brushProperty name="height" value="0.035" units="cm"/>
      <inkml:brushProperty name="color" value="#E71224"/>
    </inkml:brush>
  </inkml:definitions>
  <inkml:trace contextRef="#ctx0" brushRef="#br0">0 0 24575,'6'0'0,"6"0"0,7 0 0,6 0 0,3 0 0,3 0 0,2 0 0,-1 0 0,1 0 0,0 0 0,-1 0 0,0 0 0,-6 0-8191</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1:46.792"/>
    </inkml:context>
    <inkml:brush xml:id="br0">
      <inkml:brushProperty name="width" value="0.035" units="cm"/>
      <inkml:brushProperty name="height" value="0.035" units="cm"/>
      <inkml:brushProperty name="color" value="#E71224"/>
    </inkml:brush>
  </inkml:definitions>
  <inkml:trace contextRef="#ctx0" brushRef="#br0">506 0 24575,'-14'10'0,"0"1"0,0 0 0,1 0 0,1 2 0,-1-1 0,-17 26 0,29-36 0,-20 23 0,-65 90 0,79-103 0,-64 108 0,46-73 0,12-24 0,1 1 0,-13 36 0,23-55 0,1-1 0,-1 0 0,0 0 0,0 0 0,-1 0 0,1-1 0,-1 1 0,-5 6 0,7-9 0,1-1 0,-1 1 0,0-1 0,1 1 0,-1-1 0,0 1 0,0-1 0,1 0 0,-1 1 0,0-1 0,0 0 0,0 0 0,1 1 0,-1-1 0,0 0 0,0 0 0,0 0 0,0 0 0,1 0 0,-3 0 0,2-1 0,0 1 0,0-1 0,0 0 0,-1 0 0,1 1 0,0-1 0,0 0 0,0 0 0,0 0 0,0 0 0,0 0 0,1 0 0,-1 0 0,0-1 0,0 1 0,1 0 0,-1-2 0,-12-29 0,1 0 0,2-1 0,2-1 0,-6-38 0,10 52 0,-1-15 0,1 0 0,1 1 0,2-1 0,4-40 0,-4 73 0,1-1 0,1 1 0,-1 0 0,0-1 0,0 1 0,1 0 0,0-1 0,-1 1 0,1 0 0,0 0 0,0 0 0,0 0 0,0 0 0,0 0 0,1 0 0,-1 0 0,1 0 0,-1 0 0,1 1 0,0-1 0,-1 1 0,1-1 0,0 1 0,0 0 0,0-1 0,0 1 0,0 0 0,4-1 0,-2 2 0,-1 0 0,1 0 0,-1 0 0,1 0 0,-1 1 0,1 0 0,-1-1 0,1 1 0,-1 0 0,0 1 0,1-1 0,-1 1 0,0-1 0,0 1 0,0 0 0,0 0 0,0 0 0,3 4 0,15 15 0,-2 0 0,0 2 0,20 31 0,-14-19 0,23 38 0,-38-55 0,1-1 0,0 0 0,1-1 0,1 0 0,1 0 0,0-2 0,1 1 0,22 16 0,12 0 0,-9-4 0,57 28 0,-89-51-93,7 2-161,0 1-1,-1 1 1,0 1-1,21 16 1,-20-11-6572</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1:56.231"/>
    </inkml:context>
    <inkml:brush xml:id="br0">
      <inkml:brushProperty name="width" value="0.035" units="cm"/>
      <inkml:brushProperty name="height" value="0.035" units="cm"/>
      <inkml:brushProperty name="color" value="#E71224"/>
    </inkml:brush>
  </inkml:definitions>
  <inkml:trace contextRef="#ctx0" brushRef="#br0">413 1 24575,'-60'143'0,"42"-107"0,-114 237 0,107-224 0,17-37 0,1 1 0,1 0 0,1 0 0,0 1 0,-4 16 0,2 0 0,-1-1 0,-1-1 0,-1 1 0,-17 31 0,27-61 0,-1 1 0,1 0 0,0 0 0,0 0 0,0 0 0,0-1 0,0 1 0,0 0 0,0 0 0,-1 0 0,1 0 0,0 0 0,0-1 0,0 1 0,0 0 0,-1 0 0,1 0 0,0 0 0,0 0 0,0 0 0,-1 0 0,1 0 0,0 0 0,0 0 0,0 0 0,-1 0 0,1 0 0,0 0 0,0 0 0,0 0 0,-1 0 0,1 0 0,0 0 0,0 0 0,0 0 0,-1 0 0,1 0 0,0 0 0,0 0 0,0 0 0,0 0 0,-1 1 0,1-1 0,0 0 0,0 0 0,0 0 0,0 0 0,0 0 0,-1 1 0,1-1 0,0 0 0,0 0 0,0 0 0,0 0 0,0 1 0,0-1 0,-2-21 0,2 19 0,-1-134 0,-2-45 0,1 145 0,-3 1 0,-1-1 0,-11-38 0,7 39 0,-7-39 0,16 65 0,-1-1 0,1 0 0,1 0 0,0-1 0,0 1 0,1 0 0,0 0 0,5-17 0,-5 26 0,-1 0 0,1-1 0,-1 1 0,1 0 0,-1 0 0,1 0 0,0 0 0,0 0 0,-1 0 0,1 0 0,0 0 0,0 0 0,0 0 0,0 1 0,0-1 0,0 0 0,0 1 0,1-1 0,-1 0 0,0 1 0,0 0 0,0-1 0,1 1 0,-1 0 0,0-1 0,0 1 0,1 0 0,-1 0 0,0 0 0,1 0 0,-1 0 0,0 0 0,0 1 0,1-1 0,-1 0 0,0 1 0,0-1 0,0 1 0,1-1 0,-1 1 0,0-1 0,2 2 0,6 3 0,-1 0 0,1 1 0,15 13 0,-22-17 0,35 30 0,-2 2 0,-1 2 0,-2 0 0,-2 3 0,-1 0 0,-2 2 0,-2 1 0,-2 0 0,25 63 0,-41-89 0,2 0 0,11 17 0,-10-18 0,-1 0 0,9 23 0,28 54 115,-18-37-1595,-15-28-5346</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3T20:59:17.158"/>
    </inkml:context>
    <inkml:brush xml:id="br0">
      <inkml:brushProperty name="width" value="0.035" units="cm"/>
      <inkml:brushProperty name="height" value="0.035" units="cm"/>
      <inkml:brushProperty name="color" value="#E71224"/>
    </inkml:brush>
  </inkml:definitions>
  <inkml:trace contextRef="#ctx0" brushRef="#br0">565 125 24575,'-1'-2'0,"1"0"0,0 0 0,-1 1 0,1-1 0,-1 0 0,0 0 0,1 0 0,-1 0 0,0 0 0,0 1 0,0-1 0,-1 0 0,1 1 0,0-1 0,0 1 0,-1-1 0,1 1 0,-1 0 0,0 0 0,-3-2 0,-41-20 0,30 16 0,-11-3 0,-1 1 0,-55-12 0,47 13 0,22 5 0,1 0 0,-1 1 0,0 1 0,1 0 0,-1 1 0,-19 2 0,26-1 0,-1 0 0,1 1 0,0 0 0,-1 1 0,1-1 0,0 1 0,1 1 0,-1-1 0,0 1 0,1 1 0,0-1 0,0 1 0,-6 6 0,-14 12 0,21-20 0,1 1 0,0-1 0,0 1 0,0-1 0,0 1 0,1 0 0,-1 1 0,1-1 0,0 0 0,1 1 0,-1 0 0,1 0 0,0-1 0,0 2 0,0-1 0,-1 10 0,-1 23 0,1 1 0,3 0 0,6 60 0,-3-80 0,0 0 0,1-1 0,1 1 0,0-1 0,2 0 0,0 0 0,1-1 0,11 17 0,-7-16 0,1-1 0,0-1 0,2 0 0,0-1 0,0 0 0,28 18 0,-34-27 0,1-1 0,0-1 0,1 0 0,-1 0 0,1-1 0,-1-1 0,1 1 0,0-2 0,16 2 0,2-2 0,1-2 0,36-4 0,-65 5 0,1 0 0,-1 0 0,0 0 0,1 0 0,-1 0 0,0 0 0,1-1 0,-1 1 0,0-1 0,0 1 0,1-1 0,-1 1 0,0-1 0,0 1 0,0-1 0,0 0 0,2-1 0,-3 1 0,0 0 0,0 1 0,0-1 0,0 1 0,-1-1 0,1 0 0,0 1 0,0-1 0,-1 1 0,1-1 0,0 1 0,-1-1 0,1 1 0,0-1 0,-1 1 0,1 0 0,-1-1 0,1 1 0,-1-1 0,1 1 0,-1 0 0,1-1 0,-1 1 0,1 0 0,-2-1 0,-48-20 0,48 20 0,-62-23 0,-51-16 0,102 36 0,-58-18 0,66 20 0,1 0 0,-1 0 0,1 0 0,-1-1 0,1 0 0,0 0 0,0 0 0,0 0 0,0 0 0,0-1 0,-3-5 0,6 8 0,0 0 0,1-1 0,-1 1 0,1 0 0,-1-1 0,1 1 0,-1-1 0,1 1 0,0-1 0,0 1 0,0 0 0,0-1 0,0 1 0,0-1 0,0 1 0,1-1 0,-1 1 0,0-1 0,1 1 0,-1 0 0,1-1 0,0 1 0,-1 0 0,1 0 0,0-1 0,0 1 0,0 0 0,-1 0 0,1 0 0,1 0 0,-1 0 0,0 0 0,0 0 0,0 0 0,0 0 0,1 1 0,1-2 0,3-2 0,1 1 0,0 0 0,-1-1 0,2 2 0,12-4 0,18 0 0,0 2 0,1 2 0,-1 1 0,41 5 0,9-1 0,-47-4 0,-30 0 0,1 0 0,0 1 0,0 0 0,0 1 0,0 0 0,0 1 0,12 4 0,-21-5 0,0 1 0,-1 0 0,1 0 0,0 0 0,-1 0 0,0 0 0,1 0 0,-1 1 0,0-1 0,0 1 0,0-1 0,-1 1 0,1 0 0,-1 0 0,1 0 0,-1 0 0,0 0 0,0 0 0,0 0 0,-1 0 0,1 0 0,0 6 0,0 9 0,0 0 0,-4 35 0,2-30 0,-2 30-119,0 95 370,4-132-438,0-1 0,1 1 0,1-1-1,0 0 1,1 0 0,1 0 0,7 16 0,-1-11-6639</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3T20:59:19.503"/>
    </inkml:context>
    <inkml:brush xml:id="br0">
      <inkml:brushProperty name="width" value="0.035" units="cm"/>
      <inkml:brushProperty name="height" value="0.035" units="cm"/>
      <inkml:brushProperty name="color" value="#E71224"/>
    </inkml:brush>
  </inkml:definitions>
  <inkml:trace contextRef="#ctx0" brushRef="#br0">127 64 24575,'2'47'0,"-1"-17"0,-3 32 0,2-53 0,-2-1 0,1 0 0,-1 0 0,0 0 0,0 0 0,-1 0 0,0 0 0,-8 11 0,8-12 0,-1 0 0,1-1 0,-1 1 0,2 1 0,-4 9 0,6-16 0,0 0 0,0 0 0,0 0 0,-1 0 0,1 0 0,0 0 0,0 0 0,0 0 0,0 0 0,1 0 0,-1 0 0,0 0 0,0 0 0,1 0 0,-1 0 0,0 0 0,1-1 0,-1 1 0,1 0 0,0 1 0,0-1 0,0-1 0,0 1 0,0-1 0,1 1 0,-1-1 0,0 0 0,0 1 0,0-1 0,1 0 0,-1 0 0,0 0 0,0 0 0,1 0 0,-1 0 0,0 0 0,0 0 0,0 0 0,1-1 0,-1 1 0,0-1 0,2 0 0,13-4 0,0 0 0,-1-1 0,0-1 0,0 0 0,-1-1 0,0 0 0,24-20 0,-34 23 0,-1 1 0,1-1 0,-1 0 0,0 0 0,-1 0 0,1 0 0,-1-1 0,0 1 0,0-1 0,-1 1 0,1-1 0,-1 0 0,-1 0 0,1 1 0,-1-1 0,0 0 0,-1-6 0,1 5 0,-1 0 0,0 0 0,-1 0 0,1 0 0,-1 0 0,-1 0 0,1 1 0,-1-1 0,0 1 0,-1 0 0,0 0 0,1 0 0,-9-9 0,3 6 12,-1 0 0,0 1 0,-1 0 0,0 0 0,0 1 0,-1 1 0,0 0 0,0 0 0,-13-3 0,21 7-53,1 1-1,-1 0 1,1 0 0,-1 0 0,0 1-1,1-1 1,-1 1 0,0 0 0,0 0-1,1 0 1,-1 1 0,0-1 0,1 1-1,-1 0 1,0 0 0,1 0 0,-1 1-1,1-1 1,0 1 0,-1 0 0,1 0-1,0 0 1,0 0 0,0 0 0,0 1-1,1-1 1,-1 1 0,1 0 0,-1 0-1,1 0 1,0 0 0,0 0 0,0 0-1,1 1 1,-3 6 0,-4 14-6785</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3T20:59:25.378"/>
    </inkml:context>
    <inkml:brush xml:id="br0">
      <inkml:brushProperty name="width" value="0.035" units="cm"/>
      <inkml:brushProperty name="height" value="0.035" units="cm"/>
      <inkml:brushProperty name="color" value="#E71224"/>
    </inkml:brush>
  </inkml:definitions>
  <inkml:trace contextRef="#ctx0" brushRef="#br0">318 531 24575,'-58'-1'0,"32"-1"0,0 1 0,0 2 0,-49 8 0,69-8 0,1 0 0,0 1 0,-1 0 0,1 1 0,0-1 0,0 1 0,0 0 0,1 0 0,-1 0 0,1 1 0,-1-1 0,1 1 0,0 0 0,1 1 0,-1-1 0,1 1 0,0-1 0,0 1 0,0 0 0,1 0 0,-1 0 0,1 1 0,-1 5 0,0 0 0,1 0 0,0 1 0,1-1 0,0 0 0,0 1 0,2 0 0,-1-1 0,1 0 0,1 1 0,4 16 0,-3-19 0,0-1 0,0 0 0,0 1 0,1-1 0,0-1 0,0 1 0,1-1 0,0 0 0,1 0 0,-1 0 0,1 0 0,8 6 0,-10-10 0,1 0 0,-1 0 0,1 0 0,0 0 0,0-1 0,0 0 0,0 0 0,0 0 0,0-1 0,1 1 0,-1-1 0,0 0 0,1-1 0,-1 0 0,1 1 0,-1-2 0,1 1 0,-1-1 0,1 1 0,7-4 0,-7 3 0,-1-1 0,0 0 0,0-1 0,0 1 0,0-1 0,-1 0 0,1 0 0,-1 0 0,1-1 0,-1 1 0,0-1 0,0 0 0,-1 0 0,1-1 0,-1 1 0,0-1 0,0 0 0,-1 0 0,3-6 0,2-9 0,0 0 0,-2 0 0,5-38 0,-4 25 0,-2-10 0,-3 32 0,0 1 0,0-1 0,6-19 0,-7 29 0,1-1 0,-1 1 0,0 0 0,1 0 0,-1 0 0,1 0 0,-1 0 0,1 0 0,0 0 0,-1 0 0,1 0 0,0 0 0,0 0 0,0 0 0,-1 0 0,1 1 0,0-1 0,2 0 0,-3 0 0,1 1 0,0 0 0,-1 0 0,1 0 0,0 1 0,-1-1 0,1 0 0,-1 0 0,1 0 0,0 0 0,-1 0 0,1 1 0,-1-1 0,1 0 0,0 1 0,-1-1 0,1 0 0,-1 1 0,1-1 0,-1 1 0,1-1 0,-1 1 0,1 0 0,4 6 0,0-1 0,-1 1 0,0 1 0,3 8 0,-1-4 0,12 16 0,15 26 0,-31-49 0,0 0 0,1 0 0,0 0 0,0 0 0,0-1 0,1 1 0,0-1 0,0 0 0,0 0 0,0-1 0,0 1 0,1-1 0,-1 0 0,1 0 0,0 0 0,0-1 0,0 0 0,0 0 0,1 0 0,-1 0 0,1-1 0,-1 0 0,11 1 0,-12-2 0,1 0 0,0-1 0,0 1 0,-1-1 0,1 0 0,-1 0 0,1-1 0,-1 0 0,1 1 0,-1-1 0,0-1 0,0 1 0,0 0 0,0-1 0,0 0 0,-1 0 0,1 0 0,-1-1 0,0 1 0,0-1 0,0 1 0,0-1 0,0 0 0,-1 0 0,0-1 0,0 1 0,0 0 0,1-7 0,3-12 0,-2-1 0,-1 1 0,-1-1 0,-1 0 0,-1 0 0,-5-43 0,1-11 0,4 43 0,1 19 0,-1 0 0,0 0 0,-1 0 0,-1-1 0,0 2 0,-2-1 0,1 0 0,-2 0 0,-10-23 0,6 22 0,-2-4 0,0 1 0,-1 1 0,-22-27 0,29 40 0,0 0 0,-1 1 0,0 0 0,0 0 0,0 1 0,-1 0 0,1 0 0,-1 0 0,0 1 0,0 0 0,0 0 0,-1 1 0,1 0 0,-11-2 0,10 3 0,1-1 0,-1 2 0,0-1 0,1 1 0,-1 0 0,0 1 0,0 0 0,-10 2 0,15-2 0,0 1 0,0-1 0,1 0 0,-1 1 0,0-1 0,1 1 0,0 0 0,-1 0 0,1 0 0,0 0 0,0 0 0,0 0 0,0 0 0,0 1 0,1-1 0,-1 1 0,1 0 0,-1-1 0,1 1 0,0 0 0,0 0 0,0 0 0,1 0 0,-2 4 0,1-1 0,0 1 0,0-1 0,1 0 0,0 0 0,0 1 0,0-1 0,1 0 0,0 0 0,0 0 0,0 1 0,1-1 0,0 0 0,0-1 0,1 1 0,-1 0 0,1-1 0,0 1 0,1-1 0,5 6 0,10 21 0,-15-24 0,0-1 0,0 0 0,1 0 0,10 10 0,-9-9 0,1 0 0,-2 0 0,1 0 0,-1 1 0,0 0 0,-1 0 0,4 10 0,-4-10 0,0 0 0,0 1 0,1-1 0,0-1 0,1 1 0,9 11 0,126 113 0,-124-118 0,1-1 0,1-1 0,0-1 0,23 11 0,-30-17 0,1-1 0,0-1 0,0 0 0,0-1 0,1 0 0,-1-1 0,1-1 0,14 1 0,-14-3-154,1-1 1,-1 0-1,0-1 0,25-8 0,-30 8-442,12-3-6230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2:12.380"/>
    </inkml:context>
    <inkml:brush xml:id="br0">
      <inkml:brushProperty name="width" value="0.035" units="cm"/>
      <inkml:brushProperty name="height" value="0.035" units="cm"/>
      <inkml:brushProperty name="color" value="#E71224"/>
    </inkml:brush>
  </inkml:definitions>
  <inkml:trace contextRef="#ctx0" brushRef="#br0">2 0 24575,'-2'101'0,"5"114"0,-3-207 0,1 1 0,0-1 0,1 1 0,0-1 0,1 1 0,-1-1 0,9 15 0,-10-20 0,1-1 0,0 1 0,0-1 0,0 1 0,0-1 0,0 1 0,0-1 0,1 0 0,-1 0 0,1 0 0,-1-1 0,1 1 0,0-1 0,0 1 0,0-1 0,0 0 0,0 0 0,0 0 0,0 0 0,0-1 0,0 1 0,0-1 0,1 0 0,4 0 0,10-2 15,-1 0 0,0-2 0,0 0 0,0-1 0,23-9 0,82-44-773,-97 46 61,-5 1-6129</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2:13.501"/>
    </inkml:context>
    <inkml:brush xml:id="br0">
      <inkml:brushProperty name="width" value="0.035" units="cm"/>
      <inkml:brushProperty name="height" value="0.035" units="cm"/>
      <inkml:brushProperty name="color" value="#E71224"/>
    </inkml:brush>
  </inkml:definitions>
  <inkml:trace contextRef="#ctx0" brushRef="#br0">0 0 24575</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2:14.739"/>
    </inkml:context>
    <inkml:brush xml:id="br0">
      <inkml:brushProperty name="width" value="0.035" units="cm"/>
      <inkml:brushProperty name="height" value="0.035" units="cm"/>
      <inkml:brushProperty name="color" value="#E71224"/>
    </inkml:brush>
  </inkml:definitions>
  <inkml:trace contextRef="#ctx0" brushRef="#br0">0 0 24575,'0'379'0,"0"-368"0,1-1 0,-1 0 0,1 0 0,1 0 0,0 1 0,1-1 0,0-1 0,0 1 0,1 0 0,0-1 0,6 10 0,-5-12 0,1 0 0,-1 0 0,2 0 0,-1-1 0,1 0 0,-1 0 0,2 0 0,-1-1 0,1 0 0,-1 0 0,1-1 0,16 6 0,-2-2-227,1 0-1,0-2 1,0 0-1,0-2 1,39 3-1,-34-6-6598</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2:15.777"/>
    </inkml:context>
    <inkml:brush xml:id="br0">
      <inkml:brushProperty name="width" value="0.035" units="cm"/>
      <inkml:brushProperty name="height" value="0.035" units="cm"/>
      <inkml:brushProperty name="color" value="#E71224"/>
    </inkml:brush>
  </inkml:definitions>
  <inkml:trace contextRef="#ctx0" brushRef="#br0">0 141 24575,'2'0'0,"1"-1"0,-1 1 0,1-1 0,-1 0 0,0 0 0,0 0 0,0 0 0,1 0 0,1-2 0,14-7 0,1 6 0,1 0 0,-1 2 0,1 0 0,38 1 0,-42 2 0,0-1 0,0 0 0,0-2 0,0 0 0,0 0 0,0-2 0,0 0 0,18-7 0,4-8 0,-16 8 0,-1 1 0,2 1 0,37-11 0,-37 13-1365,-4-1-5461</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2:17.705"/>
    </inkml:context>
    <inkml:brush xml:id="br0">
      <inkml:brushProperty name="width" value="0.035" units="cm"/>
      <inkml:brushProperty name="height" value="0.035" units="cm"/>
      <inkml:brushProperty name="color" value="#E71224"/>
    </inkml:brush>
  </inkml:definitions>
  <inkml:trace contextRef="#ctx0" brushRef="#br0">32 1 24575,'0'442'0,"-1"-423"0,-1 0 0,-1 1 0,-6 22 0,3-19 0,-3 41 0,8-53 0,1 0 0,0 0 0,1 0 0,0 0 0,4 18 0,-4-27 0,-1 0 0,1 0 0,-1-1 0,1 1 0,0 0 0,0-1 0,0 1 0,0-1 0,0 1 0,0-1 0,0 1 0,1-1 0,-1 0 0,0 0 0,1 0 0,-1 1 0,3 0 0,-2-2 0,0 1 0,0-1 0,0 0 0,0 1 0,0-1 0,0 0 0,0 0 0,0-1 0,0 1 0,0 0 0,0-1 0,0 1 0,0-1 0,-1 0 0,1 1 0,0-1 0,0 0 0,-1 0 0,1 0 0,2-2 0,50-37 0,-42 30 0,1 0 0,0 1 0,0 1 0,1 0 0,22-9 0,-5 3 0,48-26 0,-36 16 0,-36 21 0,-1-2 0,0 1 0,0 0 0,-1-1 0,1 0 0,-1-1 0,0 1 0,0-1 0,-1 0 0,0 0 0,0 0 0,0-1 0,-1 0 0,0 1 0,0-1 0,-1 0 0,4-12 0,-2-2 0,-1-1 0,0 1 0,-2 0 0,-1-38 0,-1 72 0,0 0 0,0 0 0,-2 0 0,1 0 0,-9 23 0,-33 78 0,37-97 0,0 1 0,1 0 0,2 0 0,-1 0 0,2 0 0,-2 29 0,6 96 0,1-76 0,-1-41 14,2 1-1,8 33 1,-1-10-1420,-6-23-5420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2:18.912"/>
    </inkml:context>
    <inkml:brush xml:id="br0">
      <inkml:brushProperty name="width" value="0.035" units="cm"/>
      <inkml:brushProperty name="height" value="0.035" units="cm"/>
      <inkml:brushProperty name="color" value="#E71224"/>
    </inkml:brush>
  </inkml:definitions>
  <inkml:trace contextRef="#ctx0" brushRef="#br0">1 1 24575,'0'627'-1365,"0"-600"-5461</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2:29.401"/>
    </inkml:context>
    <inkml:brush xml:id="br0">
      <inkml:brushProperty name="width" value="0.035" units="cm"/>
      <inkml:brushProperty name="height" value="0.035" units="cm"/>
      <inkml:brushProperty name="color" value="#E71224"/>
    </inkml:brush>
  </inkml:definitions>
  <inkml:trace contextRef="#ctx0" brushRef="#br0">1 196 24575,'-1'103'0,"14"302"0,6 85 0,-20-704 0,3-128 0,-1 324 0,2 0 0,0 0 0,0 1 0,2-1 0,0 1 0,1 0 0,1 1 0,10-18 0,-13 26 0,0 1 0,1-1 0,0 1 0,1 0 0,0 0 0,0 0 0,0 1 0,1 0 0,0 0 0,0 1 0,0 0 0,1 0 0,0 1 0,0-1 0,0 2 0,0-1 0,17-3 0,-22 6 0,0 0 0,0 1 0,0-1 0,0 1 0,1 0 0,-1 0 0,0 0 0,0 0 0,0 1 0,1-1 0,-1 1 0,0 0 0,0 0 0,0 0 0,0 0 0,0 1 0,0-1 0,4 4 0,-4-3 0,0 1 0,0 0 0,-1 1 0,1-1 0,-1 0 0,0 1 0,1 0 0,-2-1 0,1 1 0,0 0 0,-1 0 0,2 7 0,1 9 0,-2 1 0,0-1 0,-1 1 0,-3 34 0,2-42 0,-1-3 0,0 1 0,-1-1 0,0 1 0,0-1 0,-1 0 0,-1 0 0,1 0 0,-2 0 0,-7 14 0,10-21 0,0-1 0,1 1 0,0 0 0,-1 0 0,1-1 0,0 1 0,1 0 0,-1 0 0,0 0 0,1 0 0,0 0 0,-1 1 0,1-1 0,1 5 0,0-7 0,0 1 0,-1 0 0,1-1 0,0 1 0,0-1 0,1 1 0,-1-1 0,0 0 0,0 1 0,1-1 0,-1 0 0,1 0 0,-1 0 0,1 0 0,-1 0 0,1 0 0,0 0 0,-1-1 0,1 1 0,0 0 0,0-1 0,-1 1 0,1-1 0,0 0 0,3 0 0,13 2 0,-1-2 0,1 0 0,-1-1 0,0 0 0,1-2 0,-1 0 0,33-11 0,-27 10 0,-1 0 0,1 2 0,0 0 0,26 2 0,-24 1 0,0-2 0,0-1 0,26-4 0,-36 1 0,0-1 0,-1 1 0,0-2 0,0 0 0,17-12 0,27-14 0,62-16 0,224-61 0,-293 96 0,29-5 0,0 3 0,89-5 0,-167 21 0,13-1 0,0-1 0,1-1 0,-1 0 0,17-6 0,-28 5 0,-12 2 0,-11 0 0,6 3 0,0 1 0,1 0 0,-1 1 0,1 0 0,0 1 0,0 1 0,0 0 0,0 0 0,1 1 0,0 0 0,0 1 0,-13 12 0,-6 7 0,1 3 0,-40 48 0,19-19 0,47-55 0,0 1 0,0 0 0,0 0 0,0 0 0,1 0 0,0 0 0,0 0 0,0 0 0,0 1 0,1-1 0,-1 1 0,1 0 0,0-1 0,0 9 0,1-10 0,0-1 0,1 0 0,-1 0 0,1 0 0,-1 0 0,1 0 0,0 0 0,0 0 0,0-1 0,0 1 0,0 0 0,0 0 0,0-1 0,1 1 0,-1 0 0,0-1 0,1 1 0,0-1 0,-1 0 0,1 0 0,0 1 0,-1-1 0,1 0 0,0-1 0,0 1 0,0 0 0,0 0 0,0-1 0,0 1 0,0-1 0,0 0 0,0 1 0,0-1 0,4-1 0,-1 2 0,-1-2 0,1 1 0,0-1 0,-1 1 0,1-1 0,-1 0 0,1-1 0,-1 1 0,1-1 0,-1 0 0,0 0 0,0 0 0,0-1 0,4-3 0,7-6 0,0 0 0,14-17 0,-15 15 0,26-25 0,-1-3 0,33-47 0,-55 64 0,-1 0 0,-1-1 0,-1-1 0,-1 0 0,14-46 0,-19 47 0,1 0 0,-1 0 0,-1-1 0,-1 1 0,-2-1 0,0 0 0,-1-47 0,-4 71 0,1 0 0,0-1 0,-1 1 0,0 0 0,0 0 0,0 0 0,-3-6 0,4 8 0,0 1 0,-1 0 0,1-1 0,0 1 0,0 0 0,-1-1 0,1 1 0,0 0 0,0 0 0,-1-1 0,1 1 0,0 0 0,-1 0 0,1-1 0,0 1 0,-1 0 0,1 0 0,-1 0 0,1 0 0,0 0 0,-1 0 0,1 0 0,-1 0 0,1-1 0,-1 2 0,-11 10 0,6-2 9,1 1-1,1 0 1,0 0-1,0 1 0,1-1 1,0 1-1,1 0 1,-1 19-1,1 93-571,2-88-315,1-3-5948</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2:31.660"/>
    </inkml:context>
    <inkml:brush xml:id="br0">
      <inkml:brushProperty name="width" value="0.035" units="cm"/>
      <inkml:brushProperty name="height" value="0.035" units="cm"/>
      <inkml:brushProperty name="color" value="#E71224"/>
    </inkml:brush>
  </inkml:definitions>
  <inkml:trace contextRef="#ctx0" brushRef="#br0">0 1 24575,'1'103'0,"5"1"0,23 134 0,22-27 0,-49-205 0,0-1 0,1 1 0,-1-1 0,1 1 0,0-1 0,1 0 0,-1 0 0,1 0 0,0-1 0,0 1 0,0-1 0,1 0 0,-1 0 0,1-1 0,0 1 0,0-1 0,0 0 0,1 0 0,-1-1 0,1 1 0,0-1 0,-1-1 0,1 1 0,0-1 0,9 1 0,11 1 0,0-1 0,1-1 0,0-2 0,36-5 0,-54 5 0,1-1 0,-1 0 0,0 0 0,-1-1 0,1 0 0,0-1 0,-1 1 0,0-2 0,0 1 0,0-1 0,12-10 0,-3-1 0,0-1 0,-1-1 0,18-25 0,-28 37 0,-1 0 0,2 1 0,-1 0 0,0 0 0,1 1 0,0-1 0,0 2 0,0-1 0,1 1 0,-1 0 0,1 0 0,-1 1 0,17-3 0,-16 4 0,1-1 0,-1 0 0,0-1 0,0 0 0,0 0 0,0 0 0,-1-1 0,1 0 0,-1-1 0,0 0 0,0 0 0,11-11 0,-15 12 0,2-3 0,0 0 0,1 1 0,0 0 0,0 0 0,0 1 0,0 0 0,1 0 0,8-5 0,-14 11 0,1 0 0,0 0 0,-1 0 0,1 0 0,-1 0 0,1 0 0,-1 0 0,1 0 0,-1 1 0,0-1 0,1 1 0,-1-1 0,0 1 0,0-1 0,0 1 0,0 0 0,1 2 0,9 13 0,-6-12 0,6 6 0,1 0 0,0 0 0,0-1 0,22 12 0,-20-14 0,-1-1 0,0 2 0,-1 0 0,0 0 0,0 1 0,-1 1 0,0-1 0,-1 2 0,16 22 0,-20-23 0,0 0 0,0 1 0,-1-1 0,0 1 0,-1 1 0,0-1 0,-1 0 0,-1 1 0,0 0 0,-1 0 0,0 22 0,1-49 0,1-1 0,0 1 0,0 0 0,2 1 0,0-1 0,0 1 0,1-1 0,14-20 0,78-114 0,-79 122 0,20-32 0,-17 24 0,41-48 0,-57 76 0,-1-1 0,0 1 0,-1-1 0,0 0 0,0 0 0,0 0 0,-1-1 0,0 1 0,0-1 0,-1 0 0,0 0 0,0 0 0,-1 0 0,0 0 0,-1 0 0,0-15 0,0 22 0,0 1 0,0-1 0,0 0 0,0 1 0,0-1 0,0 0 0,0 0 0,0 1 0,0-1 0,0 0 0,-1 1 0,1-1 0,0 0 0,-1 1 0,1-1 0,0 1 0,-1-1 0,1 0 0,-1 1 0,1-1 0,0 1 0,-1-1 0,1 1 0,-1-1 0,0 1 0,1 0 0,-1-1 0,1 1 0,-1 0 0,0-1 0,1 1 0,-1 0 0,0 0 0,1-1 0,-1 1 0,0 0 0,1 0 0,-1 0 0,0 0 0,0 0 0,1 0 0,-1 0 0,0 0 0,1 0 0,-1 1 0,0-1 0,1 0 0,-1 0 0,0 1 0,1-1 0,-1 0 0,0 1 0,1-1 0,-1 0 0,1 1 0,-1-1 0,1 1 0,-1-1 0,0 2 0,-30 28 0,0 8 0,1-4 0,1 2 0,-28 49 0,50-72 0,0 0 0,1 0 0,1 0 0,0 1 0,1 0 0,0 0 0,1 0 0,0 1 0,1-1 0,1 0 0,1 20 0,1-27 0,0-1 0,1 1 0,0-1 0,0 0 0,1 1 0,0-1 0,0 0 0,0 0 0,1-1 0,0 1 0,0-1 0,0 0 0,1 0 0,-1 0 0,1-1 0,0 1 0,7 4 0,8 5 0,1-1 0,0 0 0,31 13 0,-32-17 0,0-1 0,0 0 0,1-2 0,0-1 0,0 0 0,1-1 0,-1-2 0,1 0 0,-1-1 0,31-3 0,-43 0-23,0-1 0,0 0 0,0-1 0,0 0 0,-1 0 0,1-1 0,-1 0 0,-1 0 0,1-1 0,-1 0 0,8-8 0,6-3-1066,3-2-5737</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2:32.451"/>
    </inkml:context>
    <inkml:brush xml:id="br0">
      <inkml:brushProperty name="width" value="0.035" units="cm"/>
      <inkml:brushProperty name="height" value="0.035" units="cm"/>
      <inkml:brushProperty name="color" value="#E71224"/>
    </inkml:brush>
  </inkml:definitions>
  <inkml:trace contextRef="#ctx0" brushRef="#br0">1 1 24575</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2:33.417"/>
    </inkml:context>
    <inkml:brush xml:id="br0">
      <inkml:brushProperty name="width" value="0.035" units="cm"/>
      <inkml:brushProperty name="height" value="0.035" units="cm"/>
      <inkml:brushProperty name="color" value="#E71224"/>
    </inkml:brush>
  </inkml:definitions>
  <inkml:trace contextRef="#ctx0" brushRef="#br0">1 409 24575,'11'-6'0,"19"-12"0,26-13 0,14-8 0,6-1 0,6-1 0,5-3 0,-2 6 0,-4 4 0,-6 7 0,-10 10 0,-5 1 0,-8 3 0,-7 0 0,-6 1 0,-5 2 0,-2 4 0,-7 3-8191</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2:35.460"/>
    </inkml:context>
    <inkml:brush xml:id="br0">
      <inkml:brushProperty name="width" value="0.035" units="cm"/>
      <inkml:brushProperty name="height" value="0.035" units="cm"/>
      <inkml:brushProperty name="color" value="#E71224"/>
    </inkml:brush>
  </inkml:definitions>
  <inkml:trace contextRef="#ctx0" brushRef="#br0">0 159 24575,'10'-1'0,"-1"0"0,0-1 0,0 0 0,0-1 0,-1 1 0,1-2 0,12-5 0,30-10 0,-5 9 0,71-5 0,-33 6 0,95-4 0,-11 2 0,-129 5 0,43-14 0,-53 11 0,2 2 0,-1 1 0,32-2 0,313 7 81,-183 3-1527,-165-2-5380</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2:52.026"/>
    </inkml:context>
    <inkml:brush xml:id="br0">
      <inkml:brushProperty name="width" value="0.035" units="cm"/>
      <inkml:brushProperty name="height" value="0.035" units="cm"/>
      <inkml:brushProperty name="color" value="#E71224"/>
    </inkml:brush>
  </inkml:definitions>
  <inkml:trace contextRef="#ctx0" brushRef="#br0">1 1 24575,'1318'0'-1365,"-1291"0"-5461</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2:53.583"/>
    </inkml:context>
    <inkml:brush xml:id="br0">
      <inkml:brushProperty name="width" value="0.035" units="cm"/>
      <inkml:brushProperty name="height" value="0.035" units="cm"/>
      <inkml:brushProperty name="color" value="#E71224"/>
    </inkml:brush>
  </inkml:definitions>
  <inkml:trace contextRef="#ctx0" brushRef="#br0">1 0 24575,'0'50'0,"-1"16"0,3 0 0,16 105 0,-11-122 0,-3 0 0,-1 1 0,-6 53 0,5 79 0,3-156-1365,2-6-5461</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2:56.132"/>
    </inkml:context>
    <inkml:brush xml:id="br0">
      <inkml:brushProperty name="width" value="0.035" units="cm"/>
      <inkml:brushProperty name="height" value="0.035" units="cm"/>
      <inkml:brushProperty name="color" value="#E71224"/>
    </inkml:brush>
  </inkml:definitions>
  <inkml:trace contextRef="#ctx0" brushRef="#br0">284 535 24575,'-3'12'0,"-5"-14"0,7 1 0,0 0 0,-1 0 0,1 0 0,0-1 0,0 1 0,0-1 0,0 1 0,0-1 0,0 1 0,1-1 0,-1 1 0,0-3 0,0-6 0,0-1 0,1 1 0,0 0 0,0-1 0,1 1 0,1 0 0,5-20 0,1-12 0,9-52 0,-9 57 0,-1-1 0,2-49 0,-9 82 0,0-5 0,0-1 0,0 1 0,-1-1 0,0 1 0,-4-15 0,4 23 0,1-1 0,-1 1 0,0 0 0,-1-1 0,1 1 0,0 0 0,-1 0 0,1 0 0,-1 0 0,0 0 0,1 0 0,-1 0 0,0 1 0,0-1 0,0 1 0,0-1 0,-1 1 0,1 0 0,0 0 0,-1 0 0,1 0 0,0 0 0,-1 0 0,1 1 0,-1-1 0,1 1 0,-5-1 0,5 1 0,-1 0 0,0 1 0,0-1 0,0 0 0,1 1 0,-1 0 0,0 0 0,0-1 0,1 2 0,-1-1 0,1 0 0,-1 0 0,1 1 0,-3 1 0,-32 31 0,12-11 0,-47 49 0,64-63 0,0 0 0,1 0 0,0 1 0,1 0 0,0 0 0,0 0 0,1 1 0,0 0 0,1 0 0,0 0 0,1 0 0,0 1 0,1-1 0,0 1 0,1 0 0,1 22 0,0-31 0,0 0 0,1 0 0,0 1 0,-1-1 0,1 0 0,0 0 0,1-1 0,-1 1 0,0 0 0,1 0 0,-1-1 0,1 1 0,0 0 0,0-1 0,0 0 0,0 0 0,1 1 0,-1-1 0,1 0 0,-1-1 0,1 1 0,-1 0 0,1-1 0,0 0 0,0 1 0,0-1 0,0 0 0,0 0 0,0-1 0,0 1 0,0-1 0,0 1 0,5-1 0,3 0 0,-1 0 0,1 0 0,0-1 0,-1 0 0,1-1 0,-1 0 0,1-1 0,17-6 0,-17 3 0,-1 0 0,1-1 0,-1 0 0,-1 0 0,1-1 0,-1-1 0,10-11 0,24-21 0,-43 41 0,0-1 0,0 1 0,0 0 0,1 0 0,-1 0 0,0 0 0,0 0 0,0 0 0,0-1 0,0 1 0,0 0 0,1 0 0,-1 0 0,0 0 0,0 0 0,0 0 0,0 0 0,1 0 0,-1 0 0,0 0 0,0 0 0,0 0 0,0 0 0,1 0 0,-1 0 0,0 0 0,0 0 0,0 0 0,0 0 0,1 0 0,-1 0 0,0 0 0,0 0 0,0 0 0,0 0 0,1 0 0,-1 0 0,0 0 0,0 1 0,0-1 0,0 0 0,1 0 0,0 10 0,-5 24 0,2-21 0,-1 8 0,-1-1 0,0 0 0,-2 0 0,0-1 0,-15 30 0,15-33 0,0 0 0,2 0 0,0 1 0,0-1 0,1 1 0,0 21 0,5 107 0,1-65 0,-3-18-1365,0-35-5461</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2:57.510"/>
    </inkml:context>
    <inkml:brush xml:id="br0">
      <inkml:brushProperty name="width" value="0.035" units="cm"/>
      <inkml:brushProperty name="height" value="0.035" units="cm"/>
      <inkml:brushProperty name="color" value="#E71224"/>
    </inkml:brush>
  </inkml:definitions>
  <inkml:trace contextRef="#ctx0" brushRef="#br0">1 29 24575,'7'-1'0,"0"0"0,0 0 0,0-1 0,0 0 0,9-4 0,23-5 0,-29 9 0,-1 1 0,0 0 0,1 1 0,-1 0 0,1 0 0,-1 1 0,1 0 0,-1 1 0,14 4 0,-18-4 0,0 0 0,0 1 0,-1-1 0,1 1 0,-1 0 0,1 0 0,-1 0 0,0 1 0,-1-1 0,1 1 0,-1 0 0,1 0 0,-1 1 0,0-1 0,-1 1 0,1-1 0,-1 1 0,0 0 0,2 5 0,1 6 0,-1 1 0,-1 0 0,0 0 0,-1 1 0,-1 17 0,-6 87 0,-12-20 0,10-65 0,-4 47 0,10-67-151,0-1-1,-2 0 0,0 0 0,0 0 1,-2 0-1,0-1 0,-1 1 1,-8 14-1,5-12-6674</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2:59.950"/>
    </inkml:context>
    <inkml:brush xml:id="br0">
      <inkml:brushProperty name="width" value="0.035" units="cm"/>
      <inkml:brushProperty name="height" value="0.035" units="cm"/>
      <inkml:brushProperty name="color" value="#E71224"/>
    </inkml:brush>
  </inkml:definitions>
  <inkml:trace contextRef="#ctx0" brushRef="#br0">344 1 24575,'-8'10'0,"-1"1"0,1 1 0,-7 13 0,-10 14 0,-42 64 0,49-70 0,-2-2 0,-44 52 0,57-75 0,1 1 0,0-1 0,1 1 0,-6 11 0,6-10 0,0-1 0,-1 0 0,-12 15 0,14-18 0,-1-1 0,1 1 0,0 0 0,0 1 0,1-1 0,-1 0 0,1 1 0,1 0 0,-3 8 0,4-13 0,1 1 0,-1-1 0,1 0 0,0 0 0,0 1 0,0-1 0,0 0 0,0 0 0,0 1 0,0-1 0,1 0 0,-1 0 0,1 1 0,0-1 0,-1 0 0,1 0 0,0 0 0,0 0 0,1 0 0,-1 0 0,0 0 0,1-1 0,-1 1 0,1 0 0,-1-1 0,1 1 0,0-1 0,-1 1 0,1-1 0,0 0 0,0 0 0,4 2 0,1-1 0,0 1 0,0-1 0,0-1 0,0 1 0,0-1 0,0 0 0,0-1 0,1 0 0,12-1 0,5-3 0,38-10 0,-42 9 0,2 0 0,23-2 0,18 3 0,110 8 0,-171-4 0,0 0 0,0 1 0,0-1 0,0 1 0,0 0 0,-1 0 0,1 0 0,0 0 0,-1 1 0,1-1 0,-1 1 0,1-1 0,-1 1 0,0 0 0,1 0 0,-1 0 0,3 5 0,-2-3 0,-1 0 0,0 0 0,0 0 0,0 0 0,-1 0 0,1 1 0,-1-1 0,0 1 0,-1-1 0,2 9 0,-2-4 0,0 0 0,-1 0 0,0 0 0,0 0 0,-1-1 0,0 1 0,0 0 0,-1-1 0,0 1 0,-1-1 0,-7 12 0,-1-4 0,-2-1 0,1 0 0,-2-2 0,0 1 0,0-2 0,-21 13 0,-28 23 0,43-31-105,-2-2-1,0 0 1,-1-2-1,-49 21 1,48-23-733,11-4-5988</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3:02.169"/>
    </inkml:context>
    <inkml:brush xml:id="br0">
      <inkml:brushProperty name="width" value="0.035" units="cm"/>
      <inkml:brushProperty name="height" value="0.035" units="cm"/>
      <inkml:brushProperty name="color" value="#E71224"/>
    </inkml:brush>
  </inkml:definitions>
  <inkml:trace contextRef="#ctx0" brushRef="#br0">3 262 24575,'-2'112'0,"5"121"0,-3-232 0,-1 0 0,1 0 0,0 0 0,0 0 0,0 0 0,1 0 0,-1 0 0,0 0 0,0 0 0,0 0 0,1-1 0,-1 1 0,0 0 0,1 0 0,-1 0 0,1 0 0,-1-1 0,1 1 0,-1 0 0,1 0 0,-1-1 0,1 1 0,0-1 0,-1 1 0,1 0 0,0-1 0,0 1 0,0-1 0,-1 0 0,1 1 0,0-1 0,0 1 0,0-1 0,1 0 0,0 0 0,-1-1 0,1 1 0,-1-1 0,0 1 0,1-1 0,-1 0 0,0 0 0,1 1 0,-1-1 0,0 0 0,0 0 0,0 0 0,0 0 0,0-1 0,0 1 0,0 0 0,0 0 0,0-1 0,-1 1 0,2-3 0,11-26 0,-2 0 0,8-32 0,14-38 0,-16 53 0,-2 1 0,-2-2 0,13-95 0,-24 132 0,-1 1 0,1-1 0,1 1 0,0 0 0,0 0 0,1 0 0,7-13 0,-11 23 0,1-1 0,-1 1 0,0-1 0,0 1 0,0-1 0,1 1 0,-1-1 0,0 1 0,1 0 0,-1-1 0,0 1 0,1-1 0,-1 1 0,1 0 0,-1-1 0,0 1 0,1 0 0,-1 0 0,1-1 0,-1 1 0,1 0 0,-1 0 0,1 0 0,-1 0 0,1-1 0,-1 1 0,1 0 0,-1 0 0,1 0 0,-1 0 0,1 0 0,-1 0 0,1 0 0,0 1 0,0-1 0,0 1 0,0 0 0,0 0 0,-1 0 0,1 0 0,0 0 0,0 1 0,-1-1 0,1 0 0,-1 1 0,1-1 0,-1 0 0,1 3 0,6 43 0,-7 39 0,-1-61 0,0-1 0,2 1 0,1-1 0,9 41 0,-7-45 0,1 0 0,2-1 0,0 1 0,1-2 0,0 1 0,2-1 0,16 23 0,-21-32 6,1-1-1,-2 1 0,1 0 0,-1 1 1,0-1-1,-1 1 0,0-1 0,-1 1 1,3 18-1,7 27-1423,-5-34-5408</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3:03.444"/>
    </inkml:context>
    <inkml:brush xml:id="br0">
      <inkml:brushProperty name="width" value="0.035" units="cm"/>
      <inkml:brushProperty name="height" value="0.035" units="cm"/>
      <inkml:brushProperty name="color" value="#E71224"/>
    </inkml:brush>
  </inkml:definitions>
  <inkml:trace contextRef="#ctx0" brushRef="#br0">1 114 24575,'9'-2'0,"-1"1"0,1-1 0,-1 0 0,0-1 0,0 0 0,10-5 0,4-1 0,-1 1 0,1 2 0,0 1 0,0 0 0,34-1 0,89 4 0,10-1 0,-137 0-98,-1 0 1,0-1-1,-1-2 0,28-11 0,-27 11-778,7-4-5950</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3:07.192"/>
    </inkml:context>
    <inkml:brush xml:id="br0">
      <inkml:brushProperty name="width" value="0.035" units="cm"/>
      <inkml:brushProperty name="height" value="0.035" units="cm"/>
      <inkml:brushProperty name="color" value="#E71224"/>
    </inkml:brush>
  </inkml:definitions>
  <inkml:trace contextRef="#ctx0" brushRef="#br0">1224 1 24575,'-11'5'0,"-10"5"0,1 0 0,0 2 0,-32 25 0,-46 47 0,-109 123 0,-69 112 0,185-212 0,38-43 0,-79 88 0,95-114 0,-130 125 0,166-162 0,0 0 0,0 0 0,0 0 0,-1 0 0,1 0 0,0-1 0,0 1 0,0 0 0,-1-1 0,1 1 0,0-1 0,-1 1 0,1-1 0,0 1 0,-1-1 0,-2 0 0,4 0 0,-1 0 0,1 0 0,-1-1 0,0 1 0,1 0 0,-1-1 0,1 1 0,-1 0 0,1-1 0,-1 1 0,1-1 0,-1 1 0,1-1 0,-1 1 0,1-1 0,-1 1 0,1-1 0,0 0 0,-1 1 0,1-1 0,0 1 0,0-1 0,-1 0 0,1 0 0,-1-5 0,0 0 0,0 0 0,1-1 0,0 1 0,0 0 0,1-7 0,4-18 0,0 0 0,2 1 0,2 0 0,13-34 0,58-111 0,-68 152 0,23-30 0,-6 10 0,-23 34 0,1 0 0,0 0 0,0 1 0,0 0 0,1 1 0,1 0 0,-1 0 0,1 0 0,0 1 0,0 1 0,1-1 0,0 2 0,0-1 0,0 1 0,0 1 0,1 0 0,0 0 0,-1 1 0,1 0 0,0 1 0,0 1 0,20 0 0,-28 1 0,1-1 0,-1 1 0,1 0 0,-1 0 0,0 0 0,0 0 0,0 0 0,0 1 0,0 0 0,0-1 0,0 1 0,0 0 0,0 0 0,-1 1 0,1-1 0,-1 1 0,0-1 0,0 1 0,0 0 0,4 5 0,0 6 0,1 0 0,-2 0 0,7 25 0,-8-24 0,1-1 0,9 22 0,5-3-71,-8-15-252,-1 0-1,-1 1 0,7 21 1,-8-12-6503</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3:08.822"/>
    </inkml:context>
    <inkml:brush xml:id="br0">
      <inkml:brushProperty name="width" value="0.035" units="cm"/>
      <inkml:brushProperty name="height" value="0.035" units="cm"/>
      <inkml:brushProperty name="color" value="#E71224"/>
    </inkml:brush>
  </inkml:definitions>
  <inkml:trace contextRef="#ctx0" brushRef="#br0">1229 0 24575,'-7'1'0,"0"-1"0,1 1 0,-1 1 0,0-1 0,1 1 0,-1 0 0,1 1 0,-1 0 0,-9 5 0,-52 39 0,37-24 0,-315 235 0,305-224 0,-228 202 0,141-128 0,87-74 0,7-7 0,-58 62 0,85-82 0,1 0 0,-1 0 0,0-1 0,-12 9 0,19-15 0,-1 1 0,0 0 0,0 0 0,0-1 0,0 1 0,0-1 0,0 1 0,0-1 0,0 1 0,-1-1 0,1 1 0,0-1 0,0 0 0,0 0 0,0 0 0,-1 1 0,1-1 0,0 0 0,0 0 0,0-1 0,-1 1 0,1 0 0,0 0 0,0-1 0,0 1 0,0 0 0,0-1 0,0 1 0,-1-1 0,1 0 0,0 1 0,0-1 0,1 0 0,-1 1 0,0-1 0,0 0 0,0 0 0,0 0 0,1 0 0,-1 0 0,0 0 0,1 0 0,-1 0 0,1 0 0,-1 0 0,0-3 0,-1-4 0,-1 0 0,2 0 0,-1-1 0,1 0 0,0 1 0,1-1 0,0 1 0,0-1 0,1 0 0,3-15 0,3-7 0,20-49 0,-8 24 0,-10 30 0,1 1 0,0 0 0,2 1 0,1 0 0,30-41 0,-38 59 0,0 0 0,1 0 0,-1 1 0,1 0 0,0 0 0,1 0 0,-1 1 0,1 0 0,0 0 0,0 1 0,9-4 0,-11 5 0,1 1 0,-1 0 0,0 0 0,1 0 0,-1 0 0,0 1 0,1 0 0,-1 0 0,1 1 0,-1-1 0,1 1 0,-1 0 0,0 1 0,0-1 0,0 1 0,10 5 0,27 15 0,-1 2 0,-1 1 0,-1 2 0,-1 2 0,60 61 0,-39-32 0,-44-46 0,-1 1 0,0 0 0,-2 1 0,1 1 0,-2 0 0,0 0 0,-1 1 0,14 27 0,-15-22 0,1 0 0,17 24 0,10 20 0,-24-41-1365,0-4-5461</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2:22.412"/>
    </inkml:context>
    <inkml:brush xml:id="br0">
      <inkml:brushProperty name="width" value="0.035" units="cm"/>
      <inkml:brushProperty name="height" value="0.035" units="cm"/>
      <inkml:brushProperty name="color" value="#E71224"/>
    </inkml:brush>
  </inkml:definitions>
  <inkml:trace contextRef="#ctx0" brushRef="#br0">0 367 24575,'5'-1'0,"-1"0"0,0-1 0,0 1 0,0-1 0,0 0 0,0 0 0,0 0 0,6-6 0,19-8 0,123-50 0,8-3 0,-81 37 0,-2-3 0,79-49 0,-137 71 0,15-9 0,-32 20 0,0 1 0,-1 0 0,1 1 0,0-1 0,0 0 0,0 1 0,0-1 0,0 1 0,0-1 0,0 1 0,0 0 0,0 0 0,1 0 0,1 0 0,-3 1 0,-1-1 0,1 1 0,0-1 0,0 1 0,-1 0 0,1-1 0,0 1 0,-1 0 0,1-1 0,0 1 0,-1 0 0,1 0 0,-1-1 0,0 1 0,1 0 0,-1 0 0,1 0 0,-1 0 0,0 0 0,0 0 0,0-1 0,1 1 0,-1 0 0,0 0 0,0 0 0,0 0 0,-1 0 0,1 1 0,-4 32 0,3-30 0,-72 344 0,61-278 0,3 0 0,4 0 0,5 117 0,0-181 0,0 0 0,1 1 0,-1-1 0,2 0 0,-1 0 0,4 11 0,-5-17 0,1 1 0,-1 0 0,1 0 0,-1 0 0,1-1 0,-1 1 0,1 0 0,-1 0 0,1-1 0,0 1 0,-1 0 0,1-1 0,0 1 0,-1-1 0,1 1 0,0-1 0,0 1 0,0-1 0,-1 0 0,1 1 0,2-1 0,-2 0 0,1 0 0,-1 0 0,1-1 0,-1 1 0,1-1 0,-1 1 0,1-1 0,-1 1 0,0-1 0,1 0 0,-1 0 0,0 1 0,1-1 0,-1 0 0,0 0 0,0 0 0,2-3 0,7-7 0,-1 0 0,0-1 0,-1-1 0,12-23 0,13-20 0,-25 45 0,-1-1 0,0-1 0,0 1 0,-2-1 0,0 0 0,6-21 0,-10 30 0,0 1 0,0-1 0,0 1 0,1 0 0,0-1 0,-1 1 0,1 0 0,0 0 0,0 0 0,5-4 0,-6 6 0,-1 1 0,1-1 0,0 1 0,-1-1 0,1 1 0,0 0 0,-1-1 0,1 1 0,0 0 0,-1 0 0,1-1 0,0 1 0,0 0 0,-1 0 0,1 0 0,0 0 0,0 0 0,-1 0 0,1 0 0,0 0 0,1 1 0,-1-1 0,0 1 0,0 0 0,1-1 0,-1 1 0,0 0 0,0 0 0,0 0 0,0 0 0,0 0 0,0 0 0,0 1 0,0-1 0,0 0 0,0 0 0,0 2 0,25 52 0,-20-39 0,1-1 0,18 29 0,-16-31 0,-4-4 0,1 0 0,0-1 0,1 0 0,0-1 0,15 14 0,-20-19 0,0-1 0,0 0 0,0 0 0,0 0 0,0 0 0,0 0 0,1 0 0,-1-1 0,0 1 0,0-1 0,1 1 0,-1-1 0,0 0 0,1 0 0,-1 0 0,0 0 0,1-1 0,-1 1 0,0 0 0,0-1 0,1 0 0,-1 1 0,0-1 0,0 0 0,0 0 0,0 0 0,0-1 0,0 1 0,0 0 0,0-1 0,0 1 0,2-4 0,0 0 0,0 0 0,0 0 0,0 0 0,0-1 0,-1 1 0,0-1 0,3-7 0,-4 7 0,1 0 0,-1 1 0,1-1 0,1 1 0,-1 0 0,1-1 0,0 2 0,8-9 0,-5 8 0,1 1 0,-1 0 0,1 0 0,0 0 0,0 1 0,0 0 0,0 1 0,1 0 0,-1 0 0,14 0 0,-11 0 0,1 2 0,-1 0 0,1 0 0,-1 1 0,0 0 0,1 1 0,15 5 0,-21-4 0,-1 0 0,1 0 0,-1 1 0,0 0 0,0 0 0,0 0 0,0 0 0,4 6 0,26 22 0,-33-30 0,0-1 0,0 0 0,0 0 0,0 0 0,0 0 0,0 0 0,1 0 0,-1-1 0,0 1 0,1-1 0,-1 1 0,0-1 0,1 0 0,-1 0 0,5 0 0,-5-1 0,0 0 0,0 0 0,0 0 0,0 0 0,0 0 0,0 0 0,-1 0 0,1-1 0,0 1 0,-1-1 0,1 1 0,-1-1 0,1 0 0,-1 0 0,0 1 0,1-1 0,0-4 0,19-42 0,-13 27 0,2 0 0,47-91 0,-50 99 0,-5 10 0,-1 0 0,1 0 0,-1 0 0,1 0 0,0 1 0,0-1 0,0 0 0,0 1 0,0-1 0,1 1 0,-1 0 0,1 0 0,5-4 0,-7 6 0,0 0 0,-1 0 0,1 0 0,0 0 0,-1 1 0,1-1 0,0 0 0,-1 0 0,1 0 0,-1 1 0,1-1 0,0 0 0,-1 1 0,1-1 0,-1 0 0,1 1 0,-1-1 0,1 1 0,-1-1 0,1 1 0,-1-1 0,1 1 0,-1-1 0,0 1 0,1 0 0,-1-1 0,0 1 0,1-1 0,-1 1 0,0 0 0,0-1 0,0 2 0,9 30 0,-5-20 0,-4-11 0,0 0 0,0 0 0,1 0 0,-1 0 0,1 0 0,-1 0 0,1 0 0,-1 0 0,1 0 0,0 0 0,-1 0 0,1 0 0,0 0 0,0 0 0,0-1 0,-1 1 0,1 0 0,0-1 0,0 1 0,0-1 0,0 1 0,0-1 0,0 1 0,1-1 0,-1 0 0,0 1 0,0-1 0,0 0 0,0 0 0,0 0 0,0 0 0,3 0 0,-2-1 0,0 0 0,1 0 0,-1 0 0,0 0 0,0 0 0,0-1 0,0 1 0,0-1 0,0 1 0,-1-1 0,1 0 0,0 1 0,-1-1 0,3-3 0,-3 2 0,1 1 0,-1-1 0,1 1 0,-1-1 0,0 0 0,0 1 0,0-1 0,0 0 0,0 0 0,-1 0 0,1-5 0,-1 7 0,0 0 0,0 0 0,0 0 0,0 0 0,-1 0 0,1 0 0,0 0 0,0 1 0,-1-1 0,1 0 0,-1 0 0,1 0 0,0 1 0,-1-1 0,0 0 0,1 0 0,-1 1 0,1-1 0,-1 1 0,0-1 0,1 0 0,-1 1 0,0-1 0,0 1 0,0 0 0,1-1 0,-1 1 0,0 0 0,0-1 0,0 1 0,0 0 0,0 0 0,0 0 0,1 0 0,-1 0 0,-2 0 0,2 0 0,-1 0 0,0 0 0,1 0 0,-1 1 0,1-1 0,-1 0 0,1 1 0,-1 0 0,1-1 0,-1 1 0,1 0 0,0-1 0,-1 1 0,1 0 0,0 0 0,0 0 0,-1 0 0,1 1 0,0-1 0,0 0 0,0 0 0,0 1 0,1-1 0,-1 1 0,0-1 0,0 0 0,1 1 0,-1-1 0,1 1 0,0 0 0,-1-1 0,1 3 0,0-3 0,-1 0 0,1 0 0,0 0 0,0 0 0,0-1 0,0 1 0,0 0 0,0 0 0,0 0 0,1-1 0,-1 1 0,0 0 0,0 0 0,1 0 0,-1-1 0,0 1 0,1 0 0,-1 0 0,1-1 0,-1 1 0,1 0 0,-1-1 0,1 1 0,-1-1 0,1 1 0,0 0 0,-1-1 0,1 0 0,0 1 0,-1-1 0,1 1 0,0-1 0,0 0 0,-1 1 0,1-1 0,0 0 0,0 0 0,0 0 0,0 0 0,-1 0 0,1 1 0,0-2 0,0 1 0,0 0 0,0 0 0,-1 0 0,1 0 0,0 0 0,0-1 0,0 1 0,-1 0 0,1-1 0,0 1 0,-1 0 0,1-1 0,0 1 0,0-2 0,10-4 0,-2 0 0,1-1 0,-1 0 0,0-1 0,0 0 0,-1 0 0,0-1 0,-1 0 0,0 0 0,0-1 0,-1 0 0,0 0 0,-1-1 0,0 1 0,4-15 0,1-4 0,-1-1 0,-2 0 0,-1-1 0,3-50 0,-9 79 0,0-37 0,0 38 0,0 1 0,0-1 0,0 1 0,0-1 0,0 0 0,0 1 0,0-1 0,-1 1 0,1-1 0,0 1 0,0-1 0,0 1 0,0-1 0,-1 1 0,1-1 0,0 1 0,-1-1 0,1 1 0,0-1 0,-1 1 0,1 0 0,0-1 0,-1 1 0,1 0 0,-1-1 0,1 1 0,-1 0 0,1-1 0,-1 1 0,1 0 0,-1 0 0,1 0 0,-1-1 0,1 1 0,-1 0 0,1 0 0,-1 0 0,1 0 0,-1 0 0,1 0 0,-1 0 0,0 0 0,1 0 0,-1 0 0,1 0 0,-1 1 0,1-1 0,-1 0 0,1 0 0,-1 0 0,1 1 0,-1-1 0,1 0 0,-1 1 0,1-1 0,0 0 0,-1 1 0,1-1 0,-1 0 0,1 1 0,-1 0 0,-4 4 0,-1 1 0,1 0 0,0 0 0,0 0 0,1 0 0,-1 1 0,1 0 0,1-1 0,-4 9 0,-2 11 0,-9 34 0,8-21 0,4-19 40,1 0 0,-3 35 0,7-49-133,1-1 0,-1 0 1,1 1-1,1-1 0,-1 0 0,1 1 0,0-1 0,0 0 1,0 0-1,1 0 0,-1 0 0,1 0 0,1 0 1,-1 0-1,5 6 0,7 3-6733</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2:23.821"/>
    </inkml:context>
    <inkml:brush xml:id="br0">
      <inkml:brushProperty name="width" value="0.035" units="cm"/>
      <inkml:brushProperty name="height" value="0.035" units="cm"/>
      <inkml:brushProperty name="color" value="#E71224"/>
    </inkml:brush>
  </inkml:definitions>
  <inkml:trace contextRef="#ctx0" brushRef="#br0">1 0 24575,'0'565'0,"4"-538"0,2-22 0,4-16 0,0-7-1365,1-3-5461</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2:25.582"/>
    </inkml:context>
    <inkml:brush xml:id="br0">
      <inkml:brushProperty name="width" value="0.035" units="cm"/>
      <inkml:brushProperty name="height" value="0.035" units="cm"/>
      <inkml:brushProperty name="color" value="#E71224"/>
    </inkml:brush>
  </inkml:definitions>
  <inkml:trace contextRef="#ctx0" brushRef="#br0">0 65 24575,'4'-1'0,"0"0"0,0 0 0,0-1 0,0 1 0,0-1 0,-1 0 0,1-1 0,-1 1 0,6-4 0,14-9 0,-11 9 0,1 2 0,0-1 0,0 2 0,0 0 0,0 0 0,0 1 0,1 1 0,-1 0 0,22 2 0,-26-1 0,-1 1 0,1 1 0,-1-1 0,0 2 0,1-1 0,-1 1 0,0 0 0,-1 1 0,1-1 0,-1 2 0,1-1 0,-1 1 0,-1 0 0,1 1 0,-1-1 0,7 8 0,-7-6 0,-1 0 0,1 0 0,-1 0 0,0 1 0,-1 0 0,0 0 0,0 0 0,-1 0 0,0 1 0,0-1 0,-1 1 0,0 0 0,-1 0 0,0 0 0,0 0 0,-1-1 0,0 1 0,-1 0 0,0 0 0,0 0 0,-1 0 0,-4 14 0,-7 28 0,9-32 0,-2 0 0,-11 30 0,13-40 0,-25 62 0,27-66 0,0 0 0,1 1 0,0 0 0,0-1 0,0 1 0,1-1 0,0 1 0,0 0 0,0-1 0,3 11 0,-3-14 0,1 0 0,-1-1 0,1 1 0,0 0 0,-1 0 0,1-1 0,0 1 0,0-1 0,0 1 0,0-1 0,1 1 0,-1-1 0,0 0 0,1 0 0,-1 1 0,0-1 0,1 0 0,0 0 0,-1 0 0,1-1 0,-1 1 0,1 0 0,0 0 0,0-1 0,-1 1 0,1-1 0,0 0 0,0 0 0,0 1 0,0-1 0,-1 0 0,1 0 0,0-1 0,3 1 0,6-3 0,0 1 0,0-2 0,0 1 0,16-9 0,-3 2 0,36-8 0,-39 12 0,0 0 0,34-16 0,-41 15 14,1 1 1,0 1-1,0 0 0,0 1 0,0 1 0,26-3 0,95 4-946,-115 2 400,7 1-6294</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3:28.984"/>
    </inkml:context>
    <inkml:brush xml:id="br0">
      <inkml:brushProperty name="width" value="0.035" units="cm"/>
      <inkml:brushProperty name="height" value="0.035" units="cm"/>
      <inkml:brushProperty name="color" value="#E71224"/>
    </inkml:brush>
  </inkml:definitions>
  <inkml:trace contextRef="#ctx0" brushRef="#br0">1 266 24575,'117'-5'0,"179"-31"0,-183 20 0,286-56 0,-122 19 0,-231 45 0,24-5 0,1 3 0,75 0 0,-86 7 0,98-18 0,-123 16 0,-9-1-1365,-6-2-5461</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3:32.705"/>
    </inkml:context>
    <inkml:brush xml:id="br0">
      <inkml:brushProperty name="width" value="0.035" units="cm"/>
      <inkml:brushProperty name="height" value="0.035" units="cm"/>
      <inkml:brushProperty name="color" value="#E71224"/>
    </inkml:brush>
  </inkml:definitions>
  <inkml:trace contextRef="#ctx0" brushRef="#br0">0 190 24575,'6'-1'0,"0"0"0,0-1 0,-1 1 0,1-1 0,-1 0 0,1-1 0,-1 1 0,0-1 0,9-7 0,24-10 0,18 2 0,-38 14 0,-1-2 0,1 0 0,-1-1 0,32-18 0,-37 18 0,1 0 0,0 1 0,0 1 0,0 0 0,1 1 0,0 1 0,0 0 0,0 0 0,0 2 0,0 0 0,20 1 0,9-3 0,35-10 0,-56 8 0,37-3 0,237 5 62,-154 5-1489,-115-2-5399</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3:47.676"/>
    </inkml:context>
    <inkml:brush xml:id="br0">
      <inkml:brushProperty name="width" value="0.035" units="cm"/>
      <inkml:brushProperty name="height" value="0.035" units="cm"/>
      <inkml:brushProperty name="color" value="#E71224"/>
    </inkml:brush>
  </inkml:definitions>
  <inkml:trace contextRef="#ctx0" brushRef="#br0">89 1 24575,'1'80'0,"-3"90"0,0-159 0,0 0 0,-1-1 0,0 0 0,0 0 0,-1 0 0,-8 15 0,6-14 0,1 1 0,0-1 0,0 2 0,-3 15 0,-17 73-1365,20-79-5461</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3:50.516"/>
    </inkml:context>
    <inkml:brush xml:id="br0">
      <inkml:brushProperty name="width" value="0.035" units="cm"/>
      <inkml:brushProperty name="height" value="0.035" units="cm"/>
      <inkml:brushProperty name="color" value="#E71224"/>
    </inkml:brush>
  </inkml:definitions>
  <inkml:trace contextRef="#ctx0" brushRef="#br0">1 156 24575,'0'573'0,"-1"-651"0,4-105 0,-1 159 0,1 1 0,1-1 0,1 1 0,1 0 0,15-36 0,-9 30 0,34-54 0,-38 72 0,0 0 0,1 0 0,0 1 0,1 0 0,0 0 0,1 1 0,12-8 0,-3 4 0,0 0 0,1 1 0,1 2 0,0 0 0,0 1 0,46-11 0,-64 19 0,0 0 0,0 0 0,1 1 0,-1 0 0,1 0 0,-1 0 0,0 1 0,1-1 0,-1 1 0,0 0 0,0 0 0,0 0 0,1 1 0,-1 0 0,-1-1 0,1 2 0,0-1 0,0 0 0,-1 1 0,6 4 0,-7-4 0,1 0 0,-1 0 0,0 0 0,0 1 0,0-1 0,0 1 0,0 0 0,-1 0 0,1-1 0,-1 1 0,0 0 0,-1 0 0,1 0 0,-1 0 0,1 0 0,-1 0 0,0 0 0,-1 0 0,1 0 0,-1 0 0,0 0 0,-1 5 0,-1-1 0,1 0 0,-2 0 0,1 0 0,-1-1 0,0 0 0,-1 1 0,0-1 0,-10 11 0,-5 3 0,-28 22 0,3-3 0,33-28 0,-1-1 0,1-1 0,-2 0 0,1 0 0,-1-2 0,-22 11 0,1-3 0,9-5 0,0 2 0,-33 22 0,73-43 0,1 0 0,0 1 0,0 1 0,1 1 0,0 0 0,32-5 0,-5 6 0,-1 3 0,67 5 0,-106-4 0,0 0 0,0 1 0,0-1 0,0 1 0,0 0 0,0 0 0,-1 0 0,1 0 0,0 1 0,-1-1 0,1 1 0,-1-1 0,1 1 0,-1 0 0,0 0 0,1 0 0,-1 0 0,0 1 0,1 2 0,0-1 0,-1 0 0,0 1 0,0 0 0,-1-1 0,1 1 0,-1 0 0,0 0 0,0-1 0,-1 1 0,1 9 0,-2 3 0,-1 1 0,0 0 0,-1-1 0,-1 0 0,-8 24 0,9-34 0,0 0 0,-1 0 0,0 0 0,0-1 0,0 1 0,0-1 0,-1 0 0,0 0 0,-1-1 0,1 0 0,-11 8 0,-6 2 0,0-1 0,-27 12 0,-23 16 0,63-36-124,0-1 0,-1 1 0,0-1 0,0-1 0,0 0 0,-1 0-1,1-1 1,-1-1 0,0 1 0,-21 0 0,6-2-6702</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3:56.017"/>
    </inkml:context>
    <inkml:brush xml:id="br0">
      <inkml:brushProperty name="width" value="0.035" units="cm"/>
      <inkml:brushProperty name="height" value="0.035" units="cm"/>
      <inkml:brushProperty name="color" value="#E71224"/>
    </inkml:brush>
  </inkml:definitions>
  <inkml:trace contextRef="#ctx0" brushRef="#br0">533 0 24575,'-1'9'0,"0"0"0,-1 0 0,0-1 0,0 1 0,-1-1 0,0 1 0,0-1 0,-1 0 0,0 0 0,-1 0 0,-5 8 0,-10 10 0,-35 39 0,-184 164 0,109-118 0,105-90-1365,2-3-5461</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3:56.761"/>
    </inkml:context>
    <inkml:brush xml:id="br0">
      <inkml:brushProperty name="width" value="0.035" units="cm"/>
      <inkml:brushProperty name="height" value="0.035" units="cm"/>
      <inkml:brushProperty name="color" value="#E71224"/>
    </inkml:brush>
  </inkml:definitions>
  <inkml:trace contextRef="#ctx0" brushRef="#br0">577 1 24575,'-117'99'0,"45"-41"0,-212 165 0,273-214 14,1 0 0,0 0 0,1 1-1,-13 17 1,-6 6-1448,15-20-5392</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3:57.382"/>
    </inkml:context>
    <inkml:brush xml:id="br0">
      <inkml:brushProperty name="width" value="0.035" units="cm"/>
      <inkml:brushProperty name="height" value="0.035" units="cm"/>
      <inkml:brushProperty name="color" value="#E71224"/>
    </inkml:brush>
  </inkml:definitions>
  <inkml:trace contextRef="#ctx0" brushRef="#br0">484 1 24575,'-75'89'0,"-4"-8"0,-53 61 0,79-68 0,39-51 0,-1-2 0,-1 0 0,-21 21 0,-8 5-1365,27-24-5461</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4:01.551"/>
    </inkml:context>
    <inkml:brush xml:id="br0">
      <inkml:brushProperty name="width" value="0.035" units="cm"/>
      <inkml:brushProperty name="height" value="0.035" units="cm"/>
      <inkml:brushProperty name="color" value="#E71224"/>
    </inkml:brush>
  </inkml:definitions>
  <inkml:trace contextRef="#ctx0" brushRef="#br0">507 257 24575,'1'3'0,"-1"-1"0,1 0 0,-1 0 0,1 0 0,0 0 0,0 0 0,0 0 0,0 0 0,1 0 0,0 2 0,6 8 0,19 44 0,148 322 0,-134-252 0,-12-31 0,-24-84 0,-4-7 0,1-1 0,0 1 0,-1 0 0,0-1 0,0 1 0,0 0 0,0 0 0,0 0 0,-1-1 0,0 1 0,0 6 0,0-10 0,-1 0 0,1-1 0,-1 1 0,1 0 0,0 0 0,-1 0 0,1 0 0,0-1 0,-1 1 0,1 0 0,0 0 0,-1-1 0,1 1 0,0 0 0,-1-1 0,1 1 0,0 0 0,0-1 0,-1 1 0,1 0 0,0-1 0,0 1 0,0 0 0,-1-1 0,1 1 0,0-1 0,0 1 0,0-1 0,0 1 0,0 0 0,0-1 0,0 1 0,0-1 0,-7-19 0,-5-33 0,-3 0 0,-41-93 0,24 85 0,22 43 0,1 0 0,0-1 0,-10-33 0,17 45 0,0 1 0,1-1 0,1 0 0,-1 0 0,1 0 0,0 0 0,0 0 0,1 1 0,0-1 0,0 0 0,1 0 0,0 1 0,0-1 0,0 1 0,5-9 0,9-10 0,1 1 0,1 0 0,1 2 0,0 0 0,2 1 0,42-33 0,62-53 0,-120 102 0,1 0 0,-1 1 0,1 0 0,0 0 0,0 1 0,0-1 0,0 1 0,10-3 0,-15 6 0,1-1 0,0 0 0,0 1 0,0 0 0,-1-1 0,1 1 0,0 0 0,0 0 0,0 0 0,0 0 0,0 1 0,-1-1 0,1 0 0,0 1 0,0-1 0,0 1 0,-1 0 0,1-1 0,0 1 0,-1 0 0,1 0 0,-1 0 0,1 0 0,-1 0 0,1 1 0,-1-1 0,0 0 0,0 1 0,1-1 0,-1 1 0,0-1 0,0 1 0,-1-1 0,1 1 0,1 3 0,0 1 0,0 0 0,0 0 0,-1 0 0,0 0 0,0 0 0,-1 1 0,0-1 0,0 0 0,0 0 0,-1 1 0,0-1 0,0 0 0,0 0 0,-1 0 0,0 0 0,0 0 0,0 0 0,-6 9 0,-7 8 0,0-1 0,-1 0 0,-22 24 0,-8 10 0,31-38 0,10-13 0,1 0 0,0 0 0,0 0 0,0 1 0,0-1 0,1 1 0,0 0 0,-4 13 0,7-19 0,0 0 0,0 1 0,0-1 0,0 0 0,0 0 0,0 1 0,0-1 0,0 0 0,0 0 0,0 0 0,0 1 0,0-1 0,0 0 0,0 0 0,0 1 0,0-1 0,0 0 0,0 0 0,1 0 0,-1 1 0,0-1 0,0 0 0,0 0 0,0 0 0,1 0 0,-1 0 0,0 1 0,0-1 0,0 0 0,1 0 0,-1 0 0,0 0 0,0 0 0,0 0 0,1 0 0,-1 0 0,0 0 0,0 0 0,1 0 0,-1 0 0,0 0 0,0 0 0,0 0 0,1 0 0,-1 0 0,0 0 0,0 0 0,1 0 0,-1 0 0,0 0 0,0 0 0,0 0 0,1 0 0,-1 0 0,0-1 0,0 1 0,0 0 0,1 0 0,-1 0 0,0 0 0,0-1 0,0 1 0,0 0 0,0 0 0,1 0 0,-1 0 0,0-1 0,0 1 0,14-13 0,-7 5 0,1 1 0,0 0 0,1 0 0,-1 0 0,2 1 0,-1 0 0,0 1 0,1 0 0,0 1 0,0 0 0,16-4 0,-8 4 0,-1 0 0,0 1 0,1 2 0,-1-1 0,1 2 0,24 2 0,-38-1 0,-1-1 0,1 1 0,-1 0 0,1 0 0,-1 0 0,0 0 0,0 1 0,1-1 0,-1 1 0,0 0 0,0 0 0,0 0 0,-1 0 0,1 1 0,4 4 0,-3-2 0,0 1 0,-1-1 0,1 1 0,-1 0 0,0 0 0,-1 0 0,4 13 0,-2-3 0,-1 1 0,0 0 0,-1 0 0,-1 0 0,-3 32 0,0-36 0,-1 0 0,0 0 0,-1 0 0,0-1 0,-1 1 0,-1-1 0,-8 15 0,-4 3 0,-34 43 0,40-59 0,0-1 0,0-1 0,-1 0 0,0 0 0,-1-1 0,-1-1 0,0-1 0,-31 16 0,38-21 0,0 1 0,0 1 0,-13 11 0,14-11 0,-1 0 0,1-1 0,-17 10 0,-26 13 0,33-19 0,1 1 0,-19 6 0,-3-2 0,-39 9 0,204-69 0,-90 35 0,-1-2 0,54-26 0,21-9 0,-53 24 0,0-2 0,72-44 0,-65 29 0,-26 16 0,56-27 0,-83 46 0,-1-1 0,0 0 0,0 0 0,-1-1 0,0 0 0,12-13 0,51-65 0,-32 35 0,-37 47 0,-1-1 0,0 1 0,0-1 0,0 0 0,0 0 0,-1-1 0,1 1 0,-1-1 0,-1 1 0,1-1 0,-1 1 0,0-1 0,0 0 0,-1 0 0,0 1 0,0-1 0,-1-10 0,-1 6 0,0 0 0,0 1 0,-1-1 0,-1 1 0,0 0 0,0 0 0,0 0 0,-1 1 0,-11-15 0,11 17 0,0 1 0,-1-1 0,0 1 0,1 0 0,-2 1 0,1-1 0,0 1 0,-1 0 0,0 1 0,-12-5 0,-8-1 0,-43-8 0,24 6 0,-23-7 0,-292-92 0,301 89 0,-102-20 0,100 26 0,11 5 0,-1 2 0,0 2 0,0 3 0,0 1 0,-62 7 0,100-3 0,1 0 0,0 0 0,0 1 0,0 1 0,0 0 0,1 1 0,-1 0 0,1 1 0,0 0 0,1 1 0,0 1 0,0-1 0,0 2 0,1-1 0,-15 18 0,-6 4 0,24-25 0,0 1 0,1 0 0,0 0 0,0 1 0,1 0 0,0 0 0,-8 13 0,7-8 0,-2 0 0,1-1 0,-13 14 0,14-18 0,-1 1 0,2-1 0,-1 1 0,1 0 0,1 0 0,-1 1 0,1-1 0,1 1 0,-4 13 0,2 17 0,1 0 0,2 1 0,2-1 0,7 50 0,-4-69 0,1 0 0,2-1 0,0 0 0,0 0 0,11 18 0,6 21 0,-10-28 0,1 0 0,1-1 0,1 0 0,2-2 0,1 0 0,1-1 0,1-1 0,45 42 0,-51-56 0,-1-1 0,2-1 0,-1 0 0,1-1 0,0-1 0,1 0 0,0-1 0,25 6 0,11 4 0,-25-9 0,1-1 0,-1-1 0,1-2 0,0-1 0,-1-1 0,39-5 0,-8 3 0,-49 1-80,1 0 0,-1-1-1,0 0 1,1-1 0,-1 0-1,0-1 1,0 0 0,0 0-1,0-1 1,-1-1 0,0 1 0,1-2-1,-2 1 1,1-1 0,-1 0-1,13-12 1,-3-3-6746</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4:03.790"/>
    </inkml:context>
    <inkml:brush xml:id="br0">
      <inkml:brushProperty name="width" value="0.035" units="cm"/>
      <inkml:brushProperty name="height" value="0.035" units="cm"/>
      <inkml:brushProperty name="color" value="#E71224"/>
    </inkml:brush>
  </inkml:definitions>
  <inkml:trace contextRef="#ctx0" brushRef="#br0">428 1 24575,'18'1'0,"-1"0"0,1 2 0,-1 0 0,0 1 0,0 1 0,30 13 0,92 52 0,-120-60 0,355 195 0,-335-185 0,14 6 0,-2 2 0,-1 3 0,69 54 0,-34-17 0,-45-37 0,40 39 0,-62-54 0,1 0 0,1-1 0,37 20 0,-31-20 0,40 32 0,-58-40 0,0-1 0,1 0 0,0 0 0,0-1 0,1 0 0,-1-1 0,1 0 0,13 3 0,-21-6 0,0 0 0,0-1 0,0 1 0,1-1 0,-1 0 0,0 0 0,0 0 0,1 0 0,-1 0 0,0 0 0,0 0 0,0-1 0,1 1 0,-1-1 0,0 0 0,0 0 0,0 1 0,0-1 0,0-1 0,0 1 0,0 0 0,0 0 0,-1-1 0,1 1 0,0-1 0,-1 1 0,1-1 0,-1 0 0,0 0 0,1 1 0,-1-1 0,0 0 0,0 0 0,0 0 0,-1 0 0,1-1 0,0 1 0,-1 0 0,1 0 0,-1 0 0,0-1 0,0 1 0,1 0 0,-2-3 0,2-1 0,-1-1 0,-1 0 0,1 0 0,-1 1 0,0-1 0,-1 1 0,0-1 0,0 1 0,0-1 0,0 1 0,-1 0 0,0 0 0,-1 0 0,-3-5 0,-9-9 0,0 0 0,-28-25 0,28 29 0,0-1 0,-19-26 0,-10-16 0,31 42 0,1 0 0,0-2 0,-14-26 0,2-8 0,-2 1 0,-3 2 0,-40-51 0,67 97 0,0 0 0,0 0 0,-1 1 0,1-1 0,-1 1 0,0 0 0,0 0 0,0 1 0,0-1 0,-1 1 0,1 0 0,-1 0 0,1 0 0,-1 0 0,0 1 0,0 0 0,0 0 0,0 0 0,0 1 0,-9 0 0,8 0 0,1 1 0,-1 1 0,0-1 0,0 1 0,1 0 0,-1 0 0,1 1 0,0-1 0,0 1 0,0 0 0,0 1 0,0-1 0,1 1 0,0 0 0,-1 0 0,1 1 0,-4 5 0,-166 227 0,130-176 0,-43 79 0,5-7 0,10-19 0,-40 56 0,94-142 0,-19 36 0,-3 7 0,-55 90 0,54-87 0,-53 73 0,25-60 0,-34 49 0,65-78 0,-2-2 0,-80 87 0,103-123-30,0 0-1,-19 34 1,15-23-1244,10-15-5552</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4:25.503"/>
    </inkml:context>
    <inkml:brush xml:id="br0">
      <inkml:brushProperty name="width" value="0.035" units="cm"/>
      <inkml:brushProperty name="height" value="0.035" units="cm"/>
      <inkml:brushProperty name="color" value="#E71224"/>
    </inkml:brush>
  </inkml:definitions>
  <inkml:trace contextRef="#ctx0" brushRef="#br0">0 118 24575,'0'-6'0,"6"-1"0,6 1 0,8 0 0,4 2 0,5-3 0,2-2 0,1 2 0,1 2 0,-1 1 0,1 2 0,-6-4 0,-2-7 0,-1-1 0,2 2 0,-4 3-8191</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4:28.835"/>
    </inkml:context>
    <inkml:brush xml:id="br0">
      <inkml:brushProperty name="width" value="0.035" units="cm"/>
      <inkml:brushProperty name="height" value="0.035" units="cm"/>
      <inkml:brushProperty name="color" value="#E71224"/>
    </inkml:brush>
  </inkml:definitions>
  <inkml:trace contextRef="#ctx0" brushRef="#br0">110 156 24575,'-110'0'0,"129"-1"0,0-2 0,0 0 0,0-1 0,-1-1 0,27-10 0,-25 7 0,1 2 0,0 0 0,0 1 0,27-2 0,46 7 0,-69 2 0,-1-1 0,1-2 0,-1-1 0,0 0 0,29-8 0,-41 7-99,-2 1-7,0-1 1,0 0-1,-1 0 1,1-1-1,-1 0 1,0 0-1,0-1 1,-1-1-1,1 1 1,-1-1-1,9-9 1,-1-3-6721</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4:34.817"/>
    </inkml:context>
    <inkml:brush xml:id="br0">
      <inkml:brushProperty name="width" value="0.035" units="cm"/>
      <inkml:brushProperty name="height" value="0.035" units="cm"/>
      <inkml:brushProperty name="color" value="#E71224"/>
    </inkml:brush>
  </inkml:definitions>
  <inkml:trace contextRef="#ctx0" brushRef="#br0">124 1 24575,'-1'8'0,"1"-1"0,-2 0 0,1 1 0,-1-1 0,-4 11 0,-6 25 0,8-2 0,1 67 0,3-73 0,-1 1 0,-1-1 0,-8 37 0,-1-8 0,8-45 0,0 1 0,-1-1 0,-1 0 0,0-1 0,-13 27 0,12-34-341,1 1 0,1-1-1,-6 23 1,5-12-6485</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4:36.996"/>
    </inkml:context>
    <inkml:brush xml:id="br0">
      <inkml:brushProperty name="width" value="0.035" units="cm"/>
      <inkml:brushProperty name="height" value="0.035" units="cm"/>
      <inkml:brushProperty name="color" value="#E71224"/>
    </inkml:brush>
  </inkml:definitions>
  <inkml:trace contextRef="#ctx0" brushRef="#br0">350 1 24575,'-13'0'0,"-6"0"0,-1 0 0,1 1 0,-29 6 0,42-5 0,0-1 0,0 1 0,1 1 0,-1-1 0,0 1 0,1 0 0,0 0 0,-1 0 0,1 1 0,1 0 0,-1 0 0,0 0 0,1 1 0,-7 9 0,-10 17 0,2 1 0,1 1 0,1 0 0,2 1 0,2 1 0,-15 60 0,23-76 0,2 1 0,-3 39 0,6-49 0,0 0 0,1-1 0,0 1 0,0 0 0,1-1 0,0 1 0,1-1 0,3 10 0,-4-16 0,-1 0 0,1 0 0,0 0 0,0 0 0,0-1 0,1 1 0,-1-1 0,1 1 0,-1-1 0,1 0 0,0 0 0,-1 0 0,1 0 0,0 0 0,6 1 0,-3 0 0,1-1 0,0 0 0,0-1 0,0 0 0,0 0 0,0 0 0,10-1 0,-4-1 0,1 0 0,-1-1 0,0 0 0,0-1 0,0 0 0,0-2 0,20-8 0,-23 7 25,0-1 1,0 0-1,-1 0 0,12-13 0,-12 12-398,0 0 1,0 0-1,19-11 0,-10 10-6453</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3-31T06:54:43.948"/>
    </inkml:context>
    <inkml:brush xml:id="br0">
      <inkml:brushProperty name="width" value="0.035" units="cm"/>
      <inkml:brushProperty name="height" value="0.035" units="cm"/>
      <inkml:brushProperty name="color" value="#E71224"/>
    </inkml:brush>
  </inkml:definitions>
  <inkml:trace contextRef="#ctx0" brushRef="#br0">1 1225 24575,'0'-32'0,"2"0"0,1 1 0,2-1 0,1 1 0,1 0 0,19-49 0,21-29 0,108-182 0,-29 63 0,-116 208-86,139-262-1193,-135 256-5547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3EDD6F-7431-4810-BDEB-6B650A26A409}" type="datetimeFigureOut">
              <a:rPr lang="en-US" smtClean="0"/>
              <a:t>8/19/2026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0E1682-5074-4A68-9DE2-22E5C6C5318A}" type="slidenum">
              <a:rPr lang="en-US" smtClean="0"/>
              <a:t>‹#›</a:t>
            </a:fld>
            <a:endParaRPr lang="en-US"/>
          </a:p>
        </p:txBody>
      </p:sp>
    </p:spTree>
    <p:extLst>
      <p:ext uri="{BB962C8B-B14F-4D97-AF65-F5344CB8AC3E}">
        <p14:creationId xmlns:p14="http://schemas.microsoft.com/office/powerpoint/2010/main" val="42787628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p:spPr>
        <p:txBody>
          <a:bodyPr/>
          <a:lstStyle/>
          <a:p>
            <a:fld id="{901A524C-0FE5-4D64-AE7F-8C8CC01270F0}" type="slidenum">
              <a:rPr lang="en-US" smtClean="0">
                <a:latin typeface="Arial" charset="0"/>
              </a:rPr>
              <a:pPr/>
              <a:t>5</a:t>
            </a:fld>
            <a:endParaRPr lang="en-US">
              <a:latin typeface="Arial" charset="0"/>
            </a:endParaRPr>
          </a:p>
        </p:txBody>
      </p:sp>
      <p:sp>
        <p:nvSpPr>
          <p:cNvPr id="53251" name="Rectangle 2"/>
          <p:cNvSpPr>
            <a:spLocks noGrp="1" noRot="1" noChangeAspect="1" noChangeArrowheads="1" noTextEdit="1"/>
          </p:cNvSpPr>
          <p:nvPr>
            <p:ph type="sldImg"/>
          </p:nvPr>
        </p:nvSpPr>
        <p:spPr>
          <a:xfrm>
            <a:off x="457200" y="720725"/>
            <a:ext cx="6400800" cy="3600450"/>
          </a:xfrm>
          <a:ln/>
        </p:spPr>
      </p:sp>
      <p:sp>
        <p:nvSpPr>
          <p:cNvPr id="53252" name="Rectangle 3"/>
          <p:cNvSpPr>
            <a:spLocks noGrp="1" noChangeArrowheads="1"/>
          </p:cNvSpPr>
          <p:nvPr>
            <p:ph type="body" idx="1"/>
          </p:nvPr>
        </p:nvSpPr>
        <p:spPr>
          <a:xfrm>
            <a:off x="974924" y="4561576"/>
            <a:ext cx="5365352" cy="4318827"/>
          </a:xfrm>
          <a:noFill/>
          <a:ln/>
        </p:spPr>
        <p:txBody>
          <a:bodyPr/>
          <a:lstStyle/>
          <a:p>
            <a:pPr eaLnBrk="1" hangingPunct="1"/>
            <a:endParaRPr lang="en-US" dirty="0">
              <a:latin typeface="Arial" charset="0"/>
            </a:endParaRPr>
          </a:p>
        </p:txBody>
      </p:sp>
    </p:spTree>
    <p:extLst>
      <p:ext uri="{BB962C8B-B14F-4D97-AF65-F5344CB8AC3E}">
        <p14:creationId xmlns:p14="http://schemas.microsoft.com/office/powerpoint/2010/main" val="14616342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You </a:t>
            </a:r>
            <a:r>
              <a:rPr lang="en-US" b="1" dirty="0"/>
              <a:t>cannot</a:t>
            </a:r>
            <a:r>
              <a:rPr lang="en-US" dirty="0"/>
              <a:t> check admissibility by comparing h(X) to the full path cost alone.</a:t>
            </a:r>
          </a:p>
          <a:p>
            <a:pPr>
              <a:buNone/>
            </a:pPr>
            <a:r>
              <a:rPr lang="en-US" dirty="0"/>
              <a:t>You </a:t>
            </a:r>
            <a:r>
              <a:rPr lang="en-US" b="1" dirty="0"/>
              <a:t>must check</a:t>
            </a:r>
            <a:r>
              <a:rPr lang="en-US" dirty="0"/>
              <a:t> each heuristic value like this:</a:t>
            </a:r>
          </a:p>
          <a:p>
            <a:pPr>
              <a:buFont typeface="Arial" panose="020B0604020202020204" pitchFamily="34" charset="0"/>
              <a:buChar char="•"/>
            </a:pPr>
            <a:r>
              <a:rPr lang="en-US"/>
              <a:t>h(X)</a:t>
            </a:r>
            <a:r>
              <a:rPr lang="en-US" dirty="0"/>
              <a:t>≤cost </a:t>
            </a:r>
            <a:r>
              <a:rPr lang="en-US"/>
              <a:t>from X </a:t>
            </a:r>
            <a:r>
              <a:rPr lang="en-US" dirty="0"/>
              <a:t>to goal</a:t>
            </a:r>
          </a:p>
          <a:p>
            <a:pPr>
              <a:buFont typeface="Arial" panose="020B0604020202020204" pitchFamily="34" charset="0"/>
              <a:buChar char="•"/>
            </a:pPr>
            <a:r>
              <a:rPr lang="en-US" dirty="0"/>
              <a:t>h(B)≤cost from B to goal</a:t>
            </a:r>
          </a:p>
          <a:p>
            <a:pPr>
              <a:buFont typeface="Arial" panose="020B0604020202020204" pitchFamily="34" charset="0"/>
              <a:buNone/>
            </a:pPr>
            <a:r>
              <a:rPr lang="en-US" dirty="0"/>
              <a:t>Here </a:t>
            </a:r>
          </a:p>
          <a:p>
            <a:pPr>
              <a:buFont typeface="Arial" panose="020B0604020202020204" pitchFamily="34" charset="0"/>
              <a:buNone/>
            </a:pPr>
            <a:r>
              <a:rPr lang="en-US" dirty="0"/>
              <a:t> </a:t>
            </a:r>
            <a:r>
              <a:rPr lang="en-US" b="1" dirty="0"/>
              <a:t>h(X)=80&lt;=100+40 admissible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t> h(X)=80&lt;=100+30 admissible</a:t>
            </a:r>
          </a:p>
          <a:p>
            <a:pPr>
              <a:buFont typeface="Arial" panose="020B0604020202020204" pitchFamily="34" charset="0"/>
              <a:buNone/>
            </a:pPr>
            <a:endParaRPr lang="en-US" dirty="0"/>
          </a:p>
          <a:p>
            <a:pPr>
              <a:buFont typeface="Arial" panose="020B0604020202020204" pitchFamily="34" charset="0"/>
              <a:buNone/>
            </a:pPr>
            <a:r>
              <a:rPr lang="pt-BR" b="1" dirty="0"/>
              <a:t>h(A) = 60 &gt; 30 not admissible</a:t>
            </a:r>
            <a:br>
              <a:rPr lang="pt-BR" dirty="0"/>
            </a:br>
            <a:r>
              <a:rPr lang="pt-BR" dirty="0"/>
              <a:t> </a:t>
            </a:r>
            <a:r>
              <a:rPr lang="pt-BR" b="1" dirty="0"/>
              <a:t>h(B) = 50 &gt; 40 not admissible</a:t>
            </a:r>
          </a:p>
          <a:p>
            <a:pPr>
              <a:buFont typeface="Arial" panose="020B0604020202020204" pitchFamily="34" charset="0"/>
              <a:buNone/>
            </a:pPr>
            <a:r>
              <a:rPr lang="pt-BR" b="0" dirty="0"/>
              <a:t>If a single one fails we will say that admissibility failed</a:t>
            </a:r>
            <a:endParaRPr lang="en-US" b="0" dirty="0"/>
          </a:p>
          <a:p>
            <a:endParaRPr lang="en-US" dirty="0"/>
          </a:p>
        </p:txBody>
      </p:sp>
      <p:sp>
        <p:nvSpPr>
          <p:cNvPr id="4" name="Slide Number Placeholder 3"/>
          <p:cNvSpPr>
            <a:spLocks noGrp="1"/>
          </p:cNvSpPr>
          <p:nvPr>
            <p:ph type="sldNum" sz="quarter" idx="5"/>
          </p:nvPr>
        </p:nvSpPr>
        <p:spPr/>
        <p:txBody>
          <a:bodyPr/>
          <a:lstStyle/>
          <a:p>
            <a:fld id="{DF0E1682-5074-4A68-9DE2-22E5C6C5318A}" type="slidenum">
              <a:rPr lang="en-US" smtClean="0"/>
              <a:t>27</a:t>
            </a:fld>
            <a:endParaRPr lang="en-US"/>
          </a:p>
        </p:txBody>
      </p:sp>
    </p:spTree>
    <p:extLst>
      <p:ext uri="{BB962C8B-B14F-4D97-AF65-F5344CB8AC3E}">
        <p14:creationId xmlns:p14="http://schemas.microsoft.com/office/powerpoint/2010/main" val="1972618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Both of these are linked</a:t>
            </a:r>
          </a:p>
          <a:p>
            <a:pPr>
              <a:buNone/>
            </a:pPr>
            <a:r>
              <a:rPr lang="en-US" b="1" dirty="0"/>
              <a:t>Admissibility</a:t>
            </a:r>
            <a:r>
              <a:rPr lang="en-US" dirty="0"/>
              <a:t> is about the </a:t>
            </a:r>
            <a:r>
              <a:rPr lang="en-US" b="1" dirty="0"/>
              <a:t>destination</a:t>
            </a:r>
            <a:r>
              <a:rPr lang="en-US" dirty="0"/>
              <a:t>:</a:t>
            </a:r>
          </a:p>
          <a:p>
            <a:pPr>
              <a:buNone/>
            </a:pPr>
            <a:r>
              <a:rPr lang="en-US" dirty="0"/>
              <a:t>"Don't overestimate the cost to the goal."</a:t>
            </a:r>
          </a:p>
          <a:p>
            <a:pPr>
              <a:buNone/>
            </a:pPr>
            <a:r>
              <a:rPr lang="en-US" b="1" dirty="0"/>
              <a:t>Consistency</a:t>
            </a:r>
            <a:r>
              <a:rPr lang="en-US" dirty="0"/>
              <a:t> is about the </a:t>
            </a:r>
            <a:r>
              <a:rPr lang="en-US" b="1" dirty="0"/>
              <a:t>journey</a:t>
            </a:r>
            <a:r>
              <a:rPr lang="en-US" dirty="0"/>
              <a:t>:</a:t>
            </a:r>
          </a:p>
          <a:p>
            <a:r>
              <a:rPr lang="en-US" dirty="0"/>
              <a:t>"Every step along the path should not make the heuristic jump up in value."</a:t>
            </a:r>
          </a:p>
          <a:p>
            <a:endParaRPr lang="en-US" dirty="0"/>
          </a:p>
        </p:txBody>
      </p:sp>
      <p:sp>
        <p:nvSpPr>
          <p:cNvPr id="4" name="Slide Number Placeholder 3"/>
          <p:cNvSpPr>
            <a:spLocks noGrp="1"/>
          </p:cNvSpPr>
          <p:nvPr>
            <p:ph type="sldNum" sz="quarter" idx="5"/>
          </p:nvPr>
        </p:nvSpPr>
        <p:spPr/>
        <p:txBody>
          <a:bodyPr/>
          <a:lstStyle/>
          <a:p>
            <a:fld id="{DF0E1682-5074-4A68-9DE2-22E5C6C5318A}" type="slidenum">
              <a:rPr lang="en-US" smtClean="0"/>
              <a:t>39</a:t>
            </a:fld>
            <a:endParaRPr lang="en-US"/>
          </a:p>
        </p:txBody>
      </p:sp>
    </p:spTree>
    <p:extLst>
      <p:ext uri="{BB962C8B-B14F-4D97-AF65-F5344CB8AC3E}">
        <p14:creationId xmlns:p14="http://schemas.microsoft.com/office/powerpoint/2010/main" val="5477142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C2BE-C897-3895-761E-F76E40E308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487E1E-2C82-763B-3053-7EDD2EF8B5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20A15D-D20F-14FA-BD27-EEF9E325B58D}"/>
              </a:ext>
            </a:extLst>
          </p:cNvPr>
          <p:cNvSpPr>
            <a:spLocks noGrp="1"/>
          </p:cNvSpPr>
          <p:nvPr>
            <p:ph type="body" idx="1"/>
          </p:nvPr>
        </p:nvSpPr>
        <p:spPr/>
        <p:txBody>
          <a:bodyPr/>
          <a:lstStyle/>
          <a:p>
            <a:pPr>
              <a:buNone/>
            </a:pPr>
            <a:r>
              <a:rPr lang="en-US"/>
              <a:t>With an </a:t>
            </a:r>
            <a:r>
              <a:rPr lang="en-US" b="1"/>
              <a:t>inconsistent heuristic</a:t>
            </a:r>
            <a:r>
              <a:rPr lang="en-US"/>
              <a:t>, you might </a:t>
            </a:r>
            <a:r>
              <a:rPr lang="en-US" b="1"/>
              <a:t>reach the same node again later via a cheaper path</a:t>
            </a:r>
            <a:r>
              <a:rPr lang="en-US"/>
              <a:t> — and A* has to </a:t>
            </a:r>
            <a:r>
              <a:rPr lang="en-US" b="1"/>
              <a:t>revisit and reprocess it</a:t>
            </a:r>
            <a:r>
              <a:rPr lang="en-US"/>
              <a:t>, which breaks efficiency and complicates the algorithm.</a:t>
            </a:r>
            <a:endParaRPr lang="en-US" dirty="0"/>
          </a:p>
        </p:txBody>
      </p:sp>
      <p:sp>
        <p:nvSpPr>
          <p:cNvPr id="4" name="Slide Number Placeholder 3">
            <a:extLst>
              <a:ext uri="{FF2B5EF4-FFF2-40B4-BE49-F238E27FC236}">
                <a16:creationId xmlns:a16="http://schemas.microsoft.com/office/drawing/2014/main" id="{B8B51048-3517-8DD9-851B-396D0CD4E47D}"/>
              </a:ext>
            </a:extLst>
          </p:cNvPr>
          <p:cNvSpPr>
            <a:spLocks noGrp="1"/>
          </p:cNvSpPr>
          <p:nvPr>
            <p:ph type="sldNum" sz="quarter" idx="5"/>
          </p:nvPr>
        </p:nvSpPr>
        <p:spPr/>
        <p:txBody>
          <a:bodyPr/>
          <a:lstStyle/>
          <a:p>
            <a:fld id="{DF0E1682-5074-4A68-9DE2-22E5C6C5318A}" type="slidenum">
              <a:rPr lang="en-US" smtClean="0"/>
              <a:t>40</a:t>
            </a:fld>
            <a:endParaRPr lang="en-US"/>
          </a:p>
        </p:txBody>
      </p:sp>
    </p:spTree>
    <p:extLst>
      <p:ext uri="{BB962C8B-B14F-4D97-AF65-F5344CB8AC3E}">
        <p14:creationId xmlns:p14="http://schemas.microsoft.com/office/powerpoint/2010/main" val="19821488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en-US" dirty="0"/>
              <a:t>Also optimally efficient: any search based on h must expand as many nodes as A*. Reason: think of f(n) as saying: this path could lead to the goal as quickly as f(n). So must try it.</a:t>
            </a:r>
          </a:p>
        </p:txBody>
      </p:sp>
      <p:sp>
        <p:nvSpPr>
          <p:cNvPr id="409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128"/>
              </a:defRPr>
            </a:lvl1pPr>
            <a:lvl2pPr marL="37931725" indent="-37474525" eaLnBrk="0" hangingPunct="0">
              <a:defRPr sz="2400">
                <a:solidFill>
                  <a:schemeClr val="tx1"/>
                </a:solidFill>
                <a:latin typeface="Arial" charset="0"/>
                <a:ea typeface="ＭＳ Ｐゴシック" charset="-128"/>
              </a:defRPr>
            </a:lvl2pPr>
            <a:lvl3pPr eaLnBrk="0" hangingPunct="0">
              <a:defRPr sz="2400">
                <a:solidFill>
                  <a:schemeClr val="tx1"/>
                </a:solidFill>
                <a:latin typeface="Arial" charset="0"/>
                <a:ea typeface="ＭＳ Ｐゴシック" charset="-128"/>
              </a:defRPr>
            </a:lvl3pPr>
            <a:lvl4pPr eaLnBrk="0" hangingPunct="0">
              <a:defRPr sz="2400">
                <a:solidFill>
                  <a:schemeClr val="tx1"/>
                </a:solidFill>
                <a:latin typeface="Arial" charset="0"/>
                <a:ea typeface="ＭＳ Ｐゴシック" charset="-128"/>
              </a:defRPr>
            </a:lvl4pPr>
            <a:lvl5pPr eaLnBrk="0" hangingPunct="0">
              <a:defRPr sz="2400">
                <a:solidFill>
                  <a:schemeClr val="tx1"/>
                </a:solidFill>
                <a:latin typeface="Arial" charset="0"/>
                <a:ea typeface="ＭＳ Ｐゴシック" charset="-128"/>
              </a:defRPr>
            </a:lvl5pPr>
            <a:lvl6pPr marL="457200" eaLnBrk="0" fontAlgn="base" hangingPunct="0">
              <a:spcBef>
                <a:spcPct val="0"/>
              </a:spcBef>
              <a:spcAft>
                <a:spcPct val="0"/>
              </a:spcAft>
              <a:defRPr sz="2400">
                <a:solidFill>
                  <a:schemeClr val="tx1"/>
                </a:solidFill>
                <a:latin typeface="Arial" charset="0"/>
                <a:ea typeface="ＭＳ Ｐゴシック" charset="-128"/>
              </a:defRPr>
            </a:lvl6pPr>
            <a:lvl7pPr marL="914400" eaLnBrk="0" fontAlgn="base" hangingPunct="0">
              <a:spcBef>
                <a:spcPct val="0"/>
              </a:spcBef>
              <a:spcAft>
                <a:spcPct val="0"/>
              </a:spcAft>
              <a:defRPr sz="2400">
                <a:solidFill>
                  <a:schemeClr val="tx1"/>
                </a:solidFill>
                <a:latin typeface="Arial" charset="0"/>
                <a:ea typeface="ＭＳ Ｐゴシック" charset="-128"/>
              </a:defRPr>
            </a:lvl7pPr>
            <a:lvl8pPr marL="1371600" eaLnBrk="0" fontAlgn="base" hangingPunct="0">
              <a:spcBef>
                <a:spcPct val="0"/>
              </a:spcBef>
              <a:spcAft>
                <a:spcPct val="0"/>
              </a:spcAft>
              <a:defRPr sz="2400">
                <a:solidFill>
                  <a:schemeClr val="tx1"/>
                </a:solidFill>
                <a:latin typeface="Arial" charset="0"/>
                <a:ea typeface="ＭＳ Ｐゴシック" charset="-128"/>
              </a:defRPr>
            </a:lvl8pPr>
            <a:lvl9pPr marL="1828800" eaLnBrk="0" fontAlgn="base" hangingPunct="0">
              <a:spcBef>
                <a:spcPct val="0"/>
              </a:spcBef>
              <a:spcAft>
                <a:spcPct val="0"/>
              </a:spcAft>
              <a:defRPr sz="2400">
                <a:solidFill>
                  <a:schemeClr val="tx1"/>
                </a:solidFill>
                <a:latin typeface="Arial" charset="0"/>
                <a:ea typeface="ＭＳ Ｐゴシック" charset="-128"/>
              </a:defRPr>
            </a:lvl9pPr>
          </a:lstStyle>
          <a:p>
            <a:pPr eaLnBrk="1" hangingPunct="1"/>
            <a:fld id="{722AE410-7DC0-47E6-8E7C-F4B83A8E7DDA}" type="slidenum">
              <a:rPr lang="en-US" altLang="en-US" sz="1200"/>
              <a:pPr eaLnBrk="1" hangingPunct="1"/>
              <a:t>47</a:t>
            </a:fld>
            <a:endParaRPr lang="en-US" altLang="en-US" sz="1200"/>
          </a:p>
        </p:txBody>
      </p:sp>
    </p:spTree>
    <p:extLst>
      <p:ext uri="{BB962C8B-B14F-4D97-AF65-F5344CB8AC3E}">
        <p14:creationId xmlns:p14="http://schemas.microsoft.com/office/powerpoint/2010/main" val="29093670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33A8B90-739A-4885-B746-93989D4A235C}"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8A2DBD-8EDD-4281-B1BB-4AA05A285115}" type="slidenum">
              <a:rPr lang="en-US" smtClean="0"/>
              <a:t>‹#›</a:t>
            </a:fld>
            <a:endParaRPr lang="en-US"/>
          </a:p>
        </p:txBody>
      </p:sp>
    </p:spTree>
    <p:extLst>
      <p:ext uri="{BB962C8B-B14F-4D97-AF65-F5344CB8AC3E}">
        <p14:creationId xmlns:p14="http://schemas.microsoft.com/office/powerpoint/2010/main" val="21654102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3A8B90-739A-4885-B746-93989D4A235C}"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8A2DBD-8EDD-4281-B1BB-4AA05A285115}" type="slidenum">
              <a:rPr lang="en-US" smtClean="0"/>
              <a:t>‹#›</a:t>
            </a:fld>
            <a:endParaRPr lang="en-US"/>
          </a:p>
        </p:txBody>
      </p:sp>
    </p:spTree>
    <p:extLst>
      <p:ext uri="{BB962C8B-B14F-4D97-AF65-F5344CB8AC3E}">
        <p14:creationId xmlns:p14="http://schemas.microsoft.com/office/powerpoint/2010/main" val="51472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3A8B90-739A-4885-B746-93989D4A235C}"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8A2DBD-8EDD-4281-B1BB-4AA05A285115}" type="slidenum">
              <a:rPr lang="en-US" smtClean="0"/>
              <a:t>‹#›</a:t>
            </a:fld>
            <a:endParaRPr lang="en-US"/>
          </a:p>
        </p:txBody>
      </p:sp>
    </p:spTree>
    <p:extLst>
      <p:ext uri="{BB962C8B-B14F-4D97-AF65-F5344CB8AC3E}">
        <p14:creationId xmlns:p14="http://schemas.microsoft.com/office/powerpoint/2010/main" val="1624182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33A8B90-739A-4885-B746-93989D4A235C}"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8A2DBD-8EDD-4281-B1BB-4AA05A285115}" type="slidenum">
              <a:rPr lang="en-US" smtClean="0"/>
              <a:t>‹#›</a:t>
            </a:fld>
            <a:endParaRPr lang="en-US"/>
          </a:p>
        </p:txBody>
      </p:sp>
    </p:spTree>
    <p:extLst>
      <p:ext uri="{BB962C8B-B14F-4D97-AF65-F5344CB8AC3E}">
        <p14:creationId xmlns:p14="http://schemas.microsoft.com/office/powerpoint/2010/main" val="2067694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33A8B90-739A-4885-B746-93989D4A235C}" type="datetimeFigureOut">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8A2DBD-8EDD-4281-B1BB-4AA05A285115}" type="slidenum">
              <a:rPr lang="en-US" smtClean="0"/>
              <a:t>‹#›</a:t>
            </a:fld>
            <a:endParaRPr lang="en-US"/>
          </a:p>
        </p:txBody>
      </p:sp>
    </p:spTree>
    <p:extLst>
      <p:ext uri="{BB962C8B-B14F-4D97-AF65-F5344CB8AC3E}">
        <p14:creationId xmlns:p14="http://schemas.microsoft.com/office/powerpoint/2010/main" val="4055659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33A8B90-739A-4885-B746-93989D4A235C}"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8A2DBD-8EDD-4281-B1BB-4AA05A285115}" type="slidenum">
              <a:rPr lang="en-US" smtClean="0"/>
              <a:t>‹#›</a:t>
            </a:fld>
            <a:endParaRPr lang="en-US"/>
          </a:p>
        </p:txBody>
      </p:sp>
    </p:spTree>
    <p:extLst>
      <p:ext uri="{BB962C8B-B14F-4D97-AF65-F5344CB8AC3E}">
        <p14:creationId xmlns:p14="http://schemas.microsoft.com/office/powerpoint/2010/main" val="39311714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3A8B90-739A-4885-B746-93989D4A235C}"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98A2DBD-8EDD-4281-B1BB-4AA05A285115}" type="slidenum">
              <a:rPr lang="en-US" smtClean="0"/>
              <a:t>‹#›</a:t>
            </a:fld>
            <a:endParaRPr lang="en-US"/>
          </a:p>
        </p:txBody>
      </p:sp>
    </p:spTree>
    <p:extLst>
      <p:ext uri="{BB962C8B-B14F-4D97-AF65-F5344CB8AC3E}">
        <p14:creationId xmlns:p14="http://schemas.microsoft.com/office/powerpoint/2010/main" val="3391598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3A8B90-739A-4885-B746-93989D4A235C}"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8A2DBD-8EDD-4281-B1BB-4AA05A285115}" type="slidenum">
              <a:rPr lang="en-US" smtClean="0"/>
              <a:t>‹#›</a:t>
            </a:fld>
            <a:endParaRPr lang="en-US"/>
          </a:p>
        </p:txBody>
      </p:sp>
    </p:spTree>
    <p:extLst>
      <p:ext uri="{BB962C8B-B14F-4D97-AF65-F5344CB8AC3E}">
        <p14:creationId xmlns:p14="http://schemas.microsoft.com/office/powerpoint/2010/main" val="3397087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3A8B90-739A-4885-B746-93989D4A235C}"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8A2DBD-8EDD-4281-B1BB-4AA05A285115}" type="slidenum">
              <a:rPr lang="en-US" smtClean="0"/>
              <a:t>‹#›</a:t>
            </a:fld>
            <a:endParaRPr lang="en-US"/>
          </a:p>
        </p:txBody>
      </p:sp>
    </p:spTree>
    <p:extLst>
      <p:ext uri="{BB962C8B-B14F-4D97-AF65-F5344CB8AC3E}">
        <p14:creationId xmlns:p14="http://schemas.microsoft.com/office/powerpoint/2010/main" val="42605118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3A8B90-739A-4885-B746-93989D4A235C}"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8A2DBD-8EDD-4281-B1BB-4AA05A285115}" type="slidenum">
              <a:rPr lang="en-US" smtClean="0"/>
              <a:t>‹#›</a:t>
            </a:fld>
            <a:endParaRPr lang="en-US"/>
          </a:p>
        </p:txBody>
      </p:sp>
    </p:spTree>
    <p:extLst>
      <p:ext uri="{BB962C8B-B14F-4D97-AF65-F5344CB8AC3E}">
        <p14:creationId xmlns:p14="http://schemas.microsoft.com/office/powerpoint/2010/main" val="19999761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3A8B90-739A-4885-B746-93989D4A235C}"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8A2DBD-8EDD-4281-B1BB-4AA05A285115}" type="slidenum">
              <a:rPr lang="en-US" smtClean="0"/>
              <a:t>‹#›</a:t>
            </a:fld>
            <a:endParaRPr lang="en-US"/>
          </a:p>
        </p:txBody>
      </p:sp>
    </p:spTree>
    <p:extLst>
      <p:ext uri="{BB962C8B-B14F-4D97-AF65-F5344CB8AC3E}">
        <p14:creationId xmlns:p14="http://schemas.microsoft.com/office/powerpoint/2010/main" val="454201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3A8B90-739A-4885-B746-93989D4A235C}" type="datetimeFigureOut">
              <a:rPr lang="en-US" smtClean="0"/>
              <a:t>8/19/2026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8A2DBD-8EDD-4281-B1BB-4AA05A285115}" type="slidenum">
              <a:rPr lang="en-US" smtClean="0"/>
              <a:t>‹#›</a:t>
            </a:fld>
            <a:endParaRPr lang="en-US"/>
          </a:p>
        </p:txBody>
      </p:sp>
    </p:spTree>
    <p:extLst>
      <p:ext uri="{BB962C8B-B14F-4D97-AF65-F5344CB8AC3E}">
        <p14:creationId xmlns:p14="http://schemas.microsoft.com/office/powerpoint/2010/main" val="21049241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19" Type="http://schemas.openxmlformats.org/officeDocument/2006/relationships/image" Target="../media/image63.png"/><Relationship Id="rId104" Type="http://schemas.openxmlformats.org/officeDocument/2006/relationships/image" Target="../media/image4.png"/><Relationship Id="rId103" Type="http://schemas.openxmlformats.org/officeDocument/2006/relationships/customXml" Target="../ink/ink2.xml"/><Relationship Id="rId2" Type="http://schemas.openxmlformats.org/officeDocument/2006/relationships/customXml" Target="../ink/ink1.xml"/><Relationship Id="rId221" Type="http://schemas.openxmlformats.org/officeDocument/2006/relationships/image" Target="../media/image64.png"/><Relationship Id="rId1" Type="http://schemas.openxmlformats.org/officeDocument/2006/relationships/slideLayout" Target="../slideLayouts/slideLayout4.xml"/><Relationship Id="rId102" Type="http://schemas.openxmlformats.org/officeDocument/2006/relationships/image" Target="../media/image54.png"/><Relationship Id="rId220" Type="http://schemas.openxmlformats.org/officeDocument/2006/relationships/customXml" Target="../ink/ink5.xml"/><Relationship Id="rId173" Type="http://schemas.openxmlformats.org/officeDocument/2006/relationships/customXml" Target="../ink/ink4.xml"/><Relationship Id="rId105" Type="http://schemas.openxmlformats.org/officeDocument/2006/relationships/customXml" Target="../ink/ink3.xml"/><Relationship Id="rId172" Type="http://schemas.openxmlformats.org/officeDocument/2006/relationships/image" Target="../media/image3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50.png"/><Relationship Id="rId2" Type="http://schemas.openxmlformats.org/officeDocument/2006/relationships/customXml" Target="../ink/ink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560.png"/><Relationship Id="rId2" Type="http://schemas.openxmlformats.org/officeDocument/2006/relationships/customXml" Target="../ink/ink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8" Type="http://schemas.openxmlformats.org/officeDocument/2006/relationships/customXml" Target="../ink/ink11.xml"/><Relationship Id="rId13" Type="http://schemas.openxmlformats.org/officeDocument/2006/relationships/image" Target="../media/image69.png"/><Relationship Id="rId3" Type="http://schemas.openxmlformats.org/officeDocument/2006/relationships/image" Target="../media/image570.png"/><Relationship Id="rId7" Type="http://schemas.openxmlformats.org/officeDocument/2006/relationships/image" Target="../media/image66.png"/><Relationship Id="rId12" Type="http://schemas.openxmlformats.org/officeDocument/2006/relationships/customXml" Target="../ink/ink13.xml"/><Relationship Id="rId2" Type="http://schemas.openxmlformats.org/officeDocument/2006/relationships/customXml" Target="../ink/ink8.xml"/><Relationship Id="rId1" Type="http://schemas.openxmlformats.org/officeDocument/2006/relationships/slideLayout" Target="../slideLayouts/slideLayout6.xml"/><Relationship Id="rId6" Type="http://schemas.openxmlformats.org/officeDocument/2006/relationships/customXml" Target="../ink/ink10.xml"/><Relationship Id="rId11" Type="http://schemas.openxmlformats.org/officeDocument/2006/relationships/image" Target="../media/image68.png"/><Relationship Id="rId5" Type="http://schemas.openxmlformats.org/officeDocument/2006/relationships/image" Target="../media/image65.png"/><Relationship Id="rId10" Type="http://schemas.openxmlformats.org/officeDocument/2006/relationships/customXml" Target="../ink/ink12.xml"/><Relationship Id="rId4" Type="http://schemas.openxmlformats.org/officeDocument/2006/relationships/customXml" Target="../ink/ink9.xml"/><Relationship Id="rId9" Type="http://schemas.openxmlformats.org/officeDocument/2006/relationships/image" Target="../media/image67.png"/></Relationships>
</file>

<file path=ppt/slides/_rels/slide12.xml.rels><?xml version="1.0" encoding="UTF-8" standalone="yes"?>
<Relationships xmlns="http://schemas.openxmlformats.org/package/2006/relationships"><Relationship Id="rId8" Type="http://schemas.openxmlformats.org/officeDocument/2006/relationships/customXml" Target="../ink/ink17.xml"/><Relationship Id="rId3" Type="http://schemas.openxmlformats.org/officeDocument/2006/relationships/image" Target="../media/image601.png"/><Relationship Id="rId7" Type="http://schemas.openxmlformats.org/officeDocument/2006/relationships/image" Target="../media/image620.png"/><Relationship Id="rId2" Type="http://schemas.openxmlformats.org/officeDocument/2006/relationships/customXml" Target="../ink/ink14.xml"/><Relationship Id="rId1" Type="http://schemas.openxmlformats.org/officeDocument/2006/relationships/slideLayout" Target="../slideLayouts/slideLayout6.xml"/><Relationship Id="rId6" Type="http://schemas.openxmlformats.org/officeDocument/2006/relationships/customXml" Target="../ink/ink16.xml"/><Relationship Id="rId11" Type="http://schemas.openxmlformats.org/officeDocument/2006/relationships/image" Target="../media/image70.png"/><Relationship Id="rId5" Type="http://schemas.openxmlformats.org/officeDocument/2006/relationships/image" Target="../media/image610.png"/><Relationship Id="rId10" Type="http://schemas.openxmlformats.org/officeDocument/2006/relationships/customXml" Target="../ink/ink18.xml"/><Relationship Id="rId4" Type="http://schemas.openxmlformats.org/officeDocument/2006/relationships/customXml" Target="../ink/ink15.xml"/><Relationship Id="rId9" Type="http://schemas.openxmlformats.org/officeDocument/2006/relationships/image" Target="../media/image6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8" Type="http://schemas.openxmlformats.org/officeDocument/2006/relationships/customXml" Target="../ink/ink20.xml"/><Relationship Id="rId26" Type="http://schemas.openxmlformats.org/officeDocument/2006/relationships/customXml" Target="../ink/ink24.xml"/><Relationship Id="rId39" Type="http://schemas.openxmlformats.org/officeDocument/2006/relationships/image" Target="../media/image86.png"/><Relationship Id="rId21" Type="http://schemas.openxmlformats.org/officeDocument/2006/relationships/image" Target="../media/image79.png"/><Relationship Id="rId34" Type="http://schemas.openxmlformats.org/officeDocument/2006/relationships/customXml" Target="../ink/ink29.xml"/><Relationship Id="rId17" Type="http://schemas.openxmlformats.org/officeDocument/2006/relationships/image" Target="../media/image77.png"/><Relationship Id="rId25" Type="http://schemas.openxmlformats.org/officeDocument/2006/relationships/image" Target="../media/image80.png"/><Relationship Id="rId33" Type="http://schemas.openxmlformats.org/officeDocument/2006/relationships/image" Target="../media/image83.png"/><Relationship Id="rId38" Type="http://schemas.openxmlformats.org/officeDocument/2006/relationships/customXml" Target="../ink/ink31.xml"/><Relationship Id="rId2" Type="http://schemas.openxmlformats.org/officeDocument/2006/relationships/customXml" Target="../ink/ink19.xml"/><Relationship Id="rId20" Type="http://schemas.openxmlformats.org/officeDocument/2006/relationships/customXml" Target="../ink/ink21.xml"/><Relationship Id="rId29" Type="http://schemas.openxmlformats.org/officeDocument/2006/relationships/customXml" Target="../ink/ink26.xml"/><Relationship Id="rId41" Type="http://schemas.openxmlformats.org/officeDocument/2006/relationships/image" Target="../media/image87.png"/><Relationship Id="rId1" Type="http://schemas.openxmlformats.org/officeDocument/2006/relationships/slideLayout" Target="../slideLayouts/slideLayout7.xml"/><Relationship Id="rId24" Type="http://schemas.openxmlformats.org/officeDocument/2006/relationships/customXml" Target="../ink/ink23.xml"/><Relationship Id="rId32" Type="http://schemas.openxmlformats.org/officeDocument/2006/relationships/customXml" Target="../ink/ink28.xml"/><Relationship Id="rId37" Type="http://schemas.openxmlformats.org/officeDocument/2006/relationships/image" Target="../media/image85.png"/><Relationship Id="rId40" Type="http://schemas.openxmlformats.org/officeDocument/2006/relationships/customXml" Target="../ink/ink32.xml"/><Relationship Id="rId23" Type="http://schemas.openxmlformats.org/officeDocument/2006/relationships/image" Target="../media/image39.png"/><Relationship Id="rId28" Type="http://schemas.openxmlformats.org/officeDocument/2006/relationships/image" Target="../media/image81.png"/><Relationship Id="rId36" Type="http://schemas.openxmlformats.org/officeDocument/2006/relationships/customXml" Target="../ink/ink30.xml"/><Relationship Id="rId19" Type="http://schemas.openxmlformats.org/officeDocument/2006/relationships/image" Target="../media/image78.png"/><Relationship Id="rId31" Type="http://schemas.openxmlformats.org/officeDocument/2006/relationships/image" Target="../media/image82.png"/><Relationship Id="rId22" Type="http://schemas.openxmlformats.org/officeDocument/2006/relationships/customXml" Target="../ink/ink22.xml"/><Relationship Id="rId27" Type="http://schemas.openxmlformats.org/officeDocument/2006/relationships/customXml" Target="../ink/ink25.xml"/><Relationship Id="rId30" Type="http://schemas.openxmlformats.org/officeDocument/2006/relationships/customXml" Target="../ink/ink27.xml"/><Relationship Id="rId35" Type="http://schemas.openxmlformats.org/officeDocument/2006/relationships/image" Target="../media/image84.png"/></Relationships>
</file>

<file path=ppt/slides/_rels/slide22.xml.rels><?xml version="1.0" encoding="UTF-8" standalone="yes"?>
<Relationships xmlns="http://schemas.openxmlformats.org/package/2006/relationships"><Relationship Id="rId3" Type="http://schemas.openxmlformats.org/officeDocument/2006/relationships/customXml" Target="../ink/ink33.xml"/><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0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0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0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6" Type="http://schemas.openxmlformats.org/officeDocument/2006/relationships/image" Target="../media/image24.png"/><Relationship Id="rId117" Type="http://schemas.openxmlformats.org/officeDocument/2006/relationships/image" Target="../media/image91.png"/><Relationship Id="rId21" Type="http://schemas.openxmlformats.org/officeDocument/2006/relationships/customXml" Target="../ink/ink42.xml"/><Relationship Id="rId42" Type="http://schemas.openxmlformats.org/officeDocument/2006/relationships/image" Target="../media/image33.png"/><Relationship Id="rId47" Type="http://schemas.openxmlformats.org/officeDocument/2006/relationships/customXml" Target="../ink/ink55.xml"/><Relationship Id="rId63" Type="http://schemas.openxmlformats.org/officeDocument/2006/relationships/customXml" Target="../ink/ink63.xml"/><Relationship Id="rId68" Type="http://schemas.openxmlformats.org/officeDocument/2006/relationships/image" Target="../media/image47.png"/><Relationship Id="rId84" Type="http://schemas.openxmlformats.org/officeDocument/2006/relationships/image" Target="../media/image56.png"/><Relationship Id="rId89" Type="http://schemas.openxmlformats.org/officeDocument/2006/relationships/customXml" Target="../ink/ink76.xml"/><Relationship Id="rId112" Type="http://schemas.openxmlformats.org/officeDocument/2006/relationships/customXml" Target="../ink/ink88.xml"/><Relationship Id="rId133" Type="http://schemas.openxmlformats.org/officeDocument/2006/relationships/image" Target="../media/image99.png"/><Relationship Id="rId138" Type="http://schemas.openxmlformats.org/officeDocument/2006/relationships/customXml" Target="../ink/ink101.xml"/><Relationship Id="rId154" Type="http://schemas.openxmlformats.org/officeDocument/2006/relationships/customXml" Target="../ink/ink109.xml"/><Relationship Id="rId159" Type="http://schemas.openxmlformats.org/officeDocument/2006/relationships/customXml" Target="../ink/ink112.xml"/><Relationship Id="rId170" Type="http://schemas.openxmlformats.org/officeDocument/2006/relationships/image" Target="../media/image118.png"/><Relationship Id="rId16" Type="http://schemas.openxmlformats.org/officeDocument/2006/relationships/image" Target="../media/image19.png"/><Relationship Id="rId107" Type="http://schemas.openxmlformats.org/officeDocument/2006/relationships/image" Target="../media/image75.png"/><Relationship Id="rId11" Type="http://schemas.openxmlformats.org/officeDocument/2006/relationships/customXml" Target="../ink/ink37.xml"/><Relationship Id="rId32" Type="http://schemas.openxmlformats.org/officeDocument/2006/relationships/image" Target="../media/image27.png"/><Relationship Id="rId37" Type="http://schemas.openxmlformats.org/officeDocument/2006/relationships/customXml" Target="../ink/ink50.xml"/><Relationship Id="rId53" Type="http://schemas.openxmlformats.org/officeDocument/2006/relationships/customXml" Target="../ink/ink58.xml"/><Relationship Id="rId58" Type="http://schemas.openxmlformats.org/officeDocument/2006/relationships/image" Target="../media/image42.png"/><Relationship Id="rId74" Type="http://schemas.openxmlformats.org/officeDocument/2006/relationships/image" Target="../media/image50.png"/><Relationship Id="rId79" Type="http://schemas.openxmlformats.org/officeDocument/2006/relationships/customXml" Target="../ink/ink71.xml"/><Relationship Id="rId102" Type="http://schemas.openxmlformats.org/officeDocument/2006/relationships/image" Target="../media/image73.png"/><Relationship Id="rId123" Type="http://schemas.openxmlformats.org/officeDocument/2006/relationships/image" Target="../media/image94.png"/><Relationship Id="rId128" Type="http://schemas.openxmlformats.org/officeDocument/2006/relationships/customXml" Target="../ink/ink96.xml"/><Relationship Id="rId144" Type="http://schemas.openxmlformats.org/officeDocument/2006/relationships/customXml" Target="../ink/ink104.xml"/><Relationship Id="rId149" Type="http://schemas.openxmlformats.org/officeDocument/2006/relationships/image" Target="../media/image108.png"/><Relationship Id="rId5" Type="http://schemas.openxmlformats.org/officeDocument/2006/relationships/customXml" Target="../ink/ink34.xml"/><Relationship Id="rId90" Type="http://schemas.openxmlformats.org/officeDocument/2006/relationships/image" Target="../media/image59.png"/><Relationship Id="rId95" Type="http://schemas.openxmlformats.org/officeDocument/2006/relationships/customXml" Target="../ink/ink79.xml"/><Relationship Id="rId160" Type="http://schemas.openxmlformats.org/officeDocument/2006/relationships/image" Target="../media/image113.png"/><Relationship Id="rId165" Type="http://schemas.openxmlformats.org/officeDocument/2006/relationships/customXml" Target="../ink/ink115.xml"/><Relationship Id="rId22" Type="http://schemas.openxmlformats.org/officeDocument/2006/relationships/image" Target="../media/image22.png"/><Relationship Id="rId27" Type="http://schemas.openxmlformats.org/officeDocument/2006/relationships/customXml" Target="../ink/ink45.xml"/><Relationship Id="rId43" Type="http://schemas.openxmlformats.org/officeDocument/2006/relationships/customXml" Target="../ink/ink53.xml"/><Relationship Id="rId48" Type="http://schemas.openxmlformats.org/officeDocument/2006/relationships/image" Target="../media/image36.png"/><Relationship Id="rId64" Type="http://schemas.openxmlformats.org/officeDocument/2006/relationships/image" Target="../media/image45.png"/><Relationship Id="rId69" Type="http://schemas.openxmlformats.org/officeDocument/2006/relationships/customXml" Target="../ink/ink66.xml"/><Relationship Id="rId113" Type="http://schemas.openxmlformats.org/officeDocument/2006/relationships/image" Target="../media/image89.png"/><Relationship Id="rId118" Type="http://schemas.openxmlformats.org/officeDocument/2006/relationships/customXml" Target="../ink/ink91.xml"/><Relationship Id="rId134" Type="http://schemas.openxmlformats.org/officeDocument/2006/relationships/customXml" Target="../ink/ink99.xml"/><Relationship Id="rId139" Type="http://schemas.openxmlformats.org/officeDocument/2006/relationships/image" Target="../media/image102.png"/><Relationship Id="rId80" Type="http://schemas.openxmlformats.org/officeDocument/2006/relationships/image" Target="../media/image53.png"/><Relationship Id="rId85" Type="http://schemas.openxmlformats.org/officeDocument/2006/relationships/customXml" Target="../ink/ink74.xml"/><Relationship Id="rId150" Type="http://schemas.openxmlformats.org/officeDocument/2006/relationships/customXml" Target="../ink/ink107.xml"/><Relationship Id="rId155" Type="http://schemas.openxmlformats.org/officeDocument/2006/relationships/customXml" Target="../ink/ink110.xml"/><Relationship Id="rId171" Type="http://schemas.openxmlformats.org/officeDocument/2006/relationships/customXml" Target="../ink/ink118.xml"/><Relationship Id="rId12" Type="http://schemas.openxmlformats.org/officeDocument/2006/relationships/image" Target="../media/image17.png"/><Relationship Id="rId17" Type="http://schemas.openxmlformats.org/officeDocument/2006/relationships/customXml" Target="../ink/ink40.xml"/><Relationship Id="rId33" Type="http://schemas.openxmlformats.org/officeDocument/2006/relationships/customXml" Target="../ink/ink48.xml"/><Relationship Id="rId38" Type="http://schemas.openxmlformats.org/officeDocument/2006/relationships/image" Target="../media/image31.png"/><Relationship Id="rId59" Type="http://schemas.openxmlformats.org/officeDocument/2006/relationships/customXml" Target="../ink/ink61.xml"/><Relationship Id="rId103" Type="http://schemas.openxmlformats.org/officeDocument/2006/relationships/customXml" Target="../ink/ink83.xml"/><Relationship Id="rId108" Type="http://schemas.openxmlformats.org/officeDocument/2006/relationships/customXml" Target="../ink/ink86.xml"/><Relationship Id="rId124" Type="http://schemas.openxmlformats.org/officeDocument/2006/relationships/customXml" Target="../ink/ink94.xml"/><Relationship Id="rId129" Type="http://schemas.openxmlformats.org/officeDocument/2006/relationships/image" Target="../media/image97.png"/><Relationship Id="rId54" Type="http://schemas.openxmlformats.org/officeDocument/2006/relationships/image" Target="../media/image40.png"/><Relationship Id="rId70" Type="http://schemas.openxmlformats.org/officeDocument/2006/relationships/image" Target="../media/image48.png"/><Relationship Id="rId75" Type="http://schemas.openxmlformats.org/officeDocument/2006/relationships/customXml" Target="../ink/ink69.xml"/><Relationship Id="rId91" Type="http://schemas.openxmlformats.org/officeDocument/2006/relationships/customXml" Target="../ink/ink77.xml"/><Relationship Id="rId96" Type="http://schemas.openxmlformats.org/officeDocument/2006/relationships/image" Target="../media/image62.png"/><Relationship Id="rId140" Type="http://schemas.openxmlformats.org/officeDocument/2006/relationships/customXml" Target="../ink/ink102.xml"/><Relationship Id="rId145" Type="http://schemas.openxmlformats.org/officeDocument/2006/relationships/image" Target="../media/image106.png"/><Relationship Id="rId161" Type="http://schemas.openxmlformats.org/officeDocument/2006/relationships/customXml" Target="../ink/ink113.xml"/><Relationship Id="rId166" Type="http://schemas.openxmlformats.org/officeDocument/2006/relationships/image" Target="../media/image116.png"/><Relationship Id="rId1" Type="http://schemas.openxmlformats.org/officeDocument/2006/relationships/slideLayout" Target="../slideLayouts/slideLayout2.xml"/><Relationship Id="rId6" Type="http://schemas.openxmlformats.org/officeDocument/2006/relationships/image" Target="../media/image14.png"/><Relationship Id="rId15" Type="http://schemas.openxmlformats.org/officeDocument/2006/relationships/customXml" Target="../ink/ink39.xml"/><Relationship Id="rId23" Type="http://schemas.openxmlformats.org/officeDocument/2006/relationships/customXml" Target="../ink/ink43.xml"/><Relationship Id="rId28" Type="http://schemas.openxmlformats.org/officeDocument/2006/relationships/image" Target="../media/image25.png"/><Relationship Id="rId36" Type="http://schemas.openxmlformats.org/officeDocument/2006/relationships/image" Target="../media/image29.png"/><Relationship Id="rId49" Type="http://schemas.openxmlformats.org/officeDocument/2006/relationships/customXml" Target="../ink/ink56.xml"/><Relationship Id="rId57" Type="http://schemas.openxmlformats.org/officeDocument/2006/relationships/customXml" Target="../ink/ink60.xml"/><Relationship Id="rId106" Type="http://schemas.openxmlformats.org/officeDocument/2006/relationships/customXml" Target="../ink/ink85.xml"/><Relationship Id="rId114" Type="http://schemas.openxmlformats.org/officeDocument/2006/relationships/customXml" Target="../ink/ink89.xml"/><Relationship Id="rId119" Type="http://schemas.openxmlformats.org/officeDocument/2006/relationships/image" Target="../media/image92.png"/><Relationship Id="rId127" Type="http://schemas.openxmlformats.org/officeDocument/2006/relationships/image" Target="../media/image96.png"/><Relationship Id="rId10" Type="http://schemas.openxmlformats.org/officeDocument/2006/relationships/image" Target="../media/image16.png"/><Relationship Id="rId31" Type="http://schemas.openxmlformats.org/officeDocument/2006/relationships/customXml" Target="../ink/ink47.xml"/><Relationship Id="rId44" Type="http://schemas.openxmlformats.org/officeDocument/2006/relationships/image" Target="../media/image34.png"/><Relationship Id="rId52" Type="http://schemas.openxmlformats.org/officeDocument/2006/relationships/image" Target="../media/image38.png"/><Relationship Id="rId60" Type="http://schemas.openxmlformats.org/officeDocument/2006/relationships/image" Target="../media/image43.png"/><Relationship Id="rId65" Type="http://schemas.openxmlformats.org/officeDocument/2006/relationships/customXml" Target="../ink/ink64.xml"/><Relationship Id="rId73" Type="http://schemas.openxmlformats.org/officeDocument/2006/relationships/customXml" Target="../ink/ink68.xml"/><Relationship Id="rId78" Type="http://schemas.openxmlformats.org/officeDocument/2006/relationships/image" Target="../media/image52.png"/><Relationship Id="rId81" Type="http://schemas.openxmlformats.org/officeDocument/2006/relationships/customXml" Target="../ink/ink72.xml"/><Relationship Id="rId86" Type="http://schemas.openxmlformats.org/officeDocument/2006/relationships/image" Target="../media/image57.png"/><Relationship Id="rId94" Type="http://schemas.openxmlformats.org/officeDocument/2006/relationships/image" Target="../media/image61.png"/><Relationship Id="rId99" Type="http://schemas.openxmlformats.org/officeDocument/2006/relationships/customXml" Target="../ink/ink81.xml"/><Relationship Id="rId101" Type="http://schemas.openxmlformats.org/officeDocument/2006/relationships/customXml" Target="../ink/ink82.xml"/><Relationship Id="rId122" Type="http://schemas.openxmlformats.org/officeDocument/2006/relationships/customXml" Target="../ink/ink93.xml"/><Relationship Id="rId130" Type="http://schemas.openxmlformats.org/officeDocument/2006/relationships/customXml" Target="../ink/ink97.xml"/><Relationship Id="rId135" Type="http://schemas.openxmlformats.org/officeDocument/2006/relationships/image" Target="../media/image100.png"/><Relationship Id="rId143" Type="http://schemas.openxmlformats.org/officeDocument/2006/relationships/image" Target="../media/image105.png"/><Relationship Id="rId148" Type="http://schemas.openxmlformats.org/officeDocument/2006/relationships/customXml" Target="../ink/ink106.xml"/><Relationship Id="rId151" Type="http://schemas.openxmlformats.org/officeDocument/2006/relationships/image" Target="../media/image109.png"/><Relationship Id="rId156" Type="http://schemas.openxmlformats.org/officeDocument/2006/relationships/image" Target="../media/image111.png"/><Relationship Id="rId164" Type="http://schemas.openxmlformats.org/officeDocument/2006/relationships/image" Target="../media/image115.png"/><Relationship Id="rId169" Type="http://schemas.openxmlformats.org/officeDocument/2006/relationships/customXml" Target="../ink/ink117.xml"/><Relationship Id="rId4" Type="http://schemas.openxmlformats.org/officeDocument/2006/relationships/image" Target="../media/image13.png"/><Relationship Id="rId9" Type="http://schemas.openxmlformats.org/officeDocument/2006/relationships/customXml" Target="../ink/ink36.xml"/><Relationship Id="rId172" Type="http://schemas.openxmlformats.org/officeDocument/2006/relationships/image" Target="../media/image119.png"/><Relationship Id="rId13" Type="http://schemas.openxmlformats.org/officeDocument/2006/relationships/customXml" Target="../ink/ink38.xml"/><Relationship Id="rId18" Type="http://schemas.openxmlformats.org/officeDocument/2006/relationships/image" Target="../media/image20.png"/><Relationship Id="rId39" Type="http://schemas.openxmlformats.org/officeDocument/2006/relationships/customXml" Target="../ink/ink51.xml"/><Relationship Id="rId109" Type="http://schemas.openxmlformats.org/officeDocument/2006/relationships/image" Target="../media/image76.png"/><Relationship Id="rId34" Type="http://schemas.openxmlformats.org/officeDocument/2006/relationships/image" Target="../media/image28.png"/><Relationship Id="rId50" Type="http://schemas.openxmlformats.org/officeDocument/2006/relationships/image" Target="../media/image37.png"/><Relationship Id="rId55" Type="http://schemas.openxmlformats.org/officeDocument/2006/relationships/customXml" Target="../ink/ink59.xml"/><Relationship Id="rId76" Type="http://schemas.openxmlformats.org/officeDocument/2006/relationships/image" Target="../media/image51.png"/><Relationship Id="rId97" Type="http://schemas.openxmlformats.org/officeDocument/2006/relationships/customXml" Target="../ink/ink80.xml"/><Relationship Id="rId104" Type="http://schemas.openxmlformats.org/officeDocument/2006/relationships/image" Target="../media/image74.png"/><Relationship Id="rId120" Type="http://schemas.openxmlformats.org/officeDocument/2006/relationships/customXml" Target="../ink/ink92.xml"/><Relationship Id="rId125" Type="http://schemas.openxmlformats.org/officeDocument/2006/relationships/image" Target="../media/image95.png"/><Relationship Id="rId141" Type="http://schemas.openxmlformats.org/officeDocument/2006/relationships/image" Target="../media/image104.png"/><Relationship Id="rId146" Type="http://schemas.openxmlformats.org/officeDocument/2006/relationships/customXml" Target="../ink/ink105.xml"/><Relationship Id="rId167" Type="http://schemas.openxmlformats.org/officeDocument/2006/relationships/customXml" Target="../ink/ink116.xml"/><Relationship Id="rId7" Type="http://schemas.openxmlformats.org/officeDocument/2006/relationships/customXml" Target="../ink/ink35.xml"/><Relationship Id="rId71" Type="http://schemas.openxmlformats.org/officeDocument/2006/relationships/customXml" Target="../ink/ink67.xml"/><Relationship Id="rId92" Type="http://schemas.openxmlformats.org/officeDocument/2006/relationships/image" Target="../media/image60.png"/><Relationship Id="rId162" Type="http://schemas.openxmlformats.org/officeDocument/2006/relationships/image" Target="../media/image114.png"/><Relationship Id="rId2" Type="http://schemas.openxmlformats.org/officeDocument/2006/relationships/notesSlide" Target="../notesSlides/notesSlide2.xml"/><Relationship Id="rId29" Type="http://schemas.openxmlformats.org/officeDocument/2006/relationships/customXml" Target="../ink/ink46.xml"/><Relationship Id="rId24" Type="http://schemas.openxmlformats.org/officeDocument/2006/relationships/image" Target="../media/image23.png"/><Relationship Id="rId40" Type="http://schemas.openxmlformats.org/officeDocument/2006/relationships/image" Target="../media/image32.png"/><Relationship Id="rId45" Type="http://schemas.openxmlformats.org/officeDocument/2006/relationships/customXml" Target="../ink/ink54.xml"/><Relationship Id="rId66" Type="http://schemas.openxmlformats.org/officeDocument/2006/relationships/image" Target="../media/image46.png"/><Relationship Id="rId87" Type="http://schemas.openxmlformats.org/officeDocument/2006/relationships/customXml" Target="../ink/ink75.xml"/><Relationship Id="rId110" Type="http://schemas.openxmlformats.org/officeDocument/2006/relationships/customXml" Target="../ink/ink87.xml"/><Relationship Id="rId115" Type="http://schemas.openxmlformats.org/officeDocument/2006/relationships/image" Target="../media/image90.png"/><Relationship Id="rId131" Type="http://schemas.openxmlformats.org/officeDocument/2006/relationships/image" Target="../media/image98.png"/><Relationship Id="rId136" Type="http://schemas.openxmlformats.org/officeDocument/2006/relationships/customXml" Target="../ink/ink100.xml"/><Relationship Id="rId157" Type="http://schemas.openxmlformats.org/officeDocument/2006/relationships/customXml" Target="../ink/ink111.xml"/><Relationship Id="rId61" Type="http://schemas.openxmlformats.org/officeDocument/2006/relationships/customXml" Target="../ink/ink62.xml"/><Relationship Id="rId82" Type="http://schemas.openxmlformats.org/officeDocument/2006/relationships/image" Target="../media/image55.png"/><Relationship Id="rId152" Type="http://schemas.openxmlformats.org/officeDocument/2006/relationships/customXml" Target="../ink/ink108.xml"/><Relationship Id="rId173" Type="http://schemas.openxmlformats.org/officeDocument/2006/relationships/customXml" Target="../ink/ink119.xml"/><Relationship Id="rId19" Type="http://schemas.openxmlformats.org/officeDocument/2006/relationships/customXml" Target="../ink/ink41.xml"/><Relationship Id="rId14" Type="http://schemas.openxmlformats.org/officeDocument/2006/relationships/image" Target="../media/image18.png"/><Relationship Id="rId30" Type="http://schemas.openxmlformats.org/officeDocument/2006/relationships/image" Target="../media/image26.png"/><Relationship Id="rId35" Type="http://schemas.openxmlformats.org/officeDocument/2006/relationships/customXml" Target="../ink/ink49.xml"/><Relationship Id="rId56" Type="http://schemas.openxmlformats.org/officeDocument/2006/relationships/image" Target="../media/image41.png"/><Relationship Id="rId77" Type="http://schemas.openxmlformats.org/officeDocument/2006/relationships/customXml" Target="../ink/ink70.xml"/><Relationship Id="rId100" Type="http://schemas.openxmlformats.org/officeDocument/2006/relationships/image" Target="../media/image72.png"/><Relationship Id="rId105" Type="http://schemas.openxmlformats.org/officeDocument/2006/relationships/customXml" Target="../ink/ink84.xml"/><Relationship Id="rId126" Type="http://schemas.openxmlformats.org/officeDocument/2006/relationships/customXml" Target="../ink/ink95.xml"/><Relationship Id="rId147" Type="http://schemas.openxmlformats.org/officeDocument/2006/relationships/image" Target="../media/image107.png"/><Relationship Id="rId168" Type="http://schemas.openxmlformats.org/officeDocument/2006/relationships/image" Target="../media/image117.png"/><Relationship Id="rId8" Type="http://schemas.openxmlformats.org/officeDocument/2006/relationships/image" Target="../media/image15.png"/><Relationship Id="rId51" Type="http://schemas.openxmlformats.org/officeDocument/2006/relationships/customXml" Target="../ink/ink57.xml"/><Relationship Id="rId72" Type="http://schemas.openxmlformats.org/officeDocument/2006/relationships/image" Target="../media/image49.png"/><Relationship Id="rId93" Type="http://schemas.openxmlformats.org/officeDocument/2006/relationships/customXml" Target="../ink/ink78.xml"/><Relationship Id="rId98" Type="http://schemas.openxmlformats.org/officeDocument/2006/relationships/image" Target="../media/image71.png"/><Relationship Id="rId121" Type="http://schemas.openxmlformats.org/officeDocument/2006/relationships/image" Target="../media/image93.png"/><Relationship Id="rId142" Type="http://schemas.openxmlformats.org/officeDocument/2006/relationships/customXml" Target="../ink/ink103.xml"/><Relationship Id="rId163" Type="http://schemas.openxmlformats.org/officeDocument/2006/relationships/customXml" Target="../ink/ink114.xml"/><Relationship Id="rId3" Type="http://schemas.openxmlformats.org/officeDocument/2006/relationships/image" Target="../media/image12.png"/><Relationship Id="rId25" Type="http://schemas.openxmlformats.org/officeDocument/2006/relationships/customXml" Target="../ink/ink44.xml"/><Relationship Id="rId46" Type="http://schemas.openxmlformats.org/officeDocument/2006/relationships/image" Target="../media/image35.png"/><Relationship Id="rId67" Type="http://schemas.openxmlformats.org/officeDocument/2006/relationships/customXml" Target="../ink/ink65.xml"/><Relationship Id="rId116" Type="http://schemas.openxmlformats.org/officeDocument/2006/relationships/customXml" Target="../ink/ink90.xml"/><Relationship Id="rId137" Type="http://schemas.openxmlformats.org/officeDocument/2006/relationships/image" Target="../media/image101.png"/><Relationship Id="rId158" Type="http://schemas.openxmlformats.org/officeDocument/2006/relationships/image" Target="../media/image112.png"/><Relationship Id="rId20" Type="http://schemas.openxmlformats.org/officeDocument/2006/relationships/image" Target="../media/image21.png"/><Relationship Id="rId41" Type="http://schemas.openxmlformats.org/officeDocument/2006/relationships/customXml" Target="../ink/ink52.xml"/><Relationship Id="rId62" Type="http://schemas.openxmlformats.org/officeDocument/2006/relationships/image" Target="../media/image44.png"/><Relationship Id="rId83" Type="http://schemas.openxmlformats.org/officeDocument/2006/relationships/customXml" Target="../ink/ink73.xml"/><Relationship Id="rId88" Type="http://schemas.openxmlformats.org/officeDocument/2006/relationships/image" Target="../media/image58.png"/><Relationship Id="rId111" Type="http://schemas.openxmlformats.org/officeDocument/2006/relationships/image" Target="../media/image88.png"/><Relationship Id="rId132" Type="http://schemas.openxmlformats.org/officeDocument/2006/relationships/customXml" Target="../ink/ink98.xml"/><Relationship Id="rId153" Type="http://schemas.openxmlformats.org/officeDocument/2006/relationships/image" Target="../media/image110.png"/><Relationship Id="rId174" Type="http://schemas.openxmlformats.org/officeDocument/2006/relationships/image" Target="../media/image1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customXml" Target="../ink/ink120.xm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21.png"/></Relationships>
</file>

<file path=ppt/slides/_rels/slide40.xml.rels><?xml version="1.0" encoding="UTF-8" standalone="yes"?>
<Relationships xmlns="http://schemas.openxmlformats.org/package/2006/relationships"><Relationship Id="rId26" Type="http://schemas.openxmlformats.org/officeDocument/2006/relationships/image" Target="../media/image133.png"/><Relationship Id="rId117" Type="http://schemas.openxmlformats.org/officeDocument/2006/relationships/customXml" Target="../ink/ink179.xml"/><Relationship Id="rId21" Type="http://schemas.openxmlformats.org/officeDocument/2006/relationships/customXml" Target="../ink/ink129.xml"/><Relationship Id="rId42" Type="http://schemas.openxmlformats.org/officeDocument/2006/relationships/image" Target="../media/image141.png"/><Relationship Id="rId47" Type="http://schemas.openxmlformats.org/officeDocument/2006/relationships/customXml" Target="../ink/ink142.xml"/><Relationship Id="rId63" Type="http://schemas.openxmlformats.org/officeDocument/2006/relationships/customXml" Target="../ink/ink150.xml"/><Relationship Id="rId68" Type="http://schemas.openxmlformats.org/officeDocument/2006/relationships/image" Target="../media/image153.png"/><Relationship Id="rId84" Type="http://schemas.openxmlformats.org/officeDocument/2006/relationships/image" Target="../media/image160.png"/><Relationship Id="rId89" Type="http://schemas.openxmlformats.org/officeDocument/2006/relationships/customXml" Target="../ink/ink164.xml"/><Relationship Id="rId112" Type="http://schemas.openxmlformats.org/officeDocument/2006/relationships/image" Target="../media/image173.png"/><Relationship Id="rId133" Type="http://schemas.openxmlformats.org/officeDocument/2006/relationships/customXml" Target="../ink/ink187.xml"/><Relationship Id="rId16" Type="http://schemas.openxmlformats.org/officeDocument/2006/relationships/image" Target="../media/image128.png"/><Relationship Id="rId107" Type="http://schemas.openxmlformats.org/officeDocument/2006/relationships/customXml" Target="../ink/ink173.xml"/><Relationship Id="rId11" Type="http://schemas.openxmlformats.org/officeDocument/2006/relationships/customXml" Target="../ink/ink124.xml"/><Relationship Id="rId32" Type="http://schemas.openxmlformats.org/officeDocument/2006/relationships/image" Target="../media/image136.png"/><Relationship Id="rId37" Type="http://schemas.openxmlformats.org/officeDocument/2006/relationships/customXml" Target="../ink/ink137.xml"/><Relationship Id="rId53" Type="http://schemas.openxmlformats.org/officeDocument/2006/relationships/customXml" Target="../ink/ink145.xml"/><Relationship Id="rId58" Type="http://schemas.openxmlformats.org/officeDocument/2006/relationships/image" Target="../media/image149.png"/><Relationship Id="rId74" Type="http://schemas.openxmlformats.org/officeDocument/2006/relationships/image" Target="../media/image156.png"/><Relationship Id="rId79" Type="http://schemas.openxmlformats.org/officeDocument/2006/relationships/customXml" Target="../ink/ink158.xml"/><Relationship Id="rId102" Type="http://schemas.openxmlformats.org/officeDocument/2006/relationships/image" Target="../media/image169.png"/><Relationship Id="rId123" Type="http://schemas.openxmlformats.org/officeDocument/2006/relationships/customXml" Target="../ink/ink182.xml"/><Relationship Id="rId128" Type="http://schemas.openxmlformats.org/officeDocument/2006/relationships/image" Target="../media/image181.png"/><Relationship Id="rId5" Type="http://schemas.openxmlformats.org/officeDocument/2006/relationships/customXml" Target="../ink/ink121.xml"/><Relationship Id="rId90" Type="http://schemas.openxmlformats.org/officeDocument/2006/relationships/image" Target="../media/image163.png"/><Relationship Id="rId95" Type="http://schemas.openxmlformats.org/officeDocument/2006/relationships/customXml" Target="../ink/ink167.xml"/><Relationship Id="rId14" Type="http://schemas.openxmlformats.org/officeDocument/2006/relationships/image" Target="../media/image127.png"/><Relationship Id="rId22" Type="http://schemas.openxmlformats.org/officeDocument/2006/relationships/image" Target="../media/image131.png"/><Relationship Id="rId27" Type="http://schemas.openxmlformats.org/officeDocument/2006/relationships/customXml" Target="../ink/ink132.xml"/><Relationship Id="rId30" Type="http://schemas.openxmlformats.org/officeDocument/2006/relationships/image" Target="../media/image135.png"/><Relationship Id="rId35" Type="http://schemas.openxmlformats.org/officeDocument/2006/relationships/customXml" Target="../ink/ink136.xml"/><Relationship Id="rId43" Type="http://schemas.openxmlformats.org/officeDocument/2006/relationships/customXml" Target="../ink/ink140.xml"/><Relationship Id="rId48" Type="http://schemas.openxmlformats.org/officeDocument/2006/relationships/image" Target="../media/image144.png"/><Relationship Id="rId56" Type="http://schemas.openxmlformats.org/officeDocument/2006/relationships/image" Target="../media/image148.png"/><Relationship Id="rId64" Type="http://schemas.openxmlformats.org/officeDocument/2006/relationships/image" Target="../media/image151.png"/><Relationship Id="rId69" Type="http://schemas.openxmlformats.org/officeDocument/2006/relationships/customXml" Target="../ink/ink153.xml"/><Relationship Id="rId77" Type="http://schemas.openxmlformats.org/officeDocument/2006/relationships/customXml" Target="../ink/ink157.xml"/><Relationship Id="rId100" Type="http://schemas.openxmlformats.org/officeDocument/2006/relationships/image" Target="../media/image168.png"/><Relationship Id="rId105" Type="http://schemas.openxmlformats.org/officeDocument/2006/relationships/customXml" Target="../ink/ink172.xml"/><Relationship Id="rId113" Type="http://schemas.openxmlformats.org/officeDocument/2006/relationships/customXml" Target="../ink/ink177.xml"/><Relationship Id="rId118" Type="http://schemas.openxmlformats.org/officeDocument/2006/relationships/image" Target="../media/image176.png"/><Relationship Id="rId126" Type="http://schemas.openxmlformats.org/officeDocument/2006/relationships/image" Target="../media/image180.png"/><Relationship Id="rId8" Type="http://schemas.openxmlformats.org/officeDocument/2006/relationships/image" Target="../media/image124.png"/><Relationship Id="rId51" Type="http://schemas.openxmlformats.org/officeDocument/2006/relationships/customXml" Target="../ink/ink144.xml"/><Relationship Id="rId72" Type="http://schemas.openxmlformats.org/officeDocument/2006/relationships/image" Target="../media/image155.png"/><Relationship Id="rId80" Type="http://schemas.openxmlformats.org/officeDocument/2006/relationships/image" Target="../media/image159.png"/><Relationship Id="rId85" Type="http://schemas.openxmlformats.org/officeDocument/2006/relationships/customXml" Target="../ink/ink162.xml"/><Relationship Id="rId93" Type="http://schemas.openxmlformats.org/officeDocument/2006/relationships/customXml" Target="../ink/ink166.xml"/><Relationship Id="rId98" Type="http://schemas.openxmlformats.org/officeDocument/2006/relationships/image" Target="../media/image167.png"/><Relationship Id="rId121" Type="http://schemas.openxmlformats.org/officeDocument/2006/relationships/customXml" Target="../ink/ink181.xml"/><Relationship Id="rId3" Type="http://schemas.openxmlformats.org/officeDocument/2006/relationships/image" Target="../media/image122.png"/><Relationship Id="rId12" Type="http://schemas.openxmlformats.org/officeDocument/2006/relationships/image" Target="../media/image126.png"/><Relationship Id="rId17" Type="http://schemas.openxmlformats.org/officeDocument/2006/relationships/customXml" Target="../ink/ink127.xml"/><Relationship Id="rId25" Type="http://schemas.openxmlformats.org/officeDocument/2006/relationships/customXml" Target="../ink/ink131.xml"/><Relationship Id="rId33" Type="http://schemas.openxmlformats.org/officeDocument/2006/relationships/customXml" Target="../ink/ink135.xml"/><Relationship Id="rId38" Type="http://schemas.openxmlformats.org/officeDocument/2006/relationships/image" Target="../media/image139.png"/><Relationship Id="rId46" Type="http://schemas.openxmlformats.org/officeDocument/2006/relationships/image" Target="../media/image143.png"/><Relationship Id="rId59" Type="http://schemas.openxmlformats.org/officeDocument/2006/relationships/customXml" Target="../ink/ink148.xml"/><Relationship Id="rId67" Type="http://schemas.openxmlformats.org/officeDocument/2006/relationships/customXml" Target="../ink/ink152.xml"/><Relationship Id="rId103" Type="http://schemas.openxmlformats.org/officeDocument/2006/relationships/customXml" Target="../ink/ink171.xml"/><Relationship Id="rId108" Type="http://schemas.openxmlformats.org/officeDocument/2006/relationships/customXml" Target="../ink/ink174.xml"/><Relationship Id="rId116" Type="http://schemas.openxmlformats.org/officeDocument/2006/relationships/image" Target="../media/image175.png"/><Relationship Id="rId124" Type="http://schemas.openxmlformats.org/officeDocument/2006/relationships/image" Target="../media/image179.png"/><Relationship Id="rId129" Type="http://schemas.openxmlformats.org/officeDocument/2006/relationships/customXml" Target="../ink/ink185.xml"/><Relationship Id="rId20" Type="http://schemas.openxmlformats.org/officeDocument/2006/relationships/image" Target="../media/image130.png"/><Relationship Id="rId41" Type="http://schemas.openxmlformats.org/officeDocument/2006/relationships/customXml" Target="../ink/ink139.xml"/><Relationship Id="rId54" Type="http://schemas.openxmlformats.org/officeDocument/2006/relationships/image" Target="../media/image147.png"/><Relationship Id="rId62" Type="http://schemas.openxmlformats.org/officeDocument/2006/relationships/image" Target="../media/image71.png"/><Relationship Id="rId70" Type="http://schemas.openxmlformats.org/officeDocument/2006/relationships/image" Target="../media/image154.png"/><Relationship Id="rId75" Type="http://schemas.openxmlformats.org/officeDocument/2006/relationships/customXml" Target="../ink/ink156.xml"/><Relationship Id="rId83" Type="http://schemas.openxmlformats.org/officeDocument/2006/relationships/customXml" Target="../ink/ink161.xml"/><Relationship Id="rId88" Type="http://schemas.openxmlformats.org/officeDocument/2006/relationships/image" Target="../media/image162.png"/><Relationship Id="rId91" Type="http://schemas.openxmlformats.org/officeDocument/2006/relationships/customXml" Target="../ink/ink165.xml"/><Relationship Id="rId96" Type="http://schemas.openxmlformats.org/officeDocument/2006/relationships/image" Target="../media/image166.png"/><Relationship Id="rId111" Type="http://schemas.openxmlformats.org/officeDocument/2006/relationships/customXml" Target="../ink/ink176.xml"/><Relationship Id="rId132" Type="http://schemas.openxmlformats.org/officeDocument/2006/relationships/image" Target="../media/image183.png"/><Relationship Id="rId1" Type="http://schemas.openxmlformats.org/officeDocument/2006/relationships/slideLayout" Target="../slideLayouts/slideLayout2.xml"/><Relationship Id="rId6" Type="http://schemas.openxmlformats.org/officeDocument/2006/relationships/image" Target="../media/image123.png"/><Relationship Id="rId15" Type="http://schemas.openxmlformats.org/officeDocument/2006/relationships/customXml" Target="../ink/ink126.xml"/><Relationship Id="rId23" Type="http://schemas.openxmlformats.org/officeDocument/2006/relationships/customXml" Target="../ink/ink130.xml"/><Relationship Id="rId28" Type="http://schemas.openxmlformats.org/officeDocument/2006/relationships/image" Target="../media/image134.png"/><Relationship Id="rId36" Type="http://schemas.openxmlformats.org/officeDocument/2006/relationships/image" Target="../media/image138.png"/><Relationship Id="rId49" Type="http://schemas.openxmlformats.org/officeDocument/2006/relationships/customXml" Target="../ink/ink143.xml"/><Relationship Id="rId57" Type="http://schemas.openxmlformats.org/officeDocument/2006/relationships/customXml" Target="../ink/ink147.xml"/><Relationship Id="rId106" Type="http://schemas.openxmlformats.org/officeDocument/2006/relationships/image" Target="../media/image171.png"/><Relationship Id="rId114" Type="http://schemas.openxmlformats.org/officeDocument/2006/relationships/image" Target="../media/image174.png"/><Relationship Id="rId119" Type="http://schemas.openxmlformats.org/officeDocument/2006/relationships/customXml" Target="../ink/ink180.xml"/><Relationship Id="rId127" Type="http://schemas.openxmlformats.org/officeDocument/2006/relationships/customXml" Target="../ink/ink184.xml"/><Relationship Id="rId10" Type="http://schemas.openxmlformats.org/officeDocument/2006/relationships/image" Target="../media/image125.png"/><Relationship Id="rId31" Type="http://schemas.openxmlformats.org/officeDocument/2006/relationships/customXml" Target="../ink/ink134.xml"/><Relationship Id="rId44" Type="http://schemas.openxmlformats.org/officeDocument/2006/relationships/image" Target="../media/image142.png"/><Relationship Id="rId52" Type="http://schemas.openxmlformats.org/officeDocument/2006/relationships/image" Target="../media/image146.png"/><Relationship Id="rId60" Type="http://schemas.openxmlformats.org/officeDocument/2006/relationships/image" Target="../media/image150.png"/><Relationship Id="rId65" Type="http://schemas.openxmlformats.org/officeDocument/2006/relationships/customXml" Target="../ink/ink151.xml"/><Relationship Id="rId73" Type="http://schemas.openxmlformats.org/officeDocument/2006/relationships/customXml" Target="../ink/ink155.xml"/><Relationship Id="rId78" Type="http://schemas.openxmlformats.org/officeDocument/2006/relationships/image" Target="../media/image158.png"/><Relationship Id="rId81" Type="http://schemas.openxmlformats.org/officeDocument/2006/relationships/customXml" Target="../ink/ink159.xml"/><Relationship Id="rId86" Type="http://schemas.openxmlformats.org/officeDocument/2006/relationships/image" Target="../media/image161.png"/><Relationship Id="rId94" Type="http://schemas.openxmlformats.org/officeDocument/2006/relationships/image" Target="../media/image165.png"/><Relationship Id="rId99" Type="http://schemas.openxmlformats.org/officeDocument/2006/relationships/customXml" Target="../ink/ink169.xml"/><Relationship Id="rId101" Type="http://schemas.openxmlformats.org/officeDocument/2006/relationships/customXml" Target="../ink/ink170.xml"/><Relationship Id="rId122" Type="http://schemas.openxmlformats.org/officeDocument/2006/relationships/image" Target="../media/image178.png"/><Relationship Id="rId130" Type="http://schemas.openxmlformats.org/officeDocument/2006/relationships/image" Target="../media/image182.png"/><Relationship Id="rId4" Type="http://schemas.microsoft.com/office/2007/relationships/hdphoto" Target="../media/hdphoto1.wdp"/><Relationship Id="rId9" Type="http://schemas.openxmlformats.org/officeDocument/2006/relationships/customXml" Target="../ink/ink123.xml"/><Relationship Id="rId13" Type="http://schemas.openxmlformats.org/officeDocument/2006/relationships/customXml" Target="../ink/ink125.xml"/><Relationship Id="rId18" Type="http://schemas.openxmlformats.org/officeDocument/2006/relationships/image" Target="../media/image129.png"/><Relationship Id="rId39" Type="http://schemas.openxmlformats.org/officeDocument/2006/relationships/customXml" Target="../ink/ink138.xml"/><Relationship Id="rId109" Type="http://schemas.openxmlformats.org/officeDocument/2006/relationships/customXml" Target="../ink/ink175.xml"/><Relationship Id="rId34" Type="http://schemas.openxmlformats.org/officeDocument/2006/relationships/image" Target="../media/image137.png"/><Relationship Id="rId50" Type="http://schemas.openxmlformats.org/officeDocument/2006/relationships/image" Target="../media/image145.png"/><Relationship Id="rId55" Type="http://schemas.openxmlformats.org/officeDocument/2006/relationships/customXml" Target="../ink/ink146.xml"/><Relationship Id="rId76" Type="http://schemas.openxmlformats.org/officeDocument/2006/relationships/image" Target="../media/image157.png"/><Relationship Id="rId97" Type="http://schemas.openxmlformats.org/officeDocument/2006/relationships/customXml" Target="../ink/ink168.xml"/><Relationship Id="rId104" Type="http://schemas.openxmlformats.org/officeDocument/2006/relationships/image" Target="../media/image170.png"/><Relationship Id="rId120" Type="http://schemas.openxmlformats.org/officeDocument/2006/relationships/image" Target="../media/image177.png"/><Relationship Id="rId125" Type="http://schemas.openxmlformats.org/officeDocument/2006/relationships/customXml" Target="../ink/ink183.xml"/><Relationship Id="rId7" Type="http://schemas.openxmlformats.org/officeDocument/2006/relationships/customXml" Target="../ink/ink122.xml"/><Relationship Id="rId71" Type="http://schemas.openxmlformats.org/officeDocument/2006/relationships/customXml" Target="../ink/ink154.xml"/><Relationship Id="rId92" Type="http://schemas.openxmlformats.org/officeDocument/2006/relationships/image" Target="../media/image164.png"/><Relationship Id="rId2" Type="http://schemas.openxmlformats.org/officeDocument/2006/relationships/notesSlide" Target="../notesSlides/notesSlide4.xml"/><Relationship Id="rId29" Type="http://schemas.openxmlformats.org/officeDocument/2006/relationships/customXml" Target="../ink/ink133.xml"/><Relationship Id="rId24" Type="http://schemas.openxmlformats.org/officeDocument/2006/relationships/image" Target="../media/image132.png"/><Relationship Id="rId40" Type="http://schemas.openxmlformats.org/officeDocument/2006/relationships/image" Target="../media/image140.png"/><Relationship Id="rId45" Type="http://schemas.openxmlformats.org/officeDocument/2006/relationships/customXml" Target="../ink/ink141.xml"/><Relationship Id="rId66" Type="http://schemas.openxmlformats.org/officeDocument/2006/relationships/image" Target="../media/image152.png"/><Relationship Id="rId87" Type="http://schemas.openxmlformats.org/officeDocument/2006/relationships/customXml" Target="../ink/ink163.xml"/><Relationship Id="rId110" Type="http://schemas.openxmlformats.org/officeDocument/2006/relationships/image" Target="../media/image172.png"/><Relationship Id="rId115" Type="http://schemas.openxmlformats.org/officeDocument/2006/relationships/customXml" Target="../ink/ink178.xml"/><Relationship Id="rId131" Type="http://schemas.openxmlformats.org/officeDocument/2006/relationships/customXml" Target="../ink/ink186.xml"/><Relationship Id="rId61" Type="http://schemas.openxmlformats.org/officeDocument/2006/relationships/customXml" Target="../ink/ink149.xml"/><Relationship Id="rId82" Type="http://schemas.openxmlformats.org/officeDocument/2006/relationships/customXml" Target="../ink/ink160.xml"/><Relationship Id="rId19" Type="http://schemas.openxmlformats.org/officeDocument/2006/relationships/customXml" Target="../ink/ink128.xml"/></Relationships>
</file>

<file path=ppt/slides/_rels/slide41.xml.rels><?xml version="1.0" encoding="UTF-8" standalone="yes"?>
<Relationships xmlns="http://schemas.openxmlformats.org/package/2006/relationships"><Relationship Id="rId3" Type="http://schemas.openxmlformats.org/officeDocument/2006/relationships/image" Target="../media/image184.png"/><Relationship Id="rId2" Type="http://schemas.openxmlformats.org/officeDocument/2006/relationships/customXml" Target="../ink/ink188.xml"/><Relationship Id="rId1" Type="http://schemas.openxmlformats.org/officeDocument/2006/relationships/slideLayout" Target="../slideLayouts/slideLayout2.xml"/><Relationship Id="rId5" Type="http://schemas.openxmlformats.org/officeDocument/2006/relationships/image" Target="../media/image185.png"/><Relationship Id="rId4" Type="http://schemas.openxmlformats.org/officeDocument/2006/relationships/customXml" Target="../ink/ink18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8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8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hyperlink" Target="https://www.geeksforgeeks.org/a-search-algorithm/" TargetMode="External"/><Relationship Id="rId2" Type="http://schemas.openxmlformats.org/officeDocument/2006/relationships/hyperlink" Target="https://www.geeksforgeeks.org/iterative-deepening-searchids-iterative-deepening-depth-first-searchiddfs/" TargetMode="Externa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188.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189.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3" Type="http://schemas.openxmlformats.org/officeDocument/2006/relationships/customXml" Target="../ink/ink195.xml"/><Relationship Id="rId18" Type="http://schemas.openxmlformats.org/officeDocument/2006/relationships/image" Target="../media/image200.png"/><Relationship Id="rId26" Type="http://schemas.openxmlformats.org/officeDocument/2006/relationships/image" Target="../media/image204.png"/><Relationship Id="rId39" Type="http://schemas.openxmlformats.org/officeDocument/2006/relationships/customXml" Target="../ink/ink208.xml"/><Relationship Id="rId21" Type="http://schemas.openxmlformats.org/officeDocument/2006/relationships/customXml" Target="../ink/ink199.xml"/><Relationship Id="rId34" Type="http://schemas.openxmlformats.org/officeDocument/2006/relationships/image" Target="../media/image208.png"/><Relationship Id="rId42" Type="http://schemas.openxmlformats.org/officeDocument/2006/relationships/image" Target="../media/image212.png"/><Relationship Id="rId47" Type="http://schemas.openxmlformats.org/officeDocument/2006/relationships/customXml" Target="../ink/ink212.xml"/><Relationship Id="rId50" Type="http://schemas.openxmlformats.org/officeDocument/2006/relationships/image" Target="../media/image216.png"/><Relationship Id="rId55" Type="http://schemas.openxmlformats.org/officeDocument/2006/relationships/customXml" Target="../ink/ink216.xml"/><Relationship Id="rId63" Type="http://schemas.openxmlformats.org/officeDocument/2006/relationships/customXml" Target="../ink/ink220.xml"/><Relationship Id="rId68" Type="http://schemas.openxmlformats.org/officeDocument/2006/relationships/image" Target="../media/image225.png"/><Relationship Id="rId76" Type="http://schemas.openxmlformats.org/officeDocument/2006/relationships/image" Target="../media/image229.png"/><Relationship Id="rId7" Type="http://schemas.openxmlformats.org/officeDocument/2006/relationships/customXml" Target="../ink/ink192.xml"/><Relationship Id="rId71" Type="http://schemas.openxmlformats.org/officeDocument/2006/relationships/customXml" Target="../ink/ink224.xml"/><Relationship Id="rId2" Type="http://schemas.openxmlformats.org/officeDocument/2006/relationships/image" Target="../media/image190.png"/><Relationship Id="rId16" Type="http://schemas.openxmlformats.org/officeDocument/2006/relationships/image" Target="../media/image199.png"/><Relationship Id="rId29" Type="http://schemas.openxmlformats.org/officeDocument/2006/relationships/customXml" Target="../ink/ink203.xml"/><Relationship Id="rId11" Type="http://schemas.openxmlformats.org/officeDocument/2006/relationships/customXml" Target="../ink/ink194.xml"/><Relationship Id="rId24" Type="http://schemas.openxmlformats.org/officeDocument/2006/relationships/image" Target="../media/image203.png"/><Relationship Id="rId32" Type="http://schemas.openxmlformats.org/officeDocument/2006/relationships/image" Target="../media/image207.png"/><Relationship Id="rId37" Type="http://schemas.openxmlformats.org/officeDocument/2006/relationships/customXml" Target="../ink/ink207.xml"/><Relationship Id="rId40" Type="http://schemas.openxmlformats.org/officeDocument/2006/relationships/image" Target="../media/image211.png"/><Relationship Id="rId45" Type="http://schemas.openxmlformats.org/officeDocument/2006/relationships/customXml" Target="../ink/ink211.xml"/><Relationship Id="rId53" Type="http://schemas.openxmlformats.org/officeDocument/2006/relationships/customXml" Target="../ink/ink215.xml"/><Relationship Id="rId58" Type="http://schemas.openxmlformats.org/officeDocument/2006/relationships/image" Target="../media/image220.png"/><Relationship Id="rId66" Type="http://schemas.openxmlformats.org/officeDocument/2006/relationships/image" Target="../media/image224.png"/><Relationship Id="rId74" Type="http://schemas.openxmlformats.org/officeDocument/2006/relationships/image" Target="../media/image228.png"/><Relationship Id="rId5" Type="http://schemas.openxmlformats.org/officeDocument/2006/relationships/customXml" Target="../ink/ink191.xml"/><Relationship Id="rId15" Type="http://schemas.openxmlformats.org/officeDocument/2006/relationships/customXml" Target="../ink/ink196.xml"/><Relationship Id="rId23" Type="http://schemas.openxmlformats.org/officeDocument/2006/relationships/customXml" Target="../ink/ink200.xml"/><Relationship Id="rId28" Type="http://schemas.openxmlformats.org/officeDocument/2006/relationships/image" Target="../media/image205.png"/><Relationship Id="rId36" Type="http://schemas.openxmlformats.org/officeDocument/2006/relationships/image" Target="../media/image209.png"/><Relationship Id="rId49" Type="http://schemas.openxmlformats.org/officeDocument/2006/relationships/customXml" Target="../ink/ink213.xml"/><Relationship Id="rId57" Type="http://schemas.openxmlformats.org/officeDocument/2006/relationships/customXml" Target="../ink/ink217.xml"/><Relationship Id="rId61" Type="http://schemas.openxmlformats.org/officeDocument/2006/relationships/customXml" Target="../ink/ink219.xml"/><Relationship Id="rId10" Type="http://schemas.openxmlformats.org/officeDocument/2006/relationships/image" Target="../media/image196.png"/><Relationship Id="rId19" Type="http://schemas.openxmlformats.org/officeDocument/2006/relationships/customXml" Target="../ink/ink198.xml"/><Relationship Id="rId31" Type="http://schemas.openxmlformats.org/officeDocument/2006/relationships/customXml" Target="../ink/ink204.xml"/><Relationship Id="rId44" Type="http://schemas.openxmlformats.org/officeDocument/2006/relationships/image" Target="../media/image213.png"/><Relationship Id="rId52" Type="http://schemas.openxmlformats.org/officeDocument/2006/relationships/image" Target="../media/image217.png"/><Relationship Id="rId60" Type="http://schemas.openxmlformats.org/officeDocument/2006/relationships/image" Target="../media/image221.png"/><Relationship Id="rId65" Type="http://schemas.openxmlformats.org/officeDocument/2006/relationships/customXml" Target="../ink/ink221.xml"/><Relationship Id="rId73" Type="http://schemas.openxmlformats.org/officeDocument/2006/relationships/customXml" Target="../ink/ink225.xml"/><Relationship Id="rId78" Type="http://schemas.openxmlformats.org/officeDocument/2006/relationships/image" Target="../media/image230.png"/><Relationship Id="rId4" Type="http://schemas.openxmlformats.org/officeDocument/2006/relationships/image" Target="../media/image193.png"/><Relationship Id="rId9" Type="http://schemas.openxmlformats.org/officeDocument/2006/relationships/customXml" Target="../ink/ink193.xml"/><Relationship Id="rId14" Type="http://schemas.openxmlformats.org/officeDocument/2006/relationships/image" Target="../media/image198.png"/><Relationship Id="rId22" Type="http://schemas.openxmlformats.org/officeDocument/2006/relationships/image" Target="../media/image202.png"/><Relationship Id="rId27" Type="http://schemas.openxmlformats.org/officeDocument/2006/relationships/customXml" Target="../ink/ink202.xml"/><Relationship Id="rId30" Type="http://schemas.openxmlformats.org/officeDocument/2006/relationships/image" Target="../media/image206.png"/><Relationship Id="rId35" Type="http://schemas.openxmlformats.org/officeDocument/2006/relationships/customXml" Target="../ink/ink206.xml"/><Relationship Id="rId43" Type="http://schemas.openxmlformats.org/officeDocument/2006/relationships/customXml" Target="../ink/ink210.xml"/><Relationship Id="rId48" Type="http://schemas.openxmlformats.org/officeDocument/2006/relationships/image" Target="../media/image215.png"/><Relationship Id="rId56" Type="http://schemas.openxmlformats.org/officeDocument/2006/relationships/image" Target="../media/image219.png"/><Relationship Id="rId64" Type="http://schemas.openxmlformats.org/officeDocument/2006/relationships/image" Target="../media/image223.png"/><Relationship Id="rId69" Type="http://schemas.openxmlformats.org/officeDocument/2006/relationships/customXml" Target="../ink/ink223.xml"/><Relationship Id="rId77" Type="http://schemas.openxmlformats.org/officeDocument/2006/relationships/customXml" Target="../ink/ink227.xml"/><Relationship Id="rId8" Type="http://schemas.openxmlformats.org/officeDocument/2006/relationships/image" Target="../media/image195.png"/><Relationship Id="rId51" Type="http://schemas.openxmlformats.org/officeDocument/2006/relationships/customXml" Target="../ink/ink214.xml"/><Relationship Id="rId72" Type="http://schemas.openxmlformats.org/officeDocument/2006/relationships/image" Target="../media/image227.png"/><Relationship Id="rId3" Type="http://schemas.openxmlformats.org/officeDocument/2006/relationships/customXml" Target="../ink/ink190.xml"/><Relationship Id="rId12" Type="http://schemas.openxmlformats.org/officeDocument/2006/relationships/image" Target="../media/image197.png"/><Relationship Id="rId17" Type="http://schemas.openxmlformats.org/officeDocument/2006/relationships/customXml" Target="../ink/ink197.xml"/><Relationship Id="rId25" Type="http://schemas.openxmlformats.org/officeDocument/2006/relationships/customXml" Target="../ink/ink201.xml"/><Relationship Id="rId33" Type="http://schemas.openxmlformats.org/officeDocument/2006/relationships/customXml" Target="../ink/ink205.xml"/><Relationship Id="rId38" Type="http://schemas.openxmlformats.org/officeDocument/2006/relationships/image" Target="../media/image210.png"/><Relationship Id="rId46" Type="http://schemas.openxmlformats.org/officeDocument/2006/relationships/image" Target="../media/image214.png"/><Relationship Id="rId59" Type="http://schemas.openxmlformats.org/officeDocument/2006/relationships/customXml" Target="../ink/ink218.xml"/><Relationship Id="rId67" Type="http://schemas.openxmlformats.org/officeDocument/2006/relationships/customXml" Target="../ink/ink222.xml"/><Relationship Id="rId20" Type="http://schemas.openxmlformats.org/officeDocument/2006/relationships/image" Target="../media/image201.png"/><Relationship Id="rId41" Type="http://schemas.openxmlformats.org/officeDocument/2006/relationships/customXml" Target="../ink/ink209.xml"/><Relationship Id="rId54" Type="http://schemas.openxmlformats.org/officeDocument/2006/relationships/image" Target="../media/image218.png"/><Relationship Id="rId62" Type="http://schemas.openxmlformats.org/officeDocument/2006/relationships/image" Target="../media/image222.png"/><Relationship Id="rId70" Type="http://schemas.openxmlformats.org/officeDocument/2006/relationships/image" Target="../media/image226.png"/><Relationship Id="rId75" Type="http://schemas.openxmlformats.org/officeDocument/2006/relationships/customXml" Target="../ink/ink226.xml"/><Relationship Id="rId1" Type="http://schemas.openxmlformats.org/officeDocument/2006/relationships/slideLayout" Target="../slideLayouts/slideLayout6.xml"/><Relationship Id="rId6" Type="http://schemas.openxmlformats.org/officeDocument/2006/relationships/image" Target="../media/image194.png"/></Relationships>
</file>

<file path=ppt/slides/_rels/slide55.xml.rels><?xml version="1.0" encoding="UTF-8" standalone="yes"?>
<Relationships xmlns="http://schemas.openxmlformats.org/package/2006/relationships"><Relationship Id="rId2" Type="http://schemas.openxmlformats.org/officeDocument/2006/relationships/image" Target="../media/image191.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8" Type="http://schemas.openxmlformats.org/officeDocument/2006/relationships/image" Target="../media/image235.png"/><Relationship Id="rId3" Type="http://schemas.openxmlformats.org/officeDocument/2006/relationships/customXml" Target="../ink/ink228.xml"/><Relationship Id="rId7" Type="http://schemas.openxmlformats.org/officeDocument/2006/relationships/customXml" Target="../ink/ink230.xml"/><Relationship Id="rId12" Type="http://schemas.openxmlformats.org/officeDocument/2006/relationships/image" Target="../media/image71.png"/><Relationship Id="rId2" Type="http://schemas.openxmlformats.org/officeDocument/2006/relationships/image" Target="../media/image192.png"/><Relationship Id="rId1" Type="http://schemas.openxmlformats.org/officeDocument/2006/relationships/slideLayout" Target="../slideLayouts/slideLayout6.xml"/><Relationship Id="rId6" Type="http://schemas.openxmlformats.org/officeDocument/2006/relationships/image" Target="../media/image234.png"/><Relationship Id="rId11" Type="http://schemas.openxmlformats.org/officeDocument/2006/relationships/customXml" Target="../ink/ink232.xml"/><Relationship Id="rId5" Type="http://schemas.openxmlformats.org/officeDocument/2006/relationships/customXml" Target="../ink/ink229.xml"/><Relationship Id="rId10" Type="http://schemas.openxmlformats.org/officeDocument/2006/relationships/image" Target="../media/image236.png"/><Relationship Id="rId4" Type="http://schemas.openxmlformats.org/officeDocument/2006/relationships/image" Target="../media/image233.png"/><Relationship Id="rId9" Type="http://schemas.openxmlformats.org/officeDocument/2006/relationships/customXml" Target="../ink/ink231.xml"/></Relationships>
</file>

<file path=ppt/slides/_rels/slide57.xml.rels><?xml version="1.0" encoding="UTF-8" standalone="yes"?>
<Relationships xmlns="http://schemas.openxmlformats.org/package/2006/relationships"><Relationship Id="rId2" Type="http://schemas.openxmlformats.org/officeDocument/2006/relationships/image" Target="../media/image231.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232.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image" Target="../media/image237.pn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image" Target="../media/image238.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image" Target="../media/image239.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8" Type="http://schemas.openxmlformats.org/officeDocument/2006/relationships/image" Target="../media/image244.png"/><Relationship Id="rId13" Type="http://schemas.openxmlformats.org/officeDocument/2006/relationships/customXml" Target="../ink/ink238.xml"/><Relationship Id="rId18" Type="http://schemas.openxmlformats.org/officeDocument/2006/relationships/image" Target="../media/image249.png"/><Relationship Id="rId26" Type="http://schemas.openxmlformats.org/officeDocument/2006/relationships/image" Target="../media/image253.png"/><Relationship Id="rId3" Type="http://schemas.openxmlformats.org/officeDocument/2006/relationships/customXml" Target="../ink/ink233.xml"/><Relationship Id="rId21" Type="http://schemas.openxmlformats.org/officeDocument/2006/relationships/customXml" Target="../ink/ink242.xml"/><Relationship Id="rId7" Type="http://schemas.openxmlformats.org/officeDocument/2006/relationships/customXml" Target="../ink/ink235.xml"/><Relationship Id="rId12" Type="http://schemas.openxmlformats.org/officeDocument/2006/relationships/image" Target="../media/image246.png"/><Relationship Id="rId17" Type="http://schemas.openxmlformats.org/officeDocument/2006/relationships/customXml" Target="../ink/ink240.xml"/><Relationship Id="rId25" Type="http://schemas.openxmlformats.org/officeDocument/2006/relationships/customXml" Target="../ink/ink244.xml"/><Relationship Id="rId2" Type="http://schemas.openxmlformats.org/officeDocument/2006/relationships/image" Target="../media/image240.png"/><Relationship Id="rId16" Type="http://schemas.openxmlformats.org/officeDocument/2006/relationships/image" Target="../media/image248.png"/><Relationship Id="rId20" Type="http://schemas.openxmlformats.org/officeDocument/2006/relationships/image" Target="../media/image250.png"/><Relationship Id="rId29" Type="http://schemas.openxmlformats.org/officeDocument/2006/relationships/customXml" Target="../ink/ink246.xml"/><Relationship Id="rId1" Type="http://schemas.openxmlformats.org/officeDocument/2006/relationships/slideLayout" Target="../slideLayouts/slideLayout6.xml"/><Relationship Id="rId6" Type="http://schemas.openxmlformats.org/officeDocument/2006/relationships/image" Target="../media/image243.png"/><Relationship Id="rId11" Type="http://schemas.openxmlformats.org/officeDocument/2006/relationships/customXml" Target="../ink/ink237.xml"/><Relationship Id="rId24" Type="http://schemas.openxmlformats.org/officeDocument/2006/relationships/image" Target="../media/image252.png"/><Relationship Id="rId5" Type="http://schemas.openxmlformats.org/officeDocument/2006/relationships/customXml" Target="../ink/ink234.xml"/><Relationship Id="rId15" Type="http://schemas.openxmlformats.org/officeDocument/2006/relationships/customXml" Target="../ink/ink239.xml"/><Relationship Id="rId23" Type="http://schemas.openxmlformats.org/officeDocument/2006/relationships/customXml" Target="../ink/ink243.xml"/><Relationship Id="rId28" Type="http://schemas.openxmlformats.org/officeDocument/2006/relationships/image" Target="../media/image254.png"/><Relationship Id="rId10" Type="http://schemas.openxmlformats.org/officeDocument/2006/relationships/image" Target="../media/image245.png"/><Relationship Id="rId19" Type="http://schemas.openxmlformats.org/officeDocument/2006/relationships/customXml" Target="../ink/ink241.xml"/><Relationship Id="rId4" Type="http://schemas.openxmlformats.org/officeDocument/2006/relationships/image" Target="../media/image71.png"/><Relationship Id="rId9" Type="http://schemas.openxmlformats.org/officeDocument/2006/relationships/customXml" Target="../ink/ink236.xml"/><Relationship Id="rId14" Type="http://schemas.openxmlformats.org/officeDocument/2006/relationships/image" Target="../media/image247.png"/><Relationship Id="rId22" Type="http://schemas.openxmlformats.org/officeDocument/2006/relationships/image" Target="../media/image251.png"/><Relationship Id="rId27" Type="http://schemas.openxmlformats.org/officeDocument/2006/relationships/customXml" Target="../ink/ink245.xml"/><Relationship Id="rId30" Type="http://schemas.openxmlformats.org/officeDocument/2006/relationships/image" Target="../media/image255.png"/></Relationships>
</file>

<file path=ppt/slides/_rels/slide63.xml.rels><?xml version="1.0" encoding="UTF-8" standalone="yes"?>
<Relationships xmlns="http://schemas.openxmlformats.org/package/2006/relationships"><Relationship Id="rId2" Type="http://schemas.openxmlformats.org/officeDocument/2006/relationships/image" Target="../media/image241.jpe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image" Target="../media/image242.emf"/><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customXml" Target="../ink/ink247.xml"/><Relationship Id="rId2" Type="http://schemas.openxmlformats.org/officeDocument/2006/relationships/image" Target="../media/image256.png"/><Relationship Id="rId1" Type="http://schemas.openxmlformats.org/officeDocument/2006/relationships/slideLayout" Target="../slideLayouts/slideLayout7.xml"/><Relationship Id="rId6" Type="http://schemas.openxmlformats.org/officeDocument/2006/relationships/image" Target="../media/image71.png"/><Relationship Id="rId5" Type="http://schemas.openxmlformats.org/officeDocument/2006/relationships/customXml" Target="../ink/ink248.xml"/><Relationship Id="rId4" Type="http://schemas.openxmlformats.org/officeDocument/2006/relationships/image" Target="../media/image259.png"/></Relationships>
</file>

<file path=ppt/slides/_rels/slide66.xml.rels><?xml version="1.0" encoding="UTF-8" standalone="yes"?>
<Relationships xmlns="http://schemas.openxmlformats.org/package/2006/relationships"><Relationship Id="rId8" Type="http://schemas.openxmlformats.org/officeDocument/2006/relationships/image" Target="../media/image262.png"/><Relationship Id="rId13" Type="http://schemas.openxmlformats.org/officeDocument/2006/relationships/customXml" Target="../ink/ink254.xml"/><Relationship Id="rId18" Type="http://schemas.openxmlformats.org/officeDocument/2006/relationships/image" Target="../media/image159.png"/><Relationship Id="rId26" Type="http://schemas.openxmlformats.org/officeDocument/2006/relationships/image" Target="../media/image270.png"/><Relationship Id="rId39" Type="http://schemas.openxmlformats.org/officeDocument/2006/relationships/customXml" Target="../ink/ink267.xml"/><Relationship Id="rId3" Type="http://schemas.openxmlformats.org/officeDocument/2006/relationships/customXml" Target="../ink/ink249.xml"/><Relationship Id="rId21" Type="http://schemas.openxmlformats.org/officeDocument/2006/relationships/customXml" Target="../ink/ink258.xml"/><Relationship Id="rId34" Type="http://schemas.openxmlformats.org/officeDocument/2006/relationships/image" Target="../media/image274.png"/><Relationship Id="rId42" Type="http://schemas.openxmlformats.org/officeDocument/2006/relationships/image" Target="../media/image278.png"/><Relationship Id="rId7" Type="http://schemas.openxmlformats.org/officeDocument/2006/relationships/customXml" Target="../ink/ink251.xml"/><Relationship Id="rId12" Type="http://schemas.openxmlformats.org/officeDocument/2006/relationships/image" Target="../media/image264.png"/><Relationship Id="rId17" Type="http://schemas.openxmlformats.org/officeDocument/2006/relationships/customXml" Target="../ink/ink256.xml"/><Relationship Id="rId25" Type="http://schemas.openxmlformats.org/officeDocument/2006/relationships/customXml" Target="../ink/ink260.xml"/><Relationship Id="rId33" Type="http://schemas.openxmlformats.org/officeDocument/2006/relationships/customXml" Target="../ink/ink264.xml"/><Relationship Id="rId38" Type="http://schemas.openxmlformats.org/officeDocument/2006/relationships/image" Target="../media/image276.png"/><Relationship Id="rId46" Type="http://schemas.openxmlformats.org/officeDocument/2006/relationships/image" Target="../media/image280.png"/><Relationship Id="rId2" Type="http://schemas.openxmlformats.org/officeDocument/2006/relationships/image" Target="../media/image256.png"/><Relationship Id="rId16" Type="http://schemas.openxmlformats.org/officeDocument/2006/relationships/image" Target="../media/image266.png"/><Relationship Id="rId20" Type="http://schemas.openxmlformats.org/officeDocument/2006/relationships/image" Target="../media/image267.png"/><Relationship Id="rId29" Type="http://schemas.openxmlformats.org/officeDocument/2006/relationships/customXml" Target="../ink/ink262.xml"/><Relationship Id="rId41" Type="http://schemas.openxmlformats.org/officeDocument/2006/relationships/customXml" Target="../ink/ink268.xml"/><Relationship Id="rId1" Type="http://schemas.openxmlformats.org/officeDocument/2006/relationships/slideLayout" Target="../slideLayouts/slideLayout7.xml"/><Relationship Id="rId6" Type="http://schemas.openxmlformats.org/officeDocument/2006/relationships/image" Target="../media/image261.png"/><Relationship Id="rId11" Type="http://schemas.openxmlformats.org/officeDocument/2006/relationships/customXml" Target="../ink/ink253.xml"/><Relationship Id="rId24" Type="http://schemas.openxmlformats.org/officeDocument/2006/relationships/image" Target="../media/image269.png"/><Relationship Id="rId32" Type="http://schemas.openxmlformats.org/officeDocument/2006/relationships/image" Target="../media/image273.png"/><Relationship Id="rId37" Type="http://schemas.openxmlformats.org/officeDocument/2006/relationships/customXml" Target="../ink/ink266.xml"/><Relationship Id="rId40" Type="http://schemas.openxmlformats.org/officeDocument/2006/relationships/image" Target="../media/image277.png"/><Relationship Id="rId45" Type="http://schemas.openxmlformats.org/officeDocument/2006/relationships/customXml" Target="../ink/ink270.xml"/><Relationship Id="rId5" Type="http://schemas.openxmlformats.org/officeDocument/2006/relationships/customXml" Target="../ink/ink250.xml"/><Relationship Id="rId15" Type="http://schemas.openxmlformats.org/officeDocument/2006/relationships/customXml" Target="../ink/ink255.xml"/><Relationship Id="rId23" Type="http://schemas.openxmlformats.org/officeDocument/2006/relationships/customXml" Target="../ink/ink259.xml"/><Relationship Id="rId28" Type="http://schemas.openxmlformats.org/officeDocument/2006/relationships/image" Target="../media/image271.png"/><Relationship Id="rId36" Type="http://schemas.openxmlformats.org/officeDocument/2006/relationships/image" Target="../media/image275.png"/><Relationship Id="rId10" Type="http://schemas.openxmlformats.org/officeDocument/2006/relationships/image" Target="../media/image263.png"/><Relationship Id="rId19" Type="http://schemas.openxmlformats.org/officeDocument/2006/relationships/customXml" Target="../ink/ink257.xml"/><Relationship Id="rId31" Type="http://schemas.openxmlformats.org/officeDocument/2006/relationships/customXml" Target="../ink/ink263.xml"/><Relationship Id="rId44" Type="http://schemas.openxmlformats.org/officeDocument/2006/relationships/image" Target="../media/image279.png"/><Relationship Id="rId4" Type="http://schemas.openxmlformats.org/officeDocument/2006/relationships/image" Target="../media/image260.png"/><Relationship Id="rId9" Type="http://schemas.openxmlformats.org/officeDocument/2006/relationships/customXml" Target="../ink/ink252.xml"/><Relationship Id="rId14" Type="http://schemas.openxmlformats.org/officeDocument/2006/relationships/image" Target="../media/image265.png"/><Relationship Id="rId22" Type="http://schemas.openxmlformats.org/officeDocument/2006/relationships/image" Target="../media/image268.png"/><Relationship Id="rId27" Type="http://schemas.openxmlformats.org/officeDocument/2006/relationships/customXml" Target="../ink/ink261.xml"/><Relationship Id="rId30" Type="http://schemas.openxmlformats.org/officeDocument/2006/relationships/image" Target="../media/image272.png"/><Relationship Id="rId35" Type="http://schemas.openxmlformats.org/officeDocument/2006/relationships/customXml" Target="../ink/ink265.xml"/><Relationship Id="rId43" Type="http://schemas.openxmlformats.org/officeDocument/2006/relationships/customXml" Target="../ink/ink269.xml"/></Relationships>
</file>

<file path=ppt/slides/_rels/slide67.xml.rels><?xml version="1.0" encoding="UTF-8" standalone="yes"?>
<Relationships xmlns="http://schemas.openxmlformats.org/package/2006/relationships"><Relationship Id="rId13" Type="http://schemas.openxmlformats.org/officeDocument/2006/relationships/customXml" Target="../ink/ink276.xml"/><Relationship Id="rId18" Type="http://schemas.openxmlformats.org/officeDocument/2006/relationships/customXml" Target="../ink/ink279.xml"/><Relationship Id="rId26" Type="http://schemas.openxmlformats.org/officeDocument/2006/relationships/customXml" Target="../ink/ink283.xml"/><Relationship Id="rId39" Type="http://schemas.openxmlformats.org/officeDocument/2006/relationships/customXml" Target="../ink/ink290.xml"/><Relationship Id="rId21" Type="http://schemas.openxmlformats.org/officeDocument/2006/relationships/image" Target="../media/image287.png"/><Relationship Id="rId34" Type="http://schemas.openxmlformats.org/officeDocument/2006/relationships/customXml" Target="../ink/ink287.xml"/><Relationship Id="rId42" Type="http://schemas.openxmlformats.org/officeDocument/2006/relationships/image" Target="../media/image297.png"/><Relationship Id="rId47" Type="http://schemas.openxmlformats.org/officeDocument/2006/relationships/customXml" Target="../ink/ink294.xml"/><Relationship Id="rId50" Type="http://schemas.openxmlformats.org/officeDocument/2006/relationships/customXml" Target="../ink/ink296.xml"/><Relationship Id="rId55" Type="http://schemas.openxmlformats.org/officeDocument/2006/relationships/image" Target="../media/image303.png"/><Relationship Id="rId63" Type="http://schemas.openxmlformats.org/officeDocument/2006/relationships/image" Target="../media/image307.png"/><Relationship Id="rId68" Type="http://schemas.openxmlformats.org/officeDocument/2006/relationships/image" Target="../media/image308.png"/><Relationship Id="rId76" Type="http://schemas.openxmlformats.org/officeDocument/2006/relationships/customXml" Target="../ink/ink311.xml"/><Relationship Id="rId84" Type="http://schemas.openxmlformats.org/officeDocument/2006/relationships/customXml" Target="../ink/ink315.xml"/><Relationship Id="rId89" Type="http://schemas.openxmlformats.org/officeDocument/2006/relationships/image" Target="../media/image318.png"/><Relationship Id="rId7" Type="http://schemas.openxmlformats.org/officeDocument/2006/relationships/customXml" Target="../ink/ink273.xml"/><Relationship Id="rId71" Type="http://schemas.openxmlformats.org/officeDocument/2006/relationships/customXml" Target="../ink/ink308.xml"/><Relationship Id="rId92" Type="http://schemas.openxmlformats.org/officeDocument/2006/relationships/customXml" Target="../ink/ink319.xml"/><Relationship Id="rId2" Type="http://schemas.openxmlformats.org/officeDocument/2006/relationships/image" Target="../media/image256.png"/><Relationship Id="rId16" Type="http://schemas.openxmlformats.org/officeDocument/2006/relationships/image" Target="../media/image71.png"/><Relationship Id="rId29" Type="http://schemas.openxmlformats.org/officeDocument/2006/relationships/image" Target="../media/image291.png"/><Relationship Id="rId11" Type="http://schemas.openxmlformats.org/officeDocument/2006/relationships/customXml" Target="../ink/ink275.xml"/><Relationship Id="rId24" Type="http://schemas.openxmlformats.org/officeDocument/2006/relationships/customXml" Target="../ink/ink282.xml"/><Relationship Id="rId32" Type="http://schemas.openxmlformats.org/officeDocument/2006/relationships/customXml" Target="../ink/ink286.xml"/><Relationship Id="rId37" Type="http://schemas.openxmlformats.org/officeDocument/2006/relationships/customXml" Target="../ink/ink289.xml"/><Relationship Id="rId40" Type="http://schemas.openxmlformats.org/officeDocument/2006/relationships/image" Target="../media/image296.png"/><Relationship Id="rId45" Type="http://schemas.openxmlformats.org/officeDocument/2006/relationships/customXml" Target="../ink/ink293.xml"/><Relationship Id="rId53" Type="http://schemas.openxmlformats.org/officeDocument/2006/relationships/image" Target="../media/image302.png"/><Relationship Id="rId58" Type="http://schemas.openxmlformats.org/officeDocument/2006/relationships/customXml" Target="../ink/ink300.xml"/><Relationship Id="rId66" Type="http://schemas.openxmlformats.org/officeDocument/2006/relationships/customXml" Target="../ink/ink305.xml"/><Relationship Id="rId74" Type="http://schemas.openxmlformats.org/officeDocument/2006/relationships/customXml" Target="../ink/ink310.xml"/><Relationship Id="rId79" Type="http://schemas.openxmlformats.org/officeDocument/2006/relationships/image" Target="../media/image313.png"/><Relationship Id="rId87" Type="http://schemas.openxmlformats.org/officeDocument/2006/relationships/image" Target="../media/image317.png"/><Relationship Id="rId5" Type="http://schemas.openxmlformats.org/officeDocument/2006/relationships/customXml" Target="../ink/ink272.xml"/><Relationship Id="rId61" Type="http://schemas.openxmlformats.org/officeDocument/2006/relationships/image" Target="../media/image306.png"/><Relationship Id="rId82" Type="http://schemas.openxmlformats.org/officeDocument/2006/relationships/customXml" Target="../ink/ink314.xml"/><Relationship Id="rId90" Type="http://schemas.openxmlformats.org/officeDocument/2006/relationships/customXml" Target="../ink/ink318.xml"/><Relationship Id="rId95" Type="http://schemas.openxmlformats.org/officeDocument/2006/relationships/image" Target="../media/image321.png"/><Relationship Id="rId19" Type="http://schemas.openxmlformats.org/officeDocument/2006/relationships/image" Target="../media/image286.png"/><Relationship Id="rId14" Type="http://schemas.openxmlformats.org/officeDocument/2006/relationships/image" Target="../media/image285.png"/><Relationship Id="rId22" Type="http://schemas.openxmlformats.org/officeDocument/2006/relationships/customXml" Target="../ink/ink281.xml"/><Relationship Id="rId27" Type="http://schemas.openxmlformats.org/officeDocument/2006/relationships/image" Target="../media/image290.png"/><Relationship Id="rId30" Type="http://schemas.openxmlformats.org/officeDocument/2006/relationships/customXml" Target="../ink/ink285.xml"/><Relationship Id="rId35" Type="http://schemas.openxmlformats.org/officeDocument/2006/relationships/image" Target="../media/image294.png"/><Relationship Id="rId43" Type="http://schemas.openxmlformats.org/officeDocument/2006/relationships/customXml" Target="../ink/ink292.xml"/><Relationship Id="rId48" Type="http://schemas.openxmlformats.org/officeDocument/2006/relationships/image" Target="../media/image300.png"/><Relationship Id="rId56" Type="http://schemas.openxmlformats.org/officeDocument/2006/relationships/customXml" Target="../ink/ink299.xml"/><Relationship Id="rId64" Type="http://schemas.openxmlformats.org/officeDocument/2006/relationships/customXml" Target="../ink/ink303.xml"/><Relationship Id="rId69" Type="http://schemas.openxmlformats.org/officeDocument/2006/relationships/customXml" Target="../ink/ink307.xml"/><Relationship Id="rId77" Type="http://schemas.openxmlformats.org/officeDocument/2006/relationships/image" Target="../media/image312.png"/><Relationship Id="rId8" Type="http://schemas.openxmlformats.org/officeDocument/2006/relationships/image" Target="../media/image160.png"/><Relationship Id="rId51" Type="http://schemas.openxmlformats.org/officeDocument/2006/relationships/image" Target="../media/image301.png"/><Relationship Id="rId72" Type="http://schemas.openxmlformats.org/officeDocument/2006/relationships/image" Target="../media/image310.png"/><Relationship Id="rId80" Type="http://schemas.openxmlformats.org/officeDocument/2006/relationships/customXml" Target="../ink/ink313.xml"/><Relationship Id="rId85" Type="http://schemas.openxmlformats.org/officeDocument/2006/relationships/image" Target="../media/image316.png"/><Relationship Id="rId93" Type="http://schemas.openxmlformats.org/officeDocument/2006/relationships/image" Target="../media/image320.png"/><Relationship Id="rId3" Type="http://schemas.openxmlformats.org/officeDocument/2006/relationships/customXml" Target="../ink/ink271.xml"/><Relationship Id="rId12" Type="http://schemas.openxmlformats.org/officeDocument/2006/relationships/image" Target="../media/image284.png"/><Relationship Id="rId17" Type="http://schemas.openxmlformats.org/officeDocument/2006/relationships/customXml" Target="../ink/ink278.xml"/><Relationship Id="rId25" Type="http://schemas.openxmlformats.org/officeDocument/2006/relationships/image" Target="../media/image289.png"/><Relationship Id="rId33" Type="http://schemas.openxmlformats.org/officeDocument/2006/relationships/image" Target="../media/image293.png"/><Relationship Id="rId38" Type="http://schemas.openxmlformats.org/officeDocument/2006/relationships/image" Target="../media/image295.png"/><Relationship Id="rId46" Type="http://schemas.openxmlformats.org/officeDocument/2006/relationships/image" Target="../media/image299.png"/><Relationship Id="rId59" Type="http://schemas.openxmlformats.org/officeDocument/2006/relationships/image" Target="../media/image305.png"/><Relationship Id="rId67" Type="http://schemas.openxmlformats.org/officeDocument/2006/relationships/customXml" Target="../ink/ink306.xml"/><Relationship Id="rId20" Type="http://schemas.openxmlformats.org/officeDocument/2006/relationships/customXml" Target="../ink/ink280.xml"/><Relationship Id="rId41" Type="http://schemas.openxmlformats.org/officeDocument/2006/relationships/customXml" Target="../ink/ink291.xml"/><Relationship Id="rId54" Type="http://schemas.openxmlformats.org/officeDocument/2006/relationships/customXml" Target="../ink/ink298.xml"/><Relationship Id="rId62" Type="http://schemas.openxmlformats.org/officeDocument/2006/relationships/customXml" Target="../ink/ink302.xml"/><Relationship Id="rId70" Type="http://schemas.openxmlformats.org/officeDocument/2006/relationships/image" Target="../media/image309.png"/><Relationship Id="rId75" Type="http://schemas.openxmlformats.org/officeDocument/2006/relationships/image" Target="../media/image311.png"/><Relationship Id="rId83" Type="http://schemas.openxmlformats.org/officeDocument/2006/relationships/image" Target="../media/image315.png"/><Relationship Id="rId88" Type="http://schemas.openxmlformats.org/officeDocument/2006/relationships/customXml" Target="../ink/ink317.xml"/><Relationship Id="rId91" Type="http://schemas.openxmlformats.org/officeDocument/2006/relationships/image" Target="../media/image319.png"/><Relationship Id="rId1" Type="http://schemas.openxmlformats.org/officeDocument/2006/relationships/slideLayout" Target="../slideLayouts/slideLayout7.xml"/><Relationship Id="rId6" Type="http://schemas.openxmlformats.org/officeDocument/2006/relationships/image" Target="../media/image282.png"/><Relationship Id="rId15" Type="http://schemas.openxmlformats.org/officeDocument/2006/relationships/customXml" Target="../ink/ink277.xml"/><Relationship Id="rId23" Type="http://schemas.openxmlformats.org/officeDocument/2006/relationships/image" Target="../media/image288.png"/><Relationship Id="rId28" Type="http://schemas.openxmlformats.org/officeDocument/2006/relationships/customXml" Target="../ink/ink284.xml"/><Relationship Id="rId36" Type="http://schemas.openxmlformats.org/officeDocument/2006/relationships/customXml" Target="../ink/ink288.xml"/><Relationship Id="rId49" Type="http://schemas.openxmlformats.org/officeDocument/2006/relationships/customXml" Target="../ink/ink295.xml"/><Relationship Id="rId57" Type="http://schemas.openxmlformats.org/officeDocument/2006/relationships/image" Target="../media/image304.png"/><Relationship Id="rId10" Type="http://schemas.openxmlformats.org/officeDocument/2006/relationships/image" Target="../media/image283.png"/><Relationship Id="rId31" Type="http://schemas.openxmlformats.org/officeDocument/2006/relationships/image" Target="../media/image292.png"/><Relationship Id="rId44" Type="http://schemas.openxmlformats.org/officeDocument/2006/relationships/image" Target="../media/image298.png"/><Relationship Id="rId52" Type="http://schemas.openxmlformats.org/officeDocument/2006/relationships/customXml" Target="../ink/ink297.xml"/><Relationship Id="rId60" Type="http://schemas.openxmlformats.org/officeDocument/2006/relationships/customXml" Target="../ink/ink301.xml"/><Relationship Id="rId65" Type="http://schemas.openxmlformats.org/officeDocument/2006/relationships/customXml" Target="../ink/ink304.xml"/><Relationship Id="rId73" Type="http://schemas.openxmlformats.org/officeDocument/2006/relationships/customXml" Target="../ink/ink309.xml"/><Relationship Id="rId78" Type="http://schemas.openxmlformats.org/officeDocument/2006/relationships/customXml" Target="../ink/ink312.xml"/><Relationship Id="rId81" Type="http://schemas.openxmlformats.org/officeDocument/2006/relationships/image" Target="../media/image314.png"/><Relationship Id="rId86" Type="http://schemas.openxmlformats.org/officeDocument/2006/relationships/customXml" Target="../ink/ink316.xml"/><Relationship Id="rId94" Type="http://schemas.openxmlformats.org/officeDocument/2006/relationships/customXml" Target="../ink/ink320.xml"/><Relationship Id="rId4" Type="http://schemas.openxmlformats.org/officeDocument/2006/relationships/image" Target="../media/image281.png"/><Relationship Id="rId9" Type="http://schemas.openxmlformats.org/officeDocument/2006/relationships/customXml" Target="../ink/ink274.xml"/></Relationships>
</file>

<file path=ppt/slides/_rels/slide68.xml.rels><?xml version="1.0" encoding="UTF-8" standalone="yes"?>
<Relationships xmlns="http://schemas.openxmlformats.org/package/2006/relationships"><Relationship Id="rId13" Type="http://schemas.openxmlformats.org/officeDocument/2006/relationships/customXml" Target="../ink/ink326.xml"/><Relationship Id="rId18" Type="http://schemas.openxmlformats.org/officeDocument/2006/relationships/image" Target="../media/image329.png"/><Relationship Id="rId26" Type="http://schemas.openxmlformats.org/officeDocument/2006/relationships/image" Target="../media/image71.png"/><Relationship Id="rId39" Type="http://schemas.openxmlformats.org/officeDocument/2006/relationships/customXml" Target="../ink/ink339.xml"/><Relationship Id="rId21" Type="http://schemas.openxmlformats.org/officeDocument/2006/relationships/customXml" Target="../ink/ink330.xml"/><Relationship Id="rId34" Type="http://schemas.openxmlformats.org/officeDocument/2006/relationships/image" Target="../media/image336.png"/><Relationship Id="rId42" Type="http://schemas.openxmlformats.org/officeDocument/2006/relationships/image" Target="../media/image340.png"/><Relationship Id="rId47" Type="http://schemas.openxmlformats.org/officeDocument/2006/relationships/customXml" Target="../ink/ink343.xml"/><Relationship Id="rId50" Type="http://schemas.openxmlformats.org/officeDocument/2006/relationships/image" Target="../media/image344.png"/><Relationship Id="rId55" Type="http://schemas.openxmlformats.org/officeDocument/2006/relationships/customXml" Target="../ink/ink347.xml"/><Relationship Id="rId63" Type="http://schemas.openxmlformats.org/officeDocument/2006/relationships/customXml" Target="../ink/ink351.xml"/><Relationship Id="rId7" Type="http://schemas.openxmlformats.org/officeDocument/2006/relationships/customXml" Target="../ink/ink323.xml"/><Relationship Id="rId2" Type="http://schemas.openxmlformats.org/officeDocument/2006/relationships/image" Target="../media/image256.png"/><Relationship Id="rId16" Type="http://schemas.openxmlformats.org/officeDocument/2006/relationships/image" Target="../media/image328.png"/><Relationship Id="rId20" Type="http://schemas.openxmlformats.org/officeDocument/2006/relationships/image" Target="../media/image330.png"/><Relationship Id="rId29" Type="http://schemas.openxmlformats.org/officeDocument/2006/relationships/customXml" Target="../ink/ink334.xml"/><Relationship Id="rId41" Type="http://schemas.openxmlformats.org/officeDocument/2006/relationships/customXml" Target="../ink/ink340.xml"/><Relationship Id="rId54" Type="http://schemas.openxmlformats.org/officeDocument/2006/relationships/image" Target="../media/image346.png"/><Relationship Id="rId62" Type="http://schemas.openxmlformats.org/officeDocument/2006/relationships/image" Target="../media/image350.png"/><Relationship Id="rId1" Type="http://schemas.openxmlformats.org/officeDocument/2006/relationships/slideLayout" Target="../slideLayouts/slideLayout7.xml"/><Relationship Id="rId6" Type="http://schemas.openxmlformats.org/officeDocument/2006/relationships/image" Target="../media/image323.png"/><Relationship Id="rId11" Type="http://schemas.openxmlformats.org/officeDocument/2006/relationships/customXml" Target="../ink/ink325.xml"/><Relationship Id="rId24" Type="http://schemas.openxmlformats.org/officeDocument/2006/relationships/image" Target="../media/image332.png"/><Relationship Id="rId32" Type="http://schemas.openxmlformats.org/officeDocument/2006/relationships/image" Target="../media/image335.png"/><Relationship Id="rId37" Type="http://schemas.openxmlformats.org/officeDocument/2006/relationships/customXml" Target="../ink/ink338.xml"/><Relationship Id="rId40" Type="http://schemas.openxmlformats.org/officeDocument/2006/relationships/image" Target="../media/image339.png"/><Relationship Id="rId45" Type="http://schemas.openxmlformats.org/officeDocument/2006/relationships/customXml" Target="../ink/ink342.xml"/><Relationship Id="rId53" Type="http://schemas.openxmlformats.org/officeDocument/2006/relationships/customXml" Target="../ink/ink346.xml"/><Relationship Id="rId58" Type="http://schemas.openxmlformats.org/officeDocument/2006/relationships/image" Target="../media/image348.png"/><Relationship Id="rId66" Type="http://schemas.openxmlformats.org/officeDocument/2006/relationships/image" Target="../media/image352.png"/><Relationship Id="rId5" Type="http://schemas.openxmlformats.org/officeDocument/2006/relationships/customXml" Target="../ink/ink322.xml"/><Relationship Id="rId15" Type="http://schemas.openxmlformats.org/officeDocument/2006/relationships/customXml" Target="../ink/ink327.xml"/><Relationship Id="rId23" Type="http://schemas.openxmlformats.org/officeDocument/2006/relationships/customXml" Target="../ink/ink331.xml"/><Relationship Id="rId28" Type="http://schemas.openxmlformats.org/officeDocument/2006/relationships/image" Target="../media/image333.png"/><Relationship Id="rId36" Type="http://schemas.openxmlformats.org/officeDocument/2006/relationships/image" Target="../media/image337.png"/><Relationship Id="rId49" Type="http://schemas.openxmlformats.org/officeDocument/2006/relationships/customXml" Target="../ink/ink344.xml"/><Relationship Id="rId57" Type="http://schemas.openxmlformats.org/officeDocument/2006/relationships/customXml" Target="../ink/ink348.xml"/><Relationship Id="rId61" Type="http://schemas.openxmlformats.org/officeDocument/2006/relationships/customXml" Target="../ink/ink350.xml"/><Relationship Id="rId10" Type="http://schemas.openxmlformats.org/officeDocument/2006/relationships/image" Target="../media/image325.png"/><Relationship Id="rId19" Type="http://schemas.openxmlformats.org/officeDocument/2006/relationships/customXml" Target="../ink/ink329.xml"/><Relationship Id="rId31" Type="http://schemas.openxmlformats.org/officeDocument/2006/relationships/customXml" Target="../ink/ink335.xml"/><Relationship Id="rId44" Type="http://schemas.openxmlformats.org/officeDocument/2006/relationships/image" Target="../media/image341.png"/><Relationship Id="rId52" Type="http://schemas.openxmlformats.org/officeDocument/2006/relationships/image" Target="../media/image345.png"/><Relationship Id="rId60" Type="http://schemas.openxmlformats.org/officeDocument/2006/relationships/image" Target="../media/image349.png"/><Relationship Id="rId65" Type="http://schemas.openxmlformats.org/officeDocument/2006/relationships/customXml" Target="../ink/ink352.xml"/><Relationship Id="rId4" Type="http://schemas.openxmlformats.org/officeDocument/2006/relationships/image" Target="../media/image322.png"/><Relationship Id="rId9" Type="http://schemas.openxmlformats.org/officeDocument/2006/relationships/customXml" Target="../ink/ink324.xml"/><Relationship Id="rId14" Type="http://schemas.openxmlformats.org/officeDocument/2006/relationships/image" Target="../media/image327.png"/><Relationship Id="rId22" Type="http://schemas.openxmlformats.org/officeDocument/2006/relationships/image" Target="../media/image331.png"/><Relationship Id="rId27" Type="http://schemas.openxmlformats.org/officeDocument/2006/relationships/customXml" Target="../ink/ink333.xml"/><Relationship Id="rId30" Type="http://schemas.openxmlformats.org/officeDocument/2006/relationships/image" Target="../media/image334.png"/><Relationship Id="rId35" Type="http://schemas.openxmlformats.org/officeDocument/2006/relationships/customXml" Target="../ink/ink337.xml"/><Relationship Id="rId43" Type="http://schemas.openxmlformats.org/officeDocument/2006/relationships/customXml" Target="../ink/ink341.xml"/><Relationship Id="rId48" Type="http://schemas.openxmlformats.org/officeDocument/2006/relationships/image" Target="../media/image343.png"/><Relationship Id="rId56" Type="http://schemas.openxmlformats.org/officeDocument/2006/relationships/image" Target="../media/image347.png"/><Relationship Id="rId64" Type="http://schemas.openxmlformats.org/officeDocument/2006/relationships/image" Target="../media/image351.png"/><Relationship Id="rId8" Type="http://schemas.openxmlformats.org/officeDocument/2006/relationships/image" Target="../media/image324.png"/><Relationship Id="rId51" Type="http://schemas.openxmlformats.org/officeDocument/2006/relationships/customXml" Target="../ink/ink345.xml"/><Relationship Id="rId3" Type="http://schemas.openxmlformats.org/officeDocument/2006/relationships/customXml" Target="../ink/ink321.xml"/><Relationship Id="rId12" Type="http://schemas.openxmlformats.org/officeDocument/2006/relationships/image" Target="../media/image326.png"/><Relationship Id="rId17" Type="http://schemas.openxmlformats.org/officeDocument/2006/relationships/customXml" Target="../ink/ink328.xml"/><Relationship Id="rId25" Type="http://schemas.openxmlformats.org/officeDocument/2006/relationships/customXml" Target="../ink/ink332.xml"/><Relationship Id="rId33" Type="http://schemas.openxmlformats.org/officeDocument/2006/relationships/customXml" Target="../ink/ink336.xml"/><Relationship Id="rId38" Type="http://schemas.openxmlformats.org/officeDocument/2006/relationships/image" Target="../media/image338.png"/><Relationship Id="rId46" Type="http://schemas.openxmlformats.org/officeDocument/2006/relationships/image" Target="../media/image342.png"/><Relationship Id="rId59" Type="http://schemas.openxmlformats.org/officeDocument/2006/relationships/customXml" Target="../ink/ink349.xml"/></Relationships>
</file>

<file path=ppt/slides/_rels/slide69.xml.rels><?xml version="1.0" encoding="UTF-8" standalone="yes"?>
<Relationships xmlns="http://schemas.openxmlformats.org/package/2006/relationships"><Relationship Id="rId13" Type="http://schemas.openxmlformats.org/officeDocument/2006/relationships/customXml" Target="../ink/ink358.xml"/><Relationship Id="rId18" Type="http://schemas.openxmlformats.org/officeDocument/2006/relationships/image" Target="../media/image356.png"/><Relationship Id="rId26" Type="http://schemas.openxmlformats.org/officeDocument/2006/relationships/customXml" Target="../ink/ink365.xml"/><Relationship Id="rId39" Type="http://schemas.openxmlformats.org/officeDocument/2006/relationships/image" Target="../media/image366.png"/><Relationship Id="rId21" Type="http://schemas.openxmlformats.org/officeDocument/2006/relationships/customXml" Target="../ink/ink362.xml"/><Relationship Id="rId34" Type="http://schemas.openxmlformats.org/officeDocument/2006/relationships/customXml" Target="../ink/ink369.xml"/><Relationship Id="rId42" Type="http://schemas.openxmlformats.org/officeDocument/2006/relationships/customXml" Target="../ink/ink373.xml"/><Relationship Id="rId47" Type="http://schemas.openxmlformats.org/officeDocument/2006/relationships/image" Target="../media/image370.png"/><Relationship Id="rId50" Type="http://schemas.openxmlformats.org/officeDocument/2006/relationships/customXml" Target="../ink/ink377.xml"/><Relationship Id="rId55" Type="http://schemas.openxmlformats.org/officeDocument/2006/relationships/image" Target="../media/image374.png"/><Relationship Id="rId63" Type="http://schemas.openxmlformats.org/officeDocument/2006/relationships/image" Target="../media/image378.png"/><Relationship Id="rId68" Type="http://schemas.openxmlformats.org/officeDocument/2006/relationships/customXml" Target="../ink/ink386.xml"/><Relationship Id="rId76" Type="http://schemas.openxmlformats.org/officeDocument/2006/relationships/customXml" Target="../ink/ink390.xml"/><Relationship Id="rId7" Type="http://schemas.openxmlformats.org/officeDocument/2006/relationships/customXml" Target="../ink/ink355.xml"/><Relationship Id="rId71" Type="http://schemas.openxmlformats.org/officeDocument/2006/relationships/image" Target="../media/image382.png"/><Relationship Id="rId2" Type="http://schemas.openxmlformats.org/officeDocument/2006/relationships/image" Target="../media/image256.png"/><Relationship Id="rId16" Type="http://schemas.openxmlformats.org/officeDocument/2006/relationships/image" Target="../media/image355.png"/><Relationship Id="rId29" Type="http://schemas.openxmlformats.org/officeDocument/2006/relationships/image" Target="../media/image361.png"/><Relationship Id="rId11" Type="http://schemas.openxmlformats.org/officeDocument/2006/relationships/customXml" Target="../ink/ink357.xml"/><Relationship Id="rId24" Type="http://schemas.openxmlformats.org/officeDocument/2006/relationships/image" Target="../media/image359.png"/><Relationship Id="rId32" Type="http://schemas.openxmlformats.org/officeDocument/2006/relationships/customXml" Target="../ink/ink368.xml"/><Relationship Id="rId37" Type="http://schemas.openxmlformats.org/officeDocument/2006/relationships/image" Target="../media/image365.png"/><Relationship Id="rId40" Type="http://schemas.openxmlformats.org/officeDocument/2006/relationships/customXml" Target="../ink/ink372.xml"/><Relationship Id="rId45" Type="http://schemas.openxmlformats.org/officeDocument/2006/relationships/image" Target="../media/image369.png"/><Relationship Id="rId53" Type="http://schemas.openxmlformats.org/officeDocument/2006/relationships/image" Target="../media/image373.png"/><Relationship Id="rId58" Type="http://schemas.openxmlformats.org/officeDocument/2006/relationships/customXml" Target="../ink/ink381.xml"/><Relationship Id="rId66" Type="http://schemas.openxmlformats.org/officeDocument/2006/relationships/customXml" Target="../ink/ink385.xml"/><Relationship Id="rId74" Type="http://schemas.openxmlformats.org/officeDocument/2006/relationships/customXml" Target="../ink/ink389.xml"/><Relationship Id="rId79" Type="http://schemas.openxmlformats.org/officeDocument/2006/relationships/image" Target="../media/image386.png"/><Relationship Id="rId5" Type="http://schemas.openxmlformats.org/officeDocument/2006/relationships/customXml" Target="../ink/ink354.xml"/><Relationship Id="rId61" Type="http://schemas.openxmlformats.org/officeDocument/2006/relationships/image" Target="../media/image377.png"/><Relationship Id="rId10" Type="http://schemas.openxmlformats.org/officeDocument/2006/relationships/image" Target="../media/image353.png"/><Relationship Id="rId19" Type="http://schemas.openxmlformats.org/officeDocument/2006/relationships/customXml" Target="../ink/ink361.xml"/><Relationship Id="rId31" Type="http://schemas.openxmlformats.org/officeDocument/2006/relationships/image" Target="../media/image362.png"/><Relationship Id="rId44" Type="http://schemas.openxmlformats.org/officeDocument/2006/relationships/customXml" Target="../ink/ink374.xml"/><Relationship Id="rId52" Type="http://schemas.openxmlformats.org/officeDocument/2006/relationships/customXml" Target="../ink/ink378.xml"/><Relationship Id="rId60" Type="http://schemas.openxmlformats.org/officeDocument/2006/relationships/customXml" Target="../ink/ink382.xml"/><Relationship Id="rId65" Type="http://schemas.openxmlformats.org/officeDocument/2006/relationships/image" Target="../media/image379.png"/><Relationship Id="rId73" Type="http://schemas.openxmlformats.org/officeDocument/2006/relationships/image" Target="../media/image383.png"/><Relationship Id="rId78" Type="http://schemas.openxmlformats.org/officeDocument/2006/relationships/customXml" Target="../ink/ink391.xml"/><Relationship Id="rId81" Type="http://schemas.openxmlformats.org/officeDocument/2006/relationships/image" Target="../media/image387.png"/><Relationship Id="rId4" Type="http://schemas.openxmlformats.org/officeDocument/2006/relationships/image" Target="../media/image3300.png"/><Relationship Id="rId9" Type="http://schemas.openxmlformats.org/officeDocument/2006/relationships/customXml" Target="../ink/ink356.xml"/><Relationship Id="rId14" Type="http://schemas.openxmlformats.org/officeDocument/2006/relationships/image" Target="../media/image354.png"/><Relationship Id="rId22" Type="http://schemas.openxmlformats.org/officeDocument/2006/relationships/image" Target="../media/image358.png"/><Relationship Id="rId27" Type="http://schemas.openxmlformats.org/officeDocument/2006/relationships/image" Target="../media/image360.png"/><Relationship Id="rId30" Type="http://schemas.openxmlformats.org/officeDocument/2006/relationships/customXml" Target="../ink/ink367.xml"/><Relationship Id="rId35" Type="http://schemas.openxmlformats.org/officeDocument/2006/relationships/image" Target="../media/image364.png"/><Relationship Id="rId43" Type="http://schemas.openxmlformats.org/officeDocument/2006/relationships/image" Target="../media/image368.png"/><Relationship Id="rId48" Type="http://schemas.openxmlformats.org/officeDocument/2006/relationships/customXml" Target="../ink/ink376.xml"/><Relationship Id="rId56" Type="http://schemas.openxmlformats.org/officeDocument/2006/relationships/customXml" Target="../ink/ink380.xml"/><Relationship Id="rId64" Type="http://schemas.openxmlformats.org/officeDocument/2006/relationships/customXml" Target="../ink/ink384.xml"/><Relationship Id="rId69" Type="http://schemas.openxmlformats.org/officeDocument/2006/relationships/image" Target="../media/image381.png"/><Relationship Id="rId77" Type="http://schemas.openxmlformats.org/officeDocument/2006/relationships/image" Target="../media/image385.png"/><Relationship Id="rId8" Type="http://schemas.openxmlformats.org/officeDocument/2006/relationships/image" Target="../media/image3500.png"/><Relationship Id="rId51" Type="http://schemas.openxmlformats.org/officeDocument/2006/relationships/image" Target="../media/image372.png"/><Relationship Id="rId72" Type="http://schemas.openxmlformats.org/officeDocument/2006/relationships/customXml" Target="../ink/ink388.xml"/><Relationship Id="rId80" Type="http://schemas.openxmlformats.org/officeDocument/2006/relationships/customXml" Target="../ink/ink392.xml"/><Relationship Id="rId3" Type="http://schemas.openxmlformats.org/officeDocument/2006/relationships/customXml" Target="../ink/ink353.xml"/><Relationship Id="rId12" Type="http://schemas.openxmlformats.org/officeDocument/2006/relationships/image" Target="../media/image71.png"/><Relationship Id="rId17" Type="http://schemas.openxmlformats.org/officeDocument/2006/relationships/customXml" Target="../ink/ink360.xml"/><Relationship Id="rId25" Type="http://schemas.openxmlformats.org/officeDocument/2006/relationships/customXml" Target="../ink/ink364.xml"/><Relationship Id="rId33" Type="http://schemas.openxmlformats.org/officeDocument/2006/relationships/image" Target="../media/image363.png"/><Relationship Id="rId38" Type="http://schemas.openxmlformats.org/officeDocument/2006/relationships/customXml" Target="../ink/ink371.xml"/><Relationship Id="rId46" Type="http://schemas.openxmlformats.org/officeDocument/2006/relationships/customXml" Target="../ink/ink375.xml"/><Relationship Id="rId59" Type="http://schemas.openxmlformats.org/officeDocument/2006/relationships/image" Target="../media/image376.png"/><Relationship Id="rId67" Type="http://schemas.openxmlformats.org/officeDocument/2006/relationships/image" Target="../media/image380.png"/><Relationship Id="rId20" Type="http://schemas.openxmlformats.org/officeDocument/2006/relationships/image" Target="../media/image357.png"/><Relationship Id="rId41" Type="http://schemas.openxmlformats.org/officeDocument/2006/relationships/image" Target="../media/image367.png"/><Relationship Id="rId54" Type="http://schemas.openxmlformats.org/officeDocument/2006/relationships/customXml" Target="../ink/ink379.xml"/><Relationship Id="rId62" Type="http://schemas.openxmlformats.org/officeDocument/2006/relationships/customXml" Target="../ink/ink383.xml"/><Relationship Id="rId70" Type="http://schemas.openxmlformats.org/officeDocument/2006/relationships/customXml" Target="../ink/ink387.xml"/><Relationship Id="rId75" Type="http://schemas.openxmlformats.org/officeDocument/2006/relationships/image" Target="../media/image384.png"/><Relationship Id="rId1" Type="http://schemas.openxmlformats.org/officeDocument/2006/relationships/slideLayout" Target="../slideLayouts/slideLayout7.xml"/><Relationship Id="rId6" Type="http://schemas.openxmlformats.org/officeDocument/2006/relationships/image" Target="../media/image3400.png"/><Relationship Id="rId15" Type="http://schemas.openxmlformats.org/officeDocument/2006/relationships/customXml" Target="../ink/ink359.xml"/><Relationship Id="rId23" Type="http://schemas.openxmlformats.org/officeDocument/2006/relationships/customXml" Target="../ink/ink363.xml"/><Relationship Id="rId28" Type="http://schemas.openxmlformats.org/officeDocument/2006/relationships/customXml" Target="../ink/ink366.xml"/><Relationship Id="rId36" Type="http://schemas.openxmlformats.org/officeDocument/2006/relationships/customXml" Target="../ink/ink370.xml"/><Relationship Id="rId49" Type="http://schemas.openxmlformats.org/officeDocument/2006/relationships/image" Target="../media/image371.png"/><Relationship Id="rId57" Type="http://schemas.openxmlformats.org/officeDocument/2006/relationships/image" Target="../media/image37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593010"/>
            <a:ext cx="9144000" cy="1314768"/>
          </a:xfrm>
        </p:spPr>
        <p:txBody>
          <a:bodyPr/>
          <a:lstStyle/>
          <a:p>
            <a:r>
              <a:rPr lang="en-US" dirty="0"/>
              <a:t>Informed Search - II</a:t>
            </a:r>
          </a:p>
        </p:txBody>
      </p:sp>
      <p:sp>
        <p:nvSpPr>
          <p:cNvPr id="3" name="Subtitle 2"/>
          <p:cNvSpPr>
            <a:spLocks noGrp="1"/>
          </p:cNvSpPr>
          <p:nvPr>
            <p:ph type="subTitle" idx="1"/>
          </p:nvPr>
        </p:nvSpPr>
        <p:spPr>
          <a:xfrm>
            <a:off x="1524000" y="1899246"/>
            <a:ext cx="9144000" cy="1655762"/>
          </a:xfrm>
        </p:spPr>
        <p:txBody>
          <a:bodyPr/>
          <a:lstStyle/>
          <a:p>
            <a:r>
              <a:rPr lang="en-US" dirty="0"/>
              <a:t>A* Search Algorithm</a:t>
            </a:r>
          </a:p>
        </p:txBody>
      </p:sp>
      <p:pic>
        <p:nvPicPr>
          <p:cNvPr id="4" name="Picture 3"/>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2138988" y="1907778"/>
            <a:ext cx="7914023" cy="4950222"/>
          </a:xfrm>
          <a:prstGeom prst="rect">
            <a:avLst/>
          </a:prstGeom>
          <a:noFill/>
        </p:spPr>
      </p:pic>
    </p:spTree>
    <p:extLst>
      <p:ext uri="{BB962C8B-B14F-4D97-AF65-F5344CB8AC3E}">
        <p14:creationId xmlns:p14="http://schemas.microsoft.com/office/powerpoint/2010/main" val="4215461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Previous Lecture </a:t>
            </a:r>
          </a:p>
        </p:txBody>
      </p:sp>
      <p:sp>
        <p:nvSpPr>
          <p:cNvPr id="3" name="Content Placeholder 2"/>
          <p:cNvSpPr>
            <a:spLocks noGrp="1"/>
          </p:cNvSpPr>
          <p:nvPr>
            <p:ph idx="1"/>
          </p:nvPr>
        </p:nvSpPr>
        <p:spPr/>
        <p:txBody>
          <a:bodyPr/>
          <a:lstStyle/>
          <a:p>
            <a:r>
              <a:rPr lang="en-US" dirty="0"/>
              <a:t>Heuristics</a:t>
            </a:r>
          </a:p>
          <a:p>
            <a:r>
              <a:rPr lang="en-US" dirty="0"/>
              <a:t>Greedy Search</a:t>
            </a:r>
          </a:p>
        </p:txBody>
      </p:sp>
    </p:spTree>
    <p:extLst>
      <p:ext uri="{BB962C8B-B14F-4D97-AF65-F5344CB8AC3E}">
        <p14:creationId xmlns:p14="http://schemas.microsoft.com/office/powerpoint/2010/main" val="14925341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2849425"/>
            <a:ext cx="10515600" cy="2852737"/>
          </a:xfrm>
        </p:spPr>
        <p:txBody>
          <a:bodyPr/>
          <a:lstStyle/>
          <a:p>
            <a:pPr algn="ctr"/>
            <a:r>
              <a:rPr lang="en-US" dirty="0"/>
              <a:t>A* Search</a:t>
            </a:r>
          </a:p>
        </p:txBody>
      </p:sp>
      <mc:AlternateContent xmlns:mc="http://schemas.openxmlformats.org/markup-compatibility/2006" xmlns:a14="http://schemas.microsoft.com/office/drawing/2010/main">
        <mc:Choice Requires="a14">
          <p:sp>
            <p:nvSpPr>
              <p:cNvPr id="4" name="Text Placeholder 3"/>
              <p:cNvSpPr>
                <a:spLocks noGrp="1"/>
              </p:cNvSpPr>
              <p:nvPr>
                <p:ph type="body" idx="1"/>
              </p:nvPr>
            </p:nvSpPr>
            <p:spPr>
              <a:xfrm>
                <a:off x="831850" y="5583377"/>
                <a:ext cx="10515600" cy="499372"/>
              </a:xfrm>
            </p:spPr>
            <p:txBody>
              <a:bodyPr/>
              <a:lstStyle/>
              <a:p>
                <a:pPr algn="ctr"/>
                <a:r>
                  <a:rPr lang="en-US" altLang="x-none" dirty="0">
                    <a:solidFill>
                      <a:srgbClr val="002060"/>
                    </a:solidFill>
                  </a:rPr>
                  <a:t>eval-fn: </a:t>
                </a:r>
                <a14:m>
                  <m:oMath xmlns:m="http://schemas.openxmlformats.org/officeDocument/2006/math">
                    <m:r>
                      <a:rPr lang="en-US" altLang="x-none" b="0" i="1" dirty="0" smtClean="0">
                        <a:solidFill>
                          <a:srgbClr val="002060"/>
                        </a:solidFill>
                        <a:latin typeface="Cambria Math"/>
                      </a:rPr>
                      <m:t>𝑓</m:t>
                    </m:r>
                    <m:r>
                      <a:rPr lang="en-US" altLang="x-none" b="0" i="1" dirty="0" smtClean="0">
                        <a:solidFill>
                          <a:srgbClr val="002060"/>
                        </a:solidFill>
                        <a:latin typeface="Cambria Math"/>
                      </a:rPr>
                      <m:t>(</m:t>
                    </m:r>
                    <m:r>
                      <a:rPr lang="en-US" altLang="x-none" b="0" i="1" dirty="0" smtClean="0">
                        <a:solidFill>
                          <a:srgbClr val="002060"/>
                        </a:solidFill>
                        <a:latin typeface="Cambria Math"/>
                      </a:rPr>
                      <m:t>𝑛</m:t>
                    </m:r>
                    <m:r>
                      <a:rPr lang="en-US" altLang="x-none" b="0" i="1" dirty="0" smtClean="0">
                        <a:solidFill>
                          <a:srgbClr val="002060"/>
                        </a:solidFill>
                        <a:latin typeface="Cambria Math"/>
                      </a:rPr>
                      <m:t>)=</m:t>
                    </m:r>
                    <m:r>
                      <a:rPr lang="en-US" altLang="x-none" b="0" i="1" dirty="0" smtClean="0">
                        <a:solidFill>
                          <a:srgbClr val="002060"/>
                        </a:solidFill>
                        <a:latin typeface="Cambria Math"/>
                      </a:rPr>
                      <m:t>𝑔</m:t>
                    </m:r>
                    <m:r>
                      <a:rPr lang="en-US" altLang="x-none" b="0" i="1" dirty="0" smtClean="0">
                        <a:solidFill>
                          <a:srgbClr val="002060"/>
                        </a:solidFill>
                        <a:latin typeface="Cambria Math"/>
                      </a:rPr>
                      <m:t>(</m:t>
                    </m:r>
                    <m:r>
                      <a:rPr lang="en-US" altLang="x-none" b="0" i="1" dirty="0" smtClean="0">
                        <a:solidFill>
                          <a:srgbClr val="002060"/>
                        </a:solidFill>
                        <a:latin typeface="Cambria Math"/>
                      </a:rPr>
                      <m:t>𝑛</m:t>
                    </m:r>
                    <m:r>
                      <a:rPr lang="en-US" altLang="x-none" b="0" i="1" dirty="0" smtClean="0">
                        <a:solidFill>
                          <a:srgbClr val="002060"/>
                        </a:solidFill>
                        <a:latin typeface="Cambria Math"/>
                      </a:rPr>
                      <m:t>)+</m:t>
                    </m:r>
                    <m:r>
                      <a:rPr lang="en-US" altLang="x-none" b="0" i="1" dirty="0" smtClean="0">
                        <a:solidFill>
                          <a:srgbClr val="002060"/>
                        </a:solidFill>
                        <a:latin typeface="Cambria Math"/>
                      </a:rPr>
                      <m:t>ℎ</m:t>
                    </m:r>
                    <m:r>
                      <a:rPr lang="en-US" altLang="x-none" b="0" i="1" dirty="0" smtClean="0">
                        <a:solidFill>
                          <a:srgbClr val="002060"/>
                        </a:solidFill>
                        <a:latin typeface="Cambria Math"/>
                      </a:rPr>
                      <m:t>(</m:t>
                    </m:r>
                    <m:r>
                      <a:rPr lang="en-US" altLang="x-none" b="0" i="1" dirty="0" smtClean="0">
                        <a:solidFill>
                          <a:srgbClr val="002060"/>
                        </a:solidFill>
                        <a:latin typeface="Cambria Math"/>
                      </a:rPr>
                      <m:t>𝑛</m:t>
                    </m:r>
                    <m:r>
                      <a:rPr lang="en-US" altLang="x-none" b="0" i="1" dirty="0" smtClean="0">
                        <a:solidFill>
                          <a:srgbClr val="002060"/>
                        </a:solidFill>
                        <a:latin typeface="Cambria Math"/>
                      </a:rPr>
                      <m:t>)</m:t>
                    </m:r>
                  </m:oMath>
                </a14:m>
                <a:endParaRPr lang="en-US" altLang="x-none" dirty="0">
                  <a:solidFill>
                    <a:srgbClr val="002060"/>
                  </a:solidFill>
                </a:endParaRPr>
              </a:p>
              <a:p>
                <a:endParaRPr lang="en-US" dirty="0"/>
              </a:p>
            </p:txBody>
          </p:sp>
        </mc:Choice>
        <mc:Fallback xmlns="">
          <p:sp>
            <p:nvSpPr>
              <p:cNvPr id="4" name="Text Placeholder 3"/>
              <p:cNvSpPr>
                <a:spLocks noGrp="1" noRot="1" noChangeAspect="1" noMove="1" noResize="1" noEditPoints="1" noAdjustHandles="1" noChangeArrowheads="1" noChangeShapeType="1" noTextEdit="1"/>
              </p:cNvSpPr>
              <p:nvPr>
                <p:ph type="body" idx="1"/>
              </p:nvPr>
            </p:nvSpPr>
            <p:spPr>
              <a:xfrm>
                <a:off x="831850" y="5583377"/>
                <a:ext cx="10515600" cy="499372"/>
              </a:xfrm>
              <a:blipFill rotWithShape="0">
                <a:blip r:embed="rId2"/>
                <a:stretch>
                  <a:fillRect t="-17073" b="-12195"/>
                </a:stretch>
              </a:blipFill>
            </p:spPr>
            <p:txBody>
              <a:bodyPr/>
              <a:lstStyle/>
              <a:p>
                <a:r>
                  <a:rPr lang="en-US">
                    <a:noFill/>
                  </a:rPr>
                  <a:t> </a:t>
                </a:r>
              </a:p>
            </p:txBody>
          </p:sp>
        </mc:Fallback>
      </mc:AlternateContent>
      <p:pic>
        <p:nvPicPr>
          <p:cNvPr id="5123" name="Picture 3"/>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1715856" y="2468838"/>
            <a:ext cx="8747587" cy="980944"/>
          </a:xfrm>
          <a:prstGeom prst="rect">
            <a:avLst/>
          </a:prstGeom>
          <a:noFill/>
        </p:spPr>
      </p:pic>
    </p:spTree>
    <p:extLst>
      <p:ext uri="{BB962C8B-B14F-4D97-AF65-F5344CB8AC3E}">
        <p14:creationId xmlns:p14="http://schemas.microsoft.com/office/powerpoint/2010/main" val="1010184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p:cNvSpPr>
            <a:spLocks noGrp="1" noChangeArrowheads="1"/>
          </p:cNvSpPr>
          <p:nvPr>
            <p:ph type="title"/>
          </p:nvPr>
        </p:nvSpPr>
        <p:spPr/>
        <p:txBody>
          <a:bodyPr/>
          <a:lstStyle/>
          <a:p>
            <a:r>
              <a:rPr lang="en-US" altLang="x-none"/>
              <a:t>A* (A Star) </a:t>
            </a:r>
            <a:endParaRPr lang="en-GB" altLang="x-none"/>
          </a:p>
        </p:txBody>
      </p:sp>
      <mc:AlternateContent xmlns:mc="http://schemas.openxmlformats.org/markup-compatibility/2006" xmlns:a14="http://schemas.microsoft.com/office/drawing/2010/main">
        <mc:Choice Requires="a14">
          <p:sp>
            <p:nvSpPr>
              <p:cNvPr id="274435" name="Rectangle 3"/>
              <p:cNvSpPr>
                <a:spLocks noGrp="1" noChangeArrowheads="1"/>
              </p:cNvSpPr>
              <p:nvPr>
                <p:ph idx="1"/>
              </p:nvPr>
            </p:nvSpPr>
            <p:spPr/>
            <p:txBody>
              <a:bodyPr>
                <a:normAutofit lnSpcReduction="10000"/>
              </a:bodyPr>
              <a:lstStyle/>
              <a:p>
                <a:r>
                  <a:rPr lang="en-GB" altLang="x-none" dirty="0"/>
                  <a:t>Although  </a:t>
                </a:r>
                <a:r>
                  <a:rPr lang="en-US" altLang="x-none" dirty="0"/>
                  <a:t>Greedy Search </a:t>
                </a:r>
                <a:r>
                  <a:rPr lang="en-GB" altLang="x-none" dirty="0"/>
                  <a:t>can considerably cut the search time (</a:t>
                </a:r>
                <a:r>
                  <a:rPr lang="en-GB" altLang="x-none" dirty="0">
                    <a:solidFill>
                      <a:srgbClr val="0000FF"/>
                    </a:solidFill>
                  </a:rPr>
                  <a:t>efficient</a:t>
                </a:r>
                <a:r>
                  <a:rPr lang="en-GB" altLang="x-none" dirty="0"/>
                  <a:t>), it is </a:t>
                </a:r>
                <a:r>
                  <a:rPr lang="en-GB" altLang="x-none" dirty="0">
                    <a:solidFill>
                      <a:srgbClr val="FF0000"/>
                    </a:solidFill>
                  </a:rPr>
                  <a:t>neither optimal nor complete</a:t>
                </a:r>
                <a:r>
                  <a:rPr lang="en-GB" altLang="x-none" dirty="0"/>
                  <a:t>.</a:t>
                </a:r>
                <a:endParaRPr lang="en-US" altLang="x-none" dirty="0"/>
              </a:p>
              <a:p>
                <a:r>
                  <a:rPr lang="en-US" altLang="x-none" dirty="0"/>
                  <a:t>Uniform Cost Search minimizes the cost </a:t>
                </a:r>
                <a14:m>
                  <m:oMath xmlns:m="http://schemas.openxmlformats.org/officeDocument/2006/math">
                    <m:r>
                      <a:rPr lang="en-US" altLang="x-none" i="1" dirty="0" smtClean="0">
                        <a:solidFill>
                          <a:srgbClr val="0000FF"/>
                        </a:solidFill>
                        <a:latin typeface="Cambria Math"/>
                      </a:rPr>
                      <m:t>𝑔</m:t>
                    </m:r>
                    <m:r>
                      <a:rPr lang="en-US" altLang="x-none" i="1" dirty="0" smtClean="0">
                        <a:solidFill>
                          <a:srgbClr val="0000FF"/>
                        </a:solidFill>
                        <a:latin typeface="Cambria Math"/>
                      </a:rPr>
                      <m:t>(</m:t>
                    </m:r>
                    <m:r>
                      <a:rPr lang="en-US" altLang="x-none" i="1" dirty="0" smtClean="0">
                        <a:solidFill>
                          <a:srgbClr val="0000FF"/>
                        </a:solidFill>
                        <a:latin typeface="Cambria Math"/>
                      </a:rPr>
                      <m:t>𝑛</m:t>
                    </m:r>
                    <m:r>
                      <a:rPr lang="en-US" altLang="x-none" i="1" dirty="0" smtClean="0">
                        <a:solidFill>
                          <a:srgbClr val="0000FF"/>
                        </a:solidFill>
                        <a:latin typeface="Cambria Math"/>
                      </a:rPr>
                      <m:t>)</m:t>
                    </m:r>
                  </m:oMath>
                </a14:m>
                <a:r>
                  <a:rPr lang="en-US" altLang="x-none" dirty="0"/>
                  <a:t> from the initial state to </a:t>
                </a:r>
                <a14:m>
                  <m:oMath xmlns:m="http://schemas.openxmlformats.org/officeDocument/2006/math">
                    <m:r>
                      <a:rPr lang="en-US" altLang="x-none" i="1" dirty="0" smtClean="0">
                        <a:solidFill>
                          <a:srgbClr val="0000FF"/>
                        </a:solidFill>
                        <a:latin typeface="Cambria Math"/>
                      </a:rPr>
                      <m:t>𝑛</m:t>
                    </m:r>
                  </m:oMath>
                </a14:m>
                <a:r>
                  <a:rPr lang="en-US" altLang="x-none" dirty="0"/>
                  <a:t>. </a:t>
                </a:r>
                <a:r>
                  <a:rPr lang="en-US" altLang="x-none" dirty="0">
                    <a:solidFill>
                      <a:srgbClr val="FF0000"/>
                    </a:solidFill>
                  </a:rPr>
                  <a:t>UCS is optimal and complete but </a:t>
                </a:r>
                <a:r>
                  <a:rPr lang="en-US" altLang="x-none" dirty="0">
                    <a:solidFill>
                      <a:srgbClr val="0000FF"/>
                    </a:solidFill>
                  </a:rPr>
                  <a:t>not efficient</a:t>
                </a:r>
                <a:r>
                  <a:rPr lang="en-US" altLang="x-none" dirty="0">
                    <a:solidFill>
                      <a:srgbClr val="FF0000"/>
                    </a:solidFill>
                  </a:rPr>
                  <a:t>.</a:t>
                </a:r>
              </a:p>
              <a:p>
                <a:endParaRPr lang="en-US" altLang="x-none" dirty="0"/>
              </a:p>
              <a:p>
                <a:r>
                  <a:rPr lang="en-US" altLang="x-none" dirty="0"/>
                  <a:t>New Strategy: </a:t>
                </a:r>
                <a:r>
                  <a:rPr lang="en-US" altLang="x-none" dirty="0">
                    <a:solidFill>
                      <a:srgbClr val="FF0000"/>
                    </a:solidFill>
                  </a:rPr>
                  <a:t>Combine Greedy Search and UCS</a:t>
                </a:r>
                <a:r>
                  <a:rPr lang="en-US" altLang="x-none" dirty="0"/>
                  <a:t> to get an </a:t>
                </a:r>
                <a:r>
                  <a:rPr lang="en-US" altLang="x-none" dirty="0">
                    <a:solidFill>
                      <a:srgbClr val="0000FF"/>
                    </a:solidFill>
                  </a:rPr>
                  <a:t>efficient algorithm </a:t>
                </a:r>
                <a:r>
                  <a:rPr lang="en-US" altLang="x-none" dirty="0"/>
                  <a:t>which is </a:t>
                </a:r>
                <a:r>
                  <a:rPr lang="en-US" altLang="x-none" u="sng" dirty="0">
                    <a:solidFill>
                      <a:srgbClr val="FF0000"/>
                    </a:solidFill>
                  </a:rPr>
                  <a:t>complete</a:t>
                </a:r>
                <a:r>
                  <a:rPr lang="en-US" altLang="x-none" dirty="0">
                    <a:solidFill>
                      <a:srgbClr val="FF0000"/>
                    </a:solidFill>
                  </a:rPr>
                  <a:t> </a:t>
                </a:r>
                <a:r>
                  <a:rPr lang="en-US" altLang="x-none" dirty="0"/>
                  <a:t>and</a:t>
                </a:r>
                <a:r>
                  <a:rPr lang="en-US" altLang="x-none" dirty="0">
                    <a:solidFill>
                      <a:srgbClr val="FF0000"/>
                    </a:solidFill>
                  </a:rPr>
                  <a:t> </a:t>
                </a:r>
                <a:r>
                  <a:rPr lang="en-US" altLang="x-none" u="sng" dirty="0">
                    <a:solidFill>
                      <a:srgbClr val="FF0000"/>
                    </a:solidFill>
                  </a:rPr>
                  <a:t>optimal</a:t>
                </a:r>
                <a:r>
                  <a:rPr lang="en-US" altLang="x-none" dirty="0"/>
                  <a:t>.</a:t>
                </a:r>
              </a:p>
              <a:p>
                <a:endParaRPr lang="en-US" altLang="x-none" dirty="0"/>
              </a:p>
              <a:p>
                <a:r>
                  <a:rPr lang="en-US" altLang="x-none" dirty="0"/>
                  <a:t>A* uses a heuristic function which combines g(n) and h(n): </a:t>
                </a:r>
              </a:p>
              <a:p>
                <a:pPr marL="457200" lvl="1" indent="0">
                  <a:buNone/>
                </a:pPr>
                <a14:m>
                  <m:oMathPara xmlns:m="http://schemas.openxmlformats.org/officeDocument/2006/math">
                    <m:oMath>
                      <m:r>
                        <a:rPr lang="en-US" altLang="x-none" i="1" dirty="0">
                          <a:latin typeface="Cambria Math"/>
                        </a:rPr>
                        <m:t>𝑓</m:t>
                      </m:r>
                      <m:r>
                        <a:rPr lang="en-US" altLang="x-none" i="1" dirty="0">
                          <a:latin typeface="Cambria Math"/>
                        </a:rPr>
                        <m:t>(</m:t>
                      </m:r>
                      <m:r>
                        <a:rPr lang="en-US" altLang="x-none" i="1" dirty="0">
                          <a:latin typeface="Cambria Math"/>
                        </a:rPr>
                        <m:t>𝑛</m:t>
                      </m:r>
                      <m:r>
                        <a:rPr lang="en-US" altLang="x-none" i="1" dirty="0">
                          <a:latin typeface="Cambria Math"/>
                        </a:rPr>
                        <m:t>) = </m:t>
                      </m:r>
                      <m:r>
                        <a:rPr lang="en-US" altLang="x-none" i="1" dirty="0">
                          <a:latin typeface="Cambria Math"/>
                        </a:rPr>
                        <m:t>𝑔</m:t>
                      </m:r>
                      <m:r>
                        <a:rPr lang="en-US" altLang="x-none" i="1" dirty="0">
                          <a:latin typeface="Cambria Math"/>
                        </a:rPr>
                        <m:t>(</m:t>
                      </m:r>
                      <m:r>
                        <a:rPr lang="en-US" altLang="x-none" i="1" dirty="0">
                          <a:latin typeface="Cambria Math"/>
                        </a:rPr>
                        <m:t>𝑛</m:t>
                      </m:r>
                      <m:r>
                        <a:rPr lang="en-US" altLang="x-none" i="1" dirty="0">
                          <a:latin typeface="Cambria Math"/>
                        </a:rPr>
                        <m:t>) + </m:t>
                      </m:r>
                      <m:r>
                        <a:rPr lang="en-US" altLang="x-none" i="1" dirty="0">
                          <a:latin typeface="Cambria Math"/>
                        </a:rPr>
                        <m:t>ℎ</m:t>
                      </m:r>
                      <m:r>
                        <a:rPr lang="en-US" altLang="x-none" i="1" dirty="0">
                          <a:latin typeface="Cambria Math"/>
                        </a:rPr>
                        <m:t>(</m:t>
                      </m:r>
                      <m:r>
                        <a:rPr lang="en-US" altLang="x-none" i="1" dirty="0">
                          <a:latin typeface="Cambria Math"/>
                        </a:rPr>
                        <m:t>𝑛</m:t>
                      </m:r>
                      <m:r>
                        <a:rPr lang="en-US" altLang="x-none" i="1" dirty="0">
                          <a:latin typeface="Cambria Math"/>
                        </a:rPr>
                        <m:t>)</m:t>
                      </m:r>
                    </m:oMath>
                  </m:oMathPara>
                </a14:m>
                <a:endParaRPr lang="en-US" altLang="x-none" dirty="0"/>
              </a:p>
              <a:p>
                <a:endParaRPr lang="en-GB" altLang="x-none" dirty="0"/>
              </a:p>
            </p:txBody>
          </p:sp>
        </mc:Choice>
        <mc:Fallback xmlns="">
          <p:sp>
            <p:nvSpPr>
              <p:cNvPr id="274435" name="Rectangle 3"/>
              <p:cNvSpPr>
                <a:spLocks noGrp="1" noRot="1" noChangeAspect="1" noMove="1" noResize="1" noEditPoints="1" noAdjustHandles="1" noChangeArrowheads="1" noChangeShapeType="1" noTextEdit="1"/>
              </p:cNvSpPr>
              <p:nvPr>
                <p:ph idx="1"/>
              </p:nvPr>
            </p:nvSpPr>
            <p:spPr>
              <a:blipFill rotWithShape="0">
                <a:blip r:embed="rId2"/>
                <a:stretch>
                  <a:fillRect l="-1043" t="-3081" r="-232"/>
                </a:stretch>
              </a:blipFill>
            </p:spPr>
            <p:txBody>
              <a:bodyPr/>
              <a:lstStyle/>
              <a:p>
                <a:r>
                  <a:rPr lang="en-US">
                    <a:noFill/>
                  </a:rPr>
                  <a:t> </a:t>
                </a:r>
              </a:p>
            </p:txBody>
          </p:sp>
        </mc:Fallback>
      </mc:AlternateContent>
      <p:sp>
        <p:nvSpPr>
          <p:cNvPr id="4" name="Slide Number Placeholder 5"/>
          <p:cNvSpPr>
            <a:spLocks noGrp="1"/>
          </p:cNvSpPr>
          <p:nvPr>
            <p:ph type="sldNum" sz="quarter" idx="12"/>
          </p:nvPr>
        </p:nvSpPr>
        <p:spPr/>
        <p:txBody>
          <a:bodyPr/>
          <a:lstStyle/>
          <a:p>
            <a:fld id="{BCD80F14-170B-4FC5-89AD-C62F73A72B0B}" type="slidenum">
              <a:rPr lang="en-GB" altLang="x-none" smtClean="0"/>
              <a:pPr/>
              <a:t>4</a:t>
            </a:fld>
            <a:endParaRPr lang="en-GB" altLang="x-none"/>
          </a:p>
        </p:txBody>
      </p:sp>
    </p:spTree>
    <p:extLst>
      <p:ext uri="{BB962C8B-B14F-4D97-AF65-F5344CB8AC3E}">
        <p14:creationId xmlns:p14="http://schemas.microsoft.com/office/powerpoint/2010/main" val="17005813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338" name="AutoShape 2"/>
          <p:cNvCxnSpPr>
            <a:cxnSpLocks noChangeShapeType="1"/>
            <a:stCxn id="14344" idx="6"/>
            <a:endCxn id="14346" idx="2"/>
          </p:cNvCxnSpPr>
          <p:nvPr/>
        </p:nvCxnSpPr>
        <p:spPr bwMode="auto">
          <a:xfrm>
            <a:off x="5029200" y="4038600"/>
            <a:ext cx="1371600" cy="0"/>
          </a:xfrm>
          <a:prstGeom prst="straightConnector1">
            <a:avLst/>
          </a:prstGeom>
          <a:noFill/>
          <a:ln w="19050">
            <a:solidFill>
              <a:schemeClr val="tx1"/>
            </a:solidFill>
            <a:round/>
            <a:headEnd/>
            <a:tailEnd type="triangle" w="med" len="med"/>
          </a:ln>
        </p:spPr>
      </p:cxnSp>
      <p:cxnSp>
        <p:nvCxnSpPr>
          <p:cNvPr id="14339" name="AutoShape 3"/>
          <p:cNvCxnSpPr>
            <a:cxnSpLocks noChangeShapeType="1"/>
            <a:stCxn id="14365" idx="4"/>
            <a:endCxn id="14344" idx="0"/>
          </p:cNvCxnSpPr>
          <p:nvPr/>
        </p:nvCxnSpPr>
        <p:spPr bwMode="auto">
          <a:xfrm flipH="1">
            <a:off x="4800600" y="3352800"/>
            <a:ext cx="685800" cy="457200"/>
          </a:xfrm>
          <a:prstGeom prst="straightConnector1">
            <a:avLst/>
          </a:prstGeom>
          <a:noFill/>
          <a:ln w="19050">
            <a:solidFill>
              <a:schemeClr val="tx1"/>
            </a:solidFill>
            <a:round/>
            <a:headEnd/>
            <a:tailEnd type="triangle" w="med" len="med"/>
          </a:ln>
        </p:spPr>
      </p:cxnSp>
      <p:sp>
        <p:nvSpPr>
          <p:cNvPr id="14340" name="Rectangle 4"/>
          <p:cNvSpPr>
            <a:spLocks noGrp="1" noChangeArrowheads="1"/>
          </p:cNvSpPr>
          <p:nvPr>
            <p:ph type="title"/>
          </p:nvPr>
        </p:nvSpPr>
        <p:spPr/>
        <p:txBody>
          <a:bodyPr/>
          <a:lstStyle/>
          <a:p>
            <a:pPr eaLnBrk="1" hangingPunct="1"/>
            <a:r>
              <a:rPr lang="en-US" dirty="0">
                <a:cs typeface="Calibri"/>
              </a:rPr>
              <a:t>Combining UCS and Greedy</a:t>
            </a:r>
          </a:p>
        </p:txBody>
      </p:sp>
      <p:sp>
        <p:nvSpPr>
          <p:cNvPr id="852997" name="Rectangle 5"/>
          <p:cNvSpPr>
            <a:spLocks noGrp="1" noChangeArrowheads="1"/>
          </p:cNvSpPr>
          <p:nvPr>
            <p:ph idx="1"/>
          </p:nvPr>
        </p:nvSpPr>
        <p:spPr/>
        <p:txBody>
          <a:bodyPr>
            <a:normAutofit fontScale="77500" lnSpcReduction="20000"/>
          </a:bodyPr>
          <a:lstStyle/>
          <a:p>
            <a:pPr eaLnBrk="1" hangingPunct="1">
              <a:lnSpc>
                <a:spcPct val="90000"/>
              </a:lnSpc>
            </a:pPr>
            <a:r>
              <a:rPr lang="en-US" sz="2300" dirty="0">
                <a:latin typeface="Calibri"/>
                <a:cs typeface="Calibri"/>
              </a:rPr>
              <a:t>Uniform-cost orders by path cost, or </a:t>
            </a:r>
            <a:r>
              <a:rPr lang="en-US" sz="2300" i="1" dirty="0">
                <a:latin typeface="Calibri"/>
                <a:cs typeface="Calibri"/>
              </a:rPr>
              <a:t>backward cost  </a:t>
            </a:r>
            <a:r>
              <a:rPr lang="en-US" sz="2300" dirty="0">
                <a:latin typeface="Calibri"/>
                <a:cs typeface="Calibri"/>
              </a:rPr>
              <a:t>g(n)</a:t>
            </a:r>
          </a:p>
          <a:p>
            <a:pPr eaLnBrk="1" hangingPunct="1">
              <a:lnSpc>
                <a:spcPct val="90000"/>
              </a:lnSpc>
            </a:pPr>
            <a:r>
              <a:rPr lang="en-US" sz="2300" dirty="0">
                <a:latin typeface="Calibri"/>
                <a:cs typeface="Calibri"/>
              </a:rPr>
              <a:t>Greedy orders by goal proximity, or </a:t>
            </a:r>
            <a:r>
              <a:rPr lang="en-US" sz="2300" i="1" dirty="0">
                <a:latin typeface="Calibri"/>
                <a:cs typeface="Calibri"/>
              </a:rPr>
              <a:t>forward cost  </a:t>
            </a:r>
            <a:r>
              <a:rPr lang="en-US" sz="2300" dirty="0">
                <a:latin typeface="Calibri"/>
                <a:cs typeface="Calibri"/>
              </a:rPr>
              <a:t>h(n)</a:t>
            </a:r>
            <a:endParaRPr lang="en-US" sz="2300" i="1" dirty="0">
              <a:latin typeface="Calibri"/>
              <a:cs typeface="Calibri"/>
            </a:endParaRPr>
          </a:p>
          <a:p>
            <a:pPr eaLnBrk="1" hangingPunct="1">
              <a:lnSpc>
                <a:spcPct val="90000"/>
              </a:lnSpc>
            </a:pPr>
            <a:endParaRPr lang="en-US" sz="2300" dirty="0">
              <a:solidFill>
                <a:schemeClr val="tx2"/>
              </a:solidFill>
              <a:latin typeface="Calibri"/>
              <a:cs typeface="Calibri"/>
            </a:endParaRPr>
          </a:p>
          <a:p>
            <a:pPr eaLnBrk="1" hangingPunct="1">
              <a:lnSpc>
                <a:spcPct val="90000"/>
              </a:lnSpc>
            </a:pPr>
            <a:endParaRPr lang="en-US" sz="2300" dirty="0">
              <a:latin typeface="Calibri"/>
              <a:cs typeface="Calibri"/>
            </a:endParaRPr>
          </a:p>
          <a:p>
            <a:pPr eaLnBrk="1" hangingPunct="1">
              <a:lnSpc>
                <a:spcPct val="90000"/>
              </a:lnSpc>
            </a:pPr>
            <a:endParaRPr lang="en-US" sz="2300" dirty="0">
              <a:latin typeface="Calibri"/>
              <a:cs typeface="Calibri"/>
            </a:endParaRPr>
          </a:p>
          <a:p>
            <a:pPr eaLnBrk="1" hangingPunct="1">
              <a:lnSpc>
                <a:spcPct val="90000"/>
              </a:lnSpc>
            </a:pPr>
            <a:endParaRPr lang="en-US" sz="2300" dirty="0">
              <a:latin typeface="Calibri"/>
              <a:cs typeface="Calibri"/>
            </a:endParaRPr>
          </a:p>
          <a:p>
            <a:pPr eaLnBrk="1" hangingPunct="1">
              <a:lnSpc>
                <a:spcPct val="90000"/>
              </a:lnSpc>
            </a:pPr>
            <a:endParaRPr lang="en-US" sz="2300" dirty="0">
              <a:latin typeface="Calibri"/>
              <a:cs typeface="Calibri"/>
            </a:endParaRPr>
          </a:p>
          <a:p>
            <a:pPr eaLnBrk="1" hangingPunct="1">
              <a:lnSpc>
                <a:spcPct val="90000"/>
              </a:lnSpc>
            </a:pPr>
            <a:endParaRPr lang="en-US" sz="2300" dirty="0">
              <a:latin typeface="Calibri"/>
              <a:cs typeface="Calibri"/>
            </a:endParaRPr>
          </a:p>
          <a:p>
            <a:pPr eaLnBrk="1" hangingPunct="1">
              <a:lnSpc>
                <a:spcPct val="90000"/>
              </a:lnSpc>
            </a:pPr>
            <a:endParaRPr lang="en-US" sz="2300" dirty="0">
              <a:latin typeface="Calibri"/>
              <a:cs typeface="Calibri"/>
            </a:endParaRPr>
          </a:p>
          <a:p>
            <a:pPr eaLnBrk="1" hangingPunct="1">
              <a:lnSpc>
                <a:spcPct val="90000"/>
              </a:lnSpc>
            </a:pPr>
            <a:endParaRPr lang="en-US" sz="2300" dirty="0">
              <a:latin typeface="Calibri"/>
              <a:cs typeface="Calibri"/>
            </a:endParaRPr>
          </a:p>
          <a:p>
            <a:pPr eaLnBrk="1" hangingPunct="1">
              <a:lnSpc>
                <a:spcPct val="90000"/>
              </a:lnSpc>
            </a:pPr>
            <a:endParaRPr lang="en-US" sz="2300" dirty="0">
              <a:latin typeface="Calibri"/>
              <a:cs typeface="Calibri"/>
            </a:endParaRPr>
          </a:p>
          <a:p>
            <a:pPr eaLnBrk="1" hangingPunct="1">
              <a:lnSpc>
                <a:spcPct val="90000"/>
              </a:lnSpc>
            </a:pPr>
            <a:endParaRPr lang="en-US" sz="2300" dirty="0">
              <a:latin typeface="Calibri"/>
              <a:cs typeface="Calibri"/>
            </a:endParaRPr>
          </a:p>
          <a:p>
            <a:pPr eaLnBrk="1" hangingPunct="1">
              <a:lnSpc>
                <a:spcPct val="90000"/>
              </a:lnSpc>
            </a:pPr>
            <a:r>
              <a:rPr lang="en-US" sz="2300" dirty="0">
                <a:solidFill>
                  <a:srgbClr val="CC00CC"/>
                </a:solidFill>
                <a:latin typeface="Calibri"/>
                <a:cs typeface="Calibri"/>
              </a:rPr>
              <a:t>A* Search</a:t>
            </a:r>
            <a:r>
              <a:rPr lang="en-US" sz="2300" dirty="0">
                <a:solidFill>
                  <a:schemeClr val="tx1"/>
                </a:solidFill>
                <a:latin typeface="Calibri"/>
                <a:cs typeface="Calibri"/>
              </a:rPr>
              <a:t> orders by the sum: f(n) = g(n) + h(n)</a:t>
            </a:r>
            <a:endParaRPr lang="en-US" sz="2300" i="1" dirty="0">
              <a:solidFill>
                <a:schemeClr val="tx1"/>
              </a:solidFill>
              <a:latin typeface="Calibri"/>
              <a:cs typeface="Calibri"/>
            </a:endParaRPr>
          </a:p>
        </p:txBody>
      </p:sp>
      <p:sp>
        <p:nvSpPr>
          <p:cNvPr id="14342" name="Oval 6"/>
          <p:cNvSpPr>
            <a:spLocks noChangeArrowheads="1"/>
          </p:cNvSpPr>
          <p:nvPr/>
        </p:nvSpPr>
        <p:spPr bwMode="auto">
          <a:xfrm>
            <a:off x="457200" y="3810000"/>
            <a:ext cx="457200" cy="457200"/>
          </a:xfrm>
          <a:prstGeom prst="ellipse">
            <a:avLst/>
          </a:prstGeom>
          <a:solidFill>
            <a:schemeClr val="bg1"/>
          </a:solidFill>
          <a:ln w="9525">
            <a:solidFill>
              <a:schemeClr val="tx1"/>
            </a:solidFill>
            <a:round/>
            <a:headEnd/>
            <a:tailEnd/>
          </a:ln>
        </p:spPr>
        <p:txBody>
          <a:bodyPr wrap="none" lIns="91438" tIns="45719" rIns="91438" bIns="45719" anchor="ctr"/>
          <a:lstStyle/>
          <a:p>
            <a:pPr algn="ctr"/>
            <a:r>
              <a:rPr lang="en-US" sz="2000" b="1" dirty="0">
                <a:latin typeface="Calibri"/>
                <a:cs typeface="Calibri"/>
              </a:rPr>
              <a:t>S</a:t>
            </a:r>
          </a:p>
        </p:txBody>
      </p:sp>
      <p:sp>
        <p:nvSpPr>
          <p:cNvPr id="14343" name="Oval 7"/>
          <p:cNvSpPr>
            <a:spLocks noChangeArrowheads="1"/>
          </p:cNvSpPr>
          <p:nvPr/>
        </p:nvSpPr>
        <p:spPr bwMode="auto">
          <a:xfrm>
            <a:off x="1752600" y="3810000"/>
            <a:ext cx="457200" cy="457200"/>
          </a:xfrm>
          <a:prstGeom prst="ellipse">
            <a:avLst/>
          </a:prstGeom>
          <a:solidFill>
            <a:schemeClr val="bg1"/>
          </a:solidFill>
          <a:ln w="9525">
            <a:solidFill>
              <a:schemeClr val="tx1"/>
            </a:solidFill>
            <a:round/>
            <a:headEnd/>
            <a:tailEnd/>
          </a:ln>
        </p:spPr>
        <p:txBody>
          <a:bodyPr wrap="none" lIns="91438" tIns="45719" rIns="91438" bIns="45719" anchor="ctr"/>
          <a:lstStyle/>
          <a:p>
            <a:pPr algn="ctr"/>
            <a:r>
              <a:rPr lang="en-US" sz="2000" b="1" dirty="0">
                <a:latin typeface="Calibri"/>
                <a:cs typeface="Calibri"/>
              </a:rPr>
              <a:t>a</a:t>
            </a:r>
          </a:p>
        </p:txBody>
      </p:sp>
      <p:sp>
        <p:nvSpPr>
          <p:cNvPr id="14344" name="Oval 8"/>
          <p:cNvSpPr>
            <a:spLocks noChangeArrowheads="1"/>
          </p:cNvSpPr>
          <p:nvPr/>
        </p:nvSpPr>
        <p:spPr bwMode="auto">
          <a:xfrm>
            <a:off x="4572000" y="3810000"/>
            <a:ext cx="457200" cy="457200"/>
          </a:xfrm>
          <a:prstGeom prst="ellipse">
            <a:avLst/>
          </a:prstGeom>
          <a:solidFill>
            <a:schemeClr val="bg1"/>
          </a:solidFill>
          <a:ln w="9525">
            <a:solidFill>
              <a:schemeClr val="tx1"/>
            </a:solidFill>
            <a:round/>
            <a:headEnd/>
            <a:tailEnd/>
          </a:ln>
        </p:spPr>
        <p:txBody>
          <a:bodyPr wrap="none" lIns="91438" tIns="45719" rIns="91438" bIns="45719" anchor="ctr"/>
          <a:lstStyle/>
          <a:p>
            <a:pPr algn="ctr"/>
            <a:r>
              <a:rPr lang="en-US" sz="2000" b="1" dirty="0">
                <a:latin typeface="Calibri"/>
                <a:cs typeface="Calibri"/>
              </a:rPr>
              <a:t>d</a:t>
            </a:r>
          </a:p>
        </p:txBody>
      </p:sp>
      <p:sp>
        <p:nvSpPr>
          <p:cNvPr id="14345" name="Oval 9"/>
          <p:cNvSpPr>
            <a:spLocks noChangeArrowheads="1"/>
          </p:cNvSpPr>
          <p:nvPr/>
        </p:nvSpPr>
        <p:spPr bwMode="auto">
          <a:xfrm>
            <a:off x="1752600" y="4724400"/>
            <a:ext cx="457200" cy="457200"/>
          </a:xfrm>
          <a:prstGeom prst="ellipse">
            <a:avLst/>
          </a:prstGeom>
          <a:solidFill>
            <a:schemeClr val="bg1"/>
          </a:solidFill>
          <a:ln w="9525">
            <a:solidFill>
              <a:schemeClr val="tx1"/>
            </a:solidFill>
            <a:round/>
            <a:headEnd/>
            <a:tailEnd/>
          </a:ln>
        </p:spPr>
        <p:txBody>
          <a:bodyPr wrap="none" lIns="91438" tIns="45719" rIns="91438" bIns="45719" anchor="ctr"/>
          <a:lstStyle/>
          <a:p>
            <a:pPr algn="ctr"/>
            <a:r>
              <a:rPr lang="en-US" sz="2000" b="1" dirty="0">
                <a:latin typeface="Calibri"/>
                <a:cs typeface="Calibri"/>
              </a:rPr>
              <a:t>b</a:t>
            </a:r>
          </a:p>
        </p:txBody>
      </p:sp>
      <p:sp>
        <p:nvSpPr>
          <p:cNvPr id="14346" name="Oval 10"/>
          <p:cNvSpPr>
            <a:spLocks noChangeArrowheads="1"/>
          </p:cNvSpPr>
          <p:nvPr/>
        </p:nvSpPr>
        <p:spPr bwMode="auto">
          <a:xfrm>
            <a:off x="6400800" y="3810000"/>
            <a:ext cx="457200" cy="457200"/>
          </a:xfrm>
          <a:prstGeom prst="ellipse">
            <a:avLst/>
          </a:prstGeom>
          <a:solidFill>
            <a:schemeClr val="bg1"/>
          </a:solidFill>
          <a:ln w="9525">
            <a:solidFill>
              <a:schemeClr val="tx1"/>
            </a:solidFill>
            <a:round/>
            <a:headEnd/>
            <a:tailEnd/>
          </a:ln>
        </p:spPr>
        <p:txBody>
          <a:bodyPr wrap="none" lIns="91438" tIns="45719" rIns="91438" bIns="45719" anchor="ctr"/>
          <a:lstStyle/>
          <a:p>
            <a:pPr algn="ctr"/>
            <a:r>
              <a:rPr lang="en-US" sz="2000" b="1" dirty="0">
                <a:latin typeface="Calibri"/>
                <a:cs typeface="Calibri"/>
              </a:rPr>
              <a:t>G</a:t>
            </a:r>
          </a:p>
        </p:txBody>
      </p:sp>
      <p:sp>
        <p:nvSpPr>
          <p:cNvPr id="14347" name="Text Box 11"/>
          <p:cNvSpPr txBox="1">
            <a:spLocks noChangeArrowheads="1"/>
          </p:cNvSpPr>
          <p:nvPr/>
        </p:nvSpPr>
        <p:spPr bwMode="auto">
          <a:xfrm>
            <a:off x="1981200" y="4191001"/>
            <a:ext cx="914400" cy="396875"/>
          </a:xfrm>
          <a:prstGeom prst="rect">
            <a:avLst/>
          </a:prstGeom>
          <a:noFill/>
          <a:ln w="9525">
            <a:noFill/>
            <a:miter lim="800000"/>
            <a:headEnd/>
            <a:tailEnd/>
          </a:ln>
        </p:spPr>
        <p:txBody>
          <a:bodyPr lIns="91438" tIns="45719" rIns="91438" bIns="45719">
            <a:spAutoFit/>
          </a:bodyPr>
          <a:lstStyle/>
          <a:p>
            <a:pPr algn="ctr">
              <a:spcBef>
                <a:spcPct val="50000"/>
              </a:spcBef>
            </a:pPr>
            <a:r>
              <a:rPr lang="en-US" sz="2000" i="1" dirty="0">
                <a:latin typeface="Calibri"/>
                <a:cs typeface="Calibri"/>
              </a:rPr>
              <a:t>h=5</a:t>
            </a:r>
          </a:p>
        </p:txBody>
      </p:sp>
      <p:sp>
        <p:nvSpPr>
          <p:cNvPr id="14348" name="Text Box 12"/>
          <p:cNvSpPr txBox="1">
            <a:spLocks noChangeArrowheads="1"/>
          </p:cNvSpPr>
          <p:nvPr/>
        </p:nvSpPr>
        <p:spPr bwMode="auto">
          <a:xfrm>
            <a:off x="1676400" y="5181601"/>
            <a:ext cx="762000" cy="396875"/>
          </a:xfrm>
          <a:prstGeom prst="rect">
            <a:avLst/>
          </a:prstGeom>
          <a:noFill/>
          <a:ln w="9525">
            <a:noFill/>
            <a:miter lim="800000"/>
            <a:headEnd/>
            <a:tailEnd/>
          </a:ln>
        </p:spPr>
        <p:txBody>
          <a:bodyPr lIns="91438" tIns="45719" rIns="91438" bIns="45719">
            <a:spAutoFit/>
          </a:bodyPr>
          <a:lstStyle/>
          <a:p>
            <a:pPr algn="ctr">
              <a:spcBef>
                <a:spcPct val="50000"/>
              </a:spcBef>
            </a:pPr>
            <a:r>
              <a:rPr lang="en-US" sz="2000" i="1" dirty="0">
                <a:latin typeface="Calibri"/>
                <a:cs typeface="Calibri"/>
              </a:rPr>
              <a:t>h=6</a:t>
            </a:r>
          </a:p>
        </p:txBody>
      </p:sp>
      <p:sp>
        <p:nvSpPr>
          <p:cNvPr id="14349" name="Text Box 13"/>
          <p:cNvSpPr txBox="1">
            <a:spLocks noChangeArrowheads="1"/>
          </p:cNvSpPr>
          <p:nvPr/>
        </p:nvSpPr>
        <p:spPr bwMode="auto">
          <a:xfrm>
            <a:off x="4800600" y="4343401"/>
            <a:ext cx="685800" cy="396875"/>
          </a:xfrm>
          <a:prstGeom prst="rect">
            <a:avLst/>
          </a:prstGeom>
          <a:noFill/>
          <a:ln w="9525">
            <a:noFill/>
            <a:miter lim="800000"/>
            <a:headEnd/>
            <a:tailEnd/>
          </a:ln>
        </p:spPr>
        <p:txBody>
          <a:bodyPr lIns="91438" tIns="45719" rIns="91438" bIns="45719">
            <a:spAutoFit/>
          </a:bodyPr>
          <a:lstStyle/>
          <a:p>
            <a:pPr algn="ctr">
              <a:spcBef>
                <a:spcPct val="50000"/>
              </a:spcBef>
            </a:pPr>
            <a:r>
              <a:rPr lang="en-US" sz="2000" i="1" dirty="0">
                <a:latin typeface="Calibri"/>
                <a:cs typeface="Calibri"/>
              </a:rPr>
              <a:t>h=2</a:t>
            </a:r>
          </a:p>
        </p:txBody>
      </p:sp>
      <p:sp>
        <p:nvSpPr>
          <p:cNvPr id="14350" name="Text Box 14"/>
          <p:cNvSpPr txBox="1">
            <a:spLocks noChangeArrowheads="1"/>
          </p:cNvSpPr>
          <p:nvPr/>
        </p:nvSpPr>
        <p:spPr bwMode="auto">
          <a:xfrm>
            <a:off x="1066800" y="3641725"/>
            <a:ext cx="533400" cy="396875"/>
          </a:xfrm>
          <a:prstGeom prst="rect">
            <a:avLst/>
          </a:prstGeom>
          <a:noFill/>
          <a:ln w="9525">
            <a:noFill/>
            <a:miter lim="800000"/>
            <a:headEnd/>
            <a:tailEnd/>
          </a:ln>
        </p:spPr>
        <p:txBody>
          <a:bodyPr lIns="91438" tIns="45719" rIns="91438" bIns="45719">
            <a:spAutoFit/>
          </a:bodyPr>
          <a:lstStyle/>
          <a:p>
            <a:pPr algn="ctr">
              <a:spcBef>
                <a:spcPct val="50000"/>
              </a:spcBef>
            </a:pPr>
            <a:r>
              <a:rPr lang="en-US" sz="2000" b="1" dirty="0">
                <a:latin typeface="Calibri"/>
                <a:cs typeface="Calibri"/>
              </a:rPr>
              <a:t>1</a:t>
            </a:r>
          </a:p>
        </p:txBody>
      </p:sp>
      <p:sp>
        <p:nvSpPr>
          <p:cNvPr id="14351" name="Text Box 15"/>
          <p:cNvSpPr txBox="1">
            <a:spLocks noChangeArrowheads="1"/>
          </p:cNvSpPr>
          <p:nvPr/>
        </p:nvSpPr>
        <p:spPr bwMode="auto">
          <a:xfrm>
            <a:off x="3276600" y="2286001"/>
            <a:ext cx="381000" cy="396875"/>
          </a:xfrm>
          <a:prstGeom prst="rect">
            <a:avLst/>
          </a:prstGeom>
          <a:noFill/>
          <a:ln w="9525">
            <a:noFill/>
            <a:miter lim="800000"/>
            <a:headEnd/>
            <a:tailEnd/>
          </a:ln>
        </p:spPr>
        <p:txBody>
          <a:bodyPr lIns="91438" tIns="45719" rIns="91438" bIns="45719">
            <a:spAutoFit/>
          </a:bodyPr>
          <a:lstStyle/>
          <a:p>
            <a:pPr algn="ctr">
              <a:spcBef>
                <a:spcPct val="50000"/>
              </a:spcBef>
            </a:pPr>
            <a:r>
              <a:rPr lang="en-US" sz="2000" b="1" dirty="0">
                <a:latin typeface="Calibri"/>
                <a:cs typeface="Calibri"/>
              </a:rPr>
              <a:t>8</a:t>
            </a:r>
          </a:p>
        </p:txBody>
      </p:sp>
      <p:sp>
        <p:nvSpPr>
          <p:cNvPr id="14352" name="Text Box 16"/>
          <p:cNvSpPr txBox="1">
            <a:spLocks noChangeArrowheads="1"/>
          </p:cNvSpPr>
          <p:nvPr/>
        </p:nvSpPr>
        <p:spPr bwMode="auto">
          <a:xfrm>
            <a:off x="1066800" y="4572001"/>
            <a:ext cx="533400" cy="396875"/>
          </a:xfrm>
          <a:prstGeom prst="rect">
            <a:avLst/>
          </a:prstGeom>
          <a:noFill/>
          <a:ln w="9525">
            <a:noFill/>
            <a:miter lim="800000"/>
            <a:headEnd/>
            <a:tailEnd/>
          </a:ln>
        </p:spPr>
        <p:txBody>
          <a:bodyPr lIns="91438" tIns="45719" rIns="91438" bIns="45719">
            <a:spAutoFit/>
          </a:bodyPr>
          <a:lstStyle/>
          <a:p>
            <a:pPr algn="ctr">
              <a:spcBef>
                <a:spcPct val="50000"/>
              </a:spcBef>
            </a:pPr>
            <a:r>
              <a:rPr lang="en-US" sz="2000" b="1" dirty="0">
                <a:latin typeface="Calibri"/>
                <a:cs typeface="Calibri"/>
              </a:rPr>
              <a:t>1</a:t>
            </a:r>
          </a:p>
        </p:txBody>
      </p:sp>
      <p:sp>
        <p:nvSpPr>
          <p:cNvPr id="14353" name="Text Box 17"/>
          <p:cNvSpPr txBox="1">
            <a:spLocks noChangeArrowheads="1"/>
          </p:cNvSpPr>
          <p:nvPr/>
        </p:nvSpPr>
        <p:spPr bwMode="auto">
          <a:xfrm>
            <a:off x="1524000" y="4251325"/>
            <a:ext cx="533400" cy="396875"/>
          </a:xfrm>
          <a:prstGeom prst="rect">
            <a:avLst/>
          </a:prstGeom>
          <a:noFill/>
          <a:ln w="9525">
            <a:noFill/>
            <a:miter lim="800000"/>
            <a:headEnd/>
            <a:tailEnd/>
          </a:ln>
        </p:spPr>
        <p:txBody>
          <a:bodyPr lIns="91438" tIns="45719" rIns="91438" bIns="45719">
            <a:spAutoFit/>
          </a:bodyPr>
          <a:lstStyle/>
          <a:p>
            <a:pPr algn="ctr">
              <a:spcBef>
                <a:spcPct val="50000"/>
              </a:spcBef>
            </a:pPr>
            <a:r>
              <a:rPr lang="en-US" sz="2000" b="1" dirty="0">
                <a:latin typeface="Calibri"/>
                <a:cs typeface="Calibri"/>
              </a:rPr>
              <a:t>1</a:t>
            </a:r>
          </a:p>
        </p:txBody>
      </p:sp>
      <p:sp>
        <p:nvSpPr>
          <p:cNvPr id="14354" name="Text Box 18"/>
          <p:cNvSpPr txBox="1">
            <a:spLocks noChangeArrowheads="1"/>
          </p:cNvSpPr>
          <p:nvPr/>
        </p:nvSpPr>
        <p:spPr bwMode="auto">
          <a:xfrm>
            <a:off x="5562600" y="3641725"/>
            <a:ext cx="533400" cy="396875"/>
          </a:xfrm>
          <a:prstGeom prst="rect">
            <a:avLst/>
          </a:prstGeom>
          <a:noFill/>
          <a:ln w="9525">
            <a:noFill/>
            <a:miter lim="800000"/>
            <a:headEnd/>
            <a:tailEnd/>
          </a:ln>
        </p:spPr>
        <p:txBody>
          <a:bodyPr lIns="91438" tIns="45719" rIns="91438" bIns="45719">
            <a:spAutoFit/>
          </a:bodyPr>
          <a:lstStyle/>
          <a:p>
            <a:pPr algn="ctr">
              <a:spcBef>
                <a:spcPct val="50000"/>
              </a:spcBef>
            </a:pPr>
            <a:r>
              <a:rPr lang="en-US" sz="2000" b="1" dirty="0">
                <a:latin typeface="Calibri"/>
                <a:cs typeface="Calibri"/>
              </a:rPr>
              <a:t>2</a:t>
            </a:r>
          </a:p>
        </p:txBody>
      </p:sp>
      <p:sp>
        <p:nvSpPr>
          <p:cNvPr id="14355" name="Text Box 19"/>
          <p:cNvSpPr txBox="1">
            <a:spLocks noChangeArrowheads="1"/>
          </p:cNvSpPr>
          <p:nvPr/>
        </p:nvSpPr>
        <p:spPr bwMode="auto">
          <a:xfrm>
            <a:off x="304800" y="4191001"/>
            <a:ext cx="838200" cy="396875"/>
          </a:xfrm>
          <a:prstGeom prst="rect">
            <a:avLst/>
          </a:prstGeom>
          <a:noFill/>
          <a:ln w="9525">
            <a:noFill/>
            <a:miter lim="800000"/>
            <a:headEnd/>
            <a:tailEnd/>
          </a:ln>
        </p:spPr>
        <p:txBody>
          <a:bodyPr lIns="91438" tIns="45719" rIns="91438" bIns="45719">
            <a:spAutoFit/>
          </a:bodyPr>
          <a:lstStyle/>
          <a:p>
            <a:pPr algn="ctr">
              <a:spcBef>
                <a:spcPct val="50000"/>
              </a:spcBef>
            </a:pPr>
            <a:r>
              <a:rPr lang="en-US" sz="2000" i="1" dirty="0">
                <a:latin typeface="Calibri"/>
                <a:cs typeface="Calibri"/>
              </a:rPr>
              <a:t>h=6</a:t>
            </a:r>
          </a:p>
        </p:txBody>
      </p:sp>
      <p:sp>
        <p:nvSpPr>
          <p:cNvPr id="14356" name="Text Box 20"/>
          <p:cNvSpPr txBox="1">
            <a:spLocks noChangeArrowheads="1"/>
          </p:cNvSpPr>
          <p:nvPr/>
        </p:nvSpPr>
        <p:spPr bwMode="auto">
          <a:xfrm>
            <a:off x="6172200" y="4343401"/>
            <a:ext cx="914400" cy="396875"/>
          </a:xfrm>
          <a:prstGeom prst="rect">
            <a:avLst/>
          </a:prstGeom>
          <a:noFill/>
          <a:ln w="9525">
            <a:noFill/>
            <a:miter lim="800000"/>
            <a:headEnd/>
            <a:tailEnd/>
          </a:ln>
        </p:spPr>
        <p:txBody>
          <a:bodyPr lIns="91438" tIns="45719" rIns="91438" bIns="45719">
            <a:spAutoFit/>
          </a:bodyPr>
          <a:lstStyle/>
          <a:p>
            <a:pPr algn="ctr">
              <a:spcBef>
                <a:spcPct val="50000"/>
              </a:spcBef>
            </a:pPr>
            <a:r>
              <a:rPr lang="en-US" sz="2000" i="1" dirty="0">
                <a:latin typeface="Calibri"/>
                <a:cs typeface="Calibri"/>
              </a:rPr>
              <a:t>h=0</a:t>
            </a:r>
          </a:p>
        </p:txBody>
      </p:sp>
      <p:cxnSp>
        <p:nvCxnSpPr>
          <p:cNvPr id="14357" name="AutoShape 21"/>
          <p:cNvCxnSpPr>
            <a:cxnSpLocks noChangeShapeType="1"/>
            <a:stCxn id="14342" idx="6"/>
            <a:endCxn id="14343" idx="2"/>
          </p:cNvCxnSpPr>
          <p:nvPr/>
        </p:nvCxnSpPr>
        <p:spPr bwMode="auto">
          <a:xfrm>
            <a:off x="914400" y="4038600"/>
            <a:ext cx="838200" cy="0"/>
          </a:xfrm>
          <a:prstGeom prst="straightConnector1">
            <a:avLst/>
          </a:prstGeom>
          <a:noFill/>
          <a:ln w="19050">
            <a:solidFill>
              <a:schemeClr val="tx1"/>
            </a:solidFill>
            <a:round/>
            <a:headEnd/>
            <a:tailEnd type="triangle" w="med" len="med"/>
          </a:ln>
        </p:spPr>
      </p:cxnSp>
      <p:cxnSp>
        <p:nvCxnSpPr>
          <p:cNvPr id="14358" name="AutoShape 22"/>
          <p:cNvCxnSpPr>
            <a:cxnSpLocks noChangeShapeType="1"/>
            <a:stCxn id="14343" idx="4"/>
            <a:endCxn id="14345" idx="0"/>
          </p:cNvCxnSpPr>
          <p:nvPr/>
        </p:nvCxnSpPr>
        <p:spPr bwMode="auto">
          <a:xfrm>
            <a:off x="1981200" y="4267200"/>
            <a:ext cx="0" cy="457200"/>
          </a:xfrm>
          <a:prstGeom prst="straightConnector1">
            <a:avLst/>
          </a:prstGeom>
          <a:noFill/>
          <a:ln w="19050">
            <a:solidFill>
              <a:schemeClr val="tx1"/>
            </a:solidFill>
            <a:round/>
            <a:headEnd/>
            <a:tailEnd type="triangle" w="med" len="med"/>
          </a:ln>
        </p:spPr>
      </p:cxnSp>
      <p:cxnSp>
        <p:nvCxnSpPr>
          <p:cNvPr id="14359" name="AutoShape 23"/>
          <p:cNvCxnSpPr>
            <a:cxnSpLocks noChangeShapeType="1"/>
            <a:stCxn id="14343" idx="0"/>
            <a:endCxn id="14365" idx="1"/>
          </p:cNvCxnSpPr>
          <p:nvPr/>
        </p:nvCxnSpPr>
        <p:spPr bwMode="auto">
          <a:xfrm rot="-5400000">
            <a:off x="3228976" y="1714501"/>
            <a:ext cx="847725" cy="3343275"/>
          </a:xfrm>
          <a:prstGeom prst="curvedConnector3">
            <a:avLst>
              <a:gd name="adj1" fmla="val 134833"/>
            </a:avLst>
          </a:prstGeom>
          <a:noFill/>
          <a:ln w="19050">
            <a:solidFill>
              <a:schemeClr val="tx1"/>
            </a:solidFill>
            <a:round/>
            <a:headEnd/>
            <a:tailEnd type="triangle" w="med" len="med"/>
          </a:ln>
        </p:spPr>
      </p:cxnSp>
      <p:cxnSp>
        <p:nvCxnSpPr>
          <p:cNvPr id="14360" name="AutoShape 24"/>
          <p:cNvCxnSpPr>
            <a:cxnSpLocks noChangeShapeType="1"/>
            <a:stCxn id="14345" idx="2"/>
            <a:endCxn id="14361" idx="6"/>
          </p:cNvCxnSpPr>
          <p:nvPr/>
        </p:nvCxnSpPr>
        <p:spPr bwMode="auto">
          <a:xfrm rot="10800000">
            <a:off x="914400" y="4953001"/>
            <a:ext cx="838200" cy="1588"/>
          </a:xfrm>
          <a:prstGeom prst="straightConnector1">
            <a:avLst/>
          </a:prstGeom>
          <a:noFill/>
          <a:ln w="19050">
            <a:solidFill>
              <a:schemeClr val="tx1"/>
            </a:solidFill>
            <a:round/>
            <a:headEnd/>
            <a:tailEnd type="triangle" w="med" len="med"/>
          </a:ln>
        </p:spPr>
      </p:cxnSp>
      <p:sp>
        <p:nvSpPr>
          <p:cNvPr id="14361" name="Oval 25"/>
          <p:cNvSpPr>
            <a:spLocks noChangeArrowheads="1"/>
          </p:cNvSpPr>
          <p:nvPr/>
        </p:nvSpPr>
        <p:spPr bwMode="auto">
          <a:xfrm>
            <a:off x="457200" y="4724400"/>
            <a:ext cx="457200" cy="457200"/>
          </a:xfrm>
          <a:prstGeom prst="ellipse">
            <a:avLst/>
          </a:prstGeom>
          <a:solidFill>
            <a:schemeClr val="bg1"/>
          </a:solidFill>
          <a:ln w="9525">
            <a:solidFill>
              <a:schemeClr val="tx1"/>
            </a:solidFill>
            <a:round/>
            <a:headEnd/>
            <a:tailEnd/>
          </a:ln>
        </p:spPr>
        <p:txBody>
          <a:bodyPr wrap="none" lIns="91438" tIns="45719" rIns="91438" bIns="45719" anchor="ctr"/>
          <a:lstStyle/>
          <a:p>
            <a:pPr algn="ctr"/>
            <a:r>
              <a:rPr lang="en-US" sz="2000" b="1" dirty="0">
                <a:latin typeface="Calibri"/>
                <a:cs typeface="Calibri"/>
              </a:rPr>
              <a:t>c</a:t>
            </a:r>
          </a:p>
        </p:txBody>
      </p:sp>
      <p:cxnSp>
        <p:nvCxnSpPr>
          <p:cNvPr id="14362" name="AutoShape 27"/>
          <p:cNvCxnSpPr>
            <a:cxnSpLocks noChangeShapeType="1"/>
            <a:stCxn id="14343" idx="6"/>
            <a:endCxn id="14344" idx="2"/>
          </p:cNvCxnSpPr>
          <p:nvPr/>
        </p:nvCxnSpPr>
        <p:spPr bwMode="auto">
          <a:xfrm>
            <a:off x="2209800" y="4038600"/>
            <a:ext cx="2362200" cy="0"/>
          </a:xfrm>
          <a:prstGeom prst="straightConnector1">
            <a:avLst/>
          </a:prstGeom>
          <a:noFill/>
          <a:ln w="19050">
            <a:solidFill>
              <a:schemeClr val="tx1"/>
            </a:solidFill>
            <a:round/>
            <a:headEnd/>
            <a:tailEnd type="triangle" w="med" len="med"/>
          </a:ln>
        </p:spPr>
      </p:cxnSp>
      <p:sp>
        <p:nvSpPr>
          <p:cNvPr id="14363" name="Text Box 28"/>
          <p:cNvSpPr txBox="1">
            <a:spLocks noChangeArrowheads="1"/>
          </p:cNvSpPr>
          <p:nvPr/>
        </p:nvSpPr>
        <p:spPr bwMode="auto">
          <a:xfrm>
            <a:off x="304800" y="5165725"/>
            <a:ext cx="762000" cy="396875"/>
          </a:xfrm>
          <a:prstGeom prst="rect">
            <a:avLst/>
          </a:prstGeom>
          <a:noFill/>
          <a:ln w="9525">
            <a:noFill/>
            <a:miter lim="800000"/>
            <a:headEnd/>
            <a:tailEnd/>
          </a:ln>
        </p:spPr>
        <p:txBody>
          <a:bodyPr lIns="91438" tIns="45719" rIns="91438" bIns="45719">
            <a:spAutoFit/>
          </a:bodyPr>
          <a:lstStyle/>
          <a:p>
            <a:pPr algn="ctr">
              <a:spcBef>
                <a:spcPct val="50000"/>
              </a:spcBef>
            </a:pPr>
            <a:r>
              <a:rPr lang="en-US" sz="2000" i="1" dirty="0">
                <a:latin typeface="Calibri"/>
                <a:cs typeface="Calibri"/>
              </a:rPr>
              <a:t>h=7</a:t>
            </a:r>
          </a:p>
        </p:txBody>
      </p:sp>
      <p:sp>
        <p:nvSpPr>
          <p:cNvPr id="14364" name="Text Box 30"/>
          <p:cNvSpPr txBox="1">
            <a:spLocks noChangeArrowheads="1"/>
          </p:cNvSpPr>
          <p:nvPr/>
        </p:nvSpPr>
        <p:spPr bwMode="auto">
          <a:xfrm>
            <a:off x="3124200" y="3641725"/>
            <a:ext cx="533400" cy="396875"/>
          </a:xfrm>
          <a:prstGeom prst="rect">
            <a:avLst/>
          </a:prstGeom>
          <a:noFill/>
          <a:ln w="9525">
            <a:noFill/>
            <a:miter lim="800000"/>
            <a:headEnd/>
            <a:tailEnd/>
          </a:ln>
        </p:spPr>
        <p:txBody>
          <a:bodyPr lIns="91438" tIns="45719" rIns="91438" bIns="45719">
            <a:spAutoFit/>
          </a:bodyPr>
          <a:lstStyle/>
          <a:p>
            <a:pPr algn="ctr">
              <a:spcBef>
                <a:spcPct val="50000"/>
              </a:spcBef>
            </a:pPr>
            <a:r>
              <a:rPr lang="en-US" sz="2000" b="1" dirty="0">
                <a:latin typeface="Calibri"/>
                <a:cs typeface="Calibri"/>
              </a:rPr>
              <a:t>3</a:t>
            </a:r>
          </a:p>
        </p:txBody>
      </p:sp>
      <p:sp>
        <p:nvSpPr>
          <p:cNvPr id="14365" name="Oval 31"/>
          <p:cNvSpPr>
            <a:spLocks noChangeArrowheads="1"/>
          </p:cNvSpPr>
          <p:nvPr/>
        </p:nvSpPr>
        <p:spPr bwMode="auto">
          <a:xfrm>
            <a:off x="5257800" y="2895600"/>
            <a:ext cx="457200" cy="457200"/>
          </a:xfrm>
          <a:prstGeom prst="ellipse">
            <a:avLst/>
          </a:prstGeom>
          <a:solidFill>
            <a:schemeClr val="bg1"/>
          </a:solidFill>
          <a:ln w="9525">
            <a:solidFill>
              <a:schemeClr val="tx1"/>
            </a:solidFill>
            <a:round/>
            <a:headEnd/>
            <a:tailEnd/>
          </a:ln>
        </p:spPr>
        <p:txBody>
          <a:bodyPr wrap="none" lIns="91438" tIns="45719" rIns="91438" bIns="45719" anchor="ctr"/>
          <a:lstStyle/>
          <a:p>
            <a:pPr algn="ctr"/>
            <a:r>
              <a:rPr lang="en-US" sz="2000" b="1" dirty="0">
                <a:latin typeface="Calibri"/>
                <a:cs typeface="Calibri"/>
              </a:rPr>
              <a:t>e</a:t>
            </a:r>
          </a:p>
        </p:txBody>
      </p:sp>
      <p:sp>
        <p:nvSpPr>
          <p:cNvPr id="14366" name="Text Box 32"/>
          <p:cNvSpPr txBox="1">
            <a:spLocks noChangeArrowheads="1"/>
          </p:cNvSpPr>
          <p:nvPr/>
        </p:nvSpPr>
        <p:spPr bwMode="auto">
          <a:xfrm>
            <a:off x="5715000" y="2895601"/>
            <a:ext cx="762000" cy="396875"/>
          </a:xfrm>
          <a:prstGeom prst="rect">
            <a:avLst/>
          </a:prstGeom>
          <a:noFill/>
          <a:ln w="9525">
            <a:noFill/>
            <a:miter lim="800000"/>
            <a:headEnd/>
            <a:tailEnd/>
          </a:ln>
        </p:spPr>
        <p:txBody>
          <a:bodyPr lIns="91438" tIns="45719" rIns="91438" bIns="45719">
            <a:spAutoFit/>
          </a:bodyPr>
          <a:lstStyle/>
          <a:p>
            <a:pPr algn="ctr">
              <a:spcBef>
                <a:spcPct val="50000"/>
              </a:spcBef>
            </a:pPr>
            <a:r>
              <a:rPr lang="en-US" sz="2000" i="1" dirty="0">
                <a:latin typeface="Calibri"/>
                <a:cs typeface="Calibri"/>
              </a:rPr>
              <a:t>h=1</a:t>
            </a:r>
          </a:p>
        </p:txBody>
      </p:sp>
      <p:sp>
        <p:nvSpPr>
          <p:cNvPr id="14367" name="Text Box 33"/>
          <p:cNvSpPr txBox="1">
            <a:spLocks noChangeArrowheads="1"/>
          </p:cNvSpPr>
          <p:nvPr/>
        </p:nvSpPr>
        <p:spPr bwMode="auto">
          <a:xfrm>
            <a:off x="4724400" y="3200401"/>
            <a:ext cx="533400" cy="396875"/>
          </a:xfrm>
          <a:prstGeom prst="rect">
            <a:avLst/>
          </a:prstGeom>
          <a:noFill/>
          <a:ln w="9525">
            <a:noFill/>
            <a:miter lim="800000"/>
            <a:headEnd/>
            <a:tailEnd/>
          </a:ln>
        </p:spPr>
        <p:txBody>
          <a:bodyPr lIns="91438" tIns="45719" rIns="91438" bIns="45719">
            <a:spAutoFit/>
          </a:bodyPr>
          <a:lstStyle/>
          <a:p>
            <a:pPr algn="ctr">
              <a:spcBef>
                <a:spcPct val="50000"/>
              </a:spcBef>
            </a:pPr>
            <a:r>
              <a:rPr lang="en-US" sz="2000" b="1" dirty="0">
                <a:latin typeface="Calibri"/>
                <a:cs typeface="Calibri"/>
              </a:rPr>
              <a:t>1</a:t>
            </a:r>
          </a:p>
        </p:txBody>
      </p:sp>
      <p:grpSp>
        <p:nvGrpSpPr>
          <p:cNvPr id="2" name="Group 34"/>
          <p:cNvGrpSpPr>
            <a:grpSpLocks/>
          </p:cNvGrpSpPr>
          <p:nvPr/>
        </p:nvGrpSpPr>
        <p:grpSpPr bwMode="auto">
          <a:xfrm>
            <a:off x="914400" y="4038601"/>
            <a:ext cx="1066800" cy="915988"/>
            <a:chOff x="1392" y="2544"/>
            <a:chExt cx="672" cy="577"/>
          </a:xfrm>
        </p:grpSpPr>
        <p:cxnSp>
          <p:nvCxnSpPr>
            <p:cNvPr id="14379" name="AutoShape 35"/>
            <p:cNvCxnSpPr>
              <a:cxnSpLocks noChangeShapeType="1"/>
            </p:cNvCxnSpPr>
            <p:nvPr/>
          </p:nvCxnSpPr>
          <p:spPr bwMode="auto">
            <a:xfrm>
              <a:off x="1392" y="2544"/>
              <a:ext cx="528" cy="0"/>
            </a:xfrm>
            <a:prstGeom prst="straightConnector1">
              <a:avLst/>
            </a:prstGeom>
            <a:noFill/>
            <a:ln w="38100">
              <a:solidFill>
                <a:srgbClr val="3333FF"/>
              </a:solidFill>
              <a:round/>
              <a:headEnd/>
              <a:tailEnd type="triangle" w="med" len="med"/>
            </a:ln>
          </p:spPr>
        </p:cxnSp>
        <p:cxnSp>
          <p:nvCxnSpPr>
            <p:cNvPr id="14380" name="AutoShape 36"/>
            <p:cNvCxnSpPr>
              <a:cxnSpLocks noChangeShapeType="1"/>
            </p:cNvCxnSpPr>
            <p:nvPr/>
          </p:nvCxnSpPr>
          <p:spPr bwMode="auto">
            <a:xfrm>
              <a:off x="2064" y="2688"/>
              <a:ext cx="0" cy="288"/>
            </a:xfrm>
            <a:prstGeom prst="straightConnector1">
              <a:avLst/>
            </a:prstGeom>
            <a:noFill/>
            <a:ln w="38100">
              <a:solidFill>
                <a:srgbClr val="3333FF"/>
              </a:solidFill>
              <a:round/>
              <a:headEnd/>
              <a:tailEnd type="triangle" w="med" len="med"/>
            </a:ln>
          </p:spPr>
        </p:cxnSp>
        <p:cxnSp>
          <p:nvCxnSpPr>
            <p:cNvPr id="14381" name="AutoShape 37"/>
            <p:cNvCxnSpPr>
              <a:cxnSpLocks noChangeShapeType="1"/>
            </p:cNvCxnSpPr>
            <p:nvPr/>
          </p:nvCxnSpPr>
          <p:spPr bwMode="auto">
            <a:xfrm rot="10800000">
              <a:off x="1392" y="3120"/>
              <a:ext cx="528" cy="1"/>
            </a:xfrm>
            <a:prstGeom prst="straightConnector1">
              <a:avLst/>
            </a:prstGeom>
            <a:noFill/>
            <a:ln w="38100">
              <a:solidFill>
                <a:srgbClr val="3333FF"/>
              </a:solidFill>
              <a:round/>
              <a:headEnd/>
              <a:tailEnd type="triangle" w="med" len="med"/>
            </a:ln>
          </p:spPr>
        </p:cxnSp>
      </p:grpSp>
      <p:grpSp>
        <p:nvGrpSpPr>
          <p:cNvPr id="3" name="Group 38"/>
          <p:cNvGrpSpPr>
            <a:grpSpLocks/>
          </p:cNvGrpSpPr>
          <p:nvPr/>
        </p:nvGrpSpPr>
        <p:grpSpPr bwMode="auto">
          <a:xfrm>
            <a:off x="914400" y="2962276"/>
            <a:ext cx="5486400" cy="1076325"/>
            <a:chOff x="1392" y="1872"/>
            <a:chExt cx="3456" cy="678"/>
          </a:xfrm>
        </p:grpSpPr>
        <p:cxnSp>
          <p:nvCxnSpPr>
            <p:cNvPr id="14375" name="AutoShape 39"/>
            <p:cNvCxnSpPr>
              <a:cxnSpLocks noChangeShapeType="1"/>
            </p:cNvCxnSpPr>
            <p:nvPr/>
          </p:nvCxnSpPr>
          <p:spPr bwMode="auto">
            <a:xfrm>
              <a:off x="3984" y="2550"/>
              <a:ext cx="864" cy="0"/>
            </a:xfrm>
            <a:prstGeom prst="straightConnector1">
              <a:avLst/>
            </a:prstGeom>
            <a:noFill/>
            <a:ln w="38100">
              <a:solidFill>
                <a:srgbClr val="CC0000"/>
              </a:solidFill>
              <a:round/>
              <a:headEnd/>
              <a:tailEnd type="triangle" w="med" len="med"/>
            </a:ln>
          </p:spPr>
        </p:cxnSp>
        <p:cxnSp>
          <p:nvCxnSpPr>
            <p:cNvPr id="14376" name="AutoShape 40"/>
            <p:cNvCxnSpPr>
              <a:cxnSpLocks noChangeShapeType="1"/>
            </p:cNvCxnSpPr>
            <p:nvPr/>
          </p:nvCxnSpPr>
          <p:spPr bwMode="auto">
            <a:xfrm flipH="1">
              <a:off x="3840" y="2118"/>
              <a:ext cx="432" cy="288"/>
            </a:xfrm>
            <a:prstGeom prst="straightConnector1">
              <a:avLst/>
            </a:prstGeom>
            <a:noFill/>
            <a:ln w="38100">
              <a:solidFill>
                <a:srgbClr val="CC0000"/>
              </a:solidFill>
              <a:round/>
              <a:headEnd/>
              <a:tailEnd type="triangle" w="med" len="med"/>
            </a:ln>
          </p:spPr>
        </p:cxnSp>
        <p:cxnSp>
          <p:nvCxnSpPr>
            <p:cNvPr id="14377" name="AutoShape 41"/>
            <p:cNvCxnSpPr>
              <a:cxnSpLocks noChangeShapeType="1"/>
            </p:cNvCxnSpPr>
            <p:nvPr/>
          </p:nvCxnSpPr>
          <p:spPr bwMode="auto">
            <a:xfrm>
              <a:off x="1392" y="2550"/>
              <a:ext cx="528" cy="0"/>
            </a:xfrm>
            <a:prstGeom prst="straightConnector1">
              <a:avLst/>
            </a:prstGeom>
            <a:noFill/>
            <a:ln w="38100">
              <a:solidFill>
                <a:srgbClr val="CC0000"/>
              </a:solidFill>
              <a:round/>
              <a:headEnd/>
              <a:tailEnd type="triangle" w="med" len="med"/>
            </a:ln>
          </p:spPr>
        </p:cxnSp>
        <p:cxnSp>
          <p:nvCxnSpPr>
            <p:cNvPr id="14378" name="AutoShape 42"/>
            <p:cNvCxnSpPr>
              <a:cxnSpLocks noChangeShapeType="1"/>
            </p:cNvCxnSpPr>
            <p:nvPr/>
          </p:nvCxnSpPr>
          <p:spPr bwMode="auto">
            <a:xfrm rot="-5400000">
              <a:off x="2850" y="1086"/>
              <a:ext cx="534" cy="2106"/>
            </a:xfrm>
            <a:prstGeom prst="curvedConnector3">
              <a:avLst>
                <a:gd name="adj1" fmla="val 134833"/>
              </a:avLst>
            </a:prstGeom>
            <a:noFill/>
            <a:ln w="38100">
              <a:solidFill>
                <a:srgbClr val="CC0000"/>
              </a:solidFill>
              <a:round/>
              <a:headEnd/>
              <a:tailEnd type="triangle" w="med" len="med"/>
            </a:ln>
          </p:spPr>
        </p:cxnSp>
      </p:grpSp>
      <p:grpSp>
        <p:nvGrpSpPr>
          <p:cNvPr id="4" name="Group 43"/>
          <p:cNvGrpSpPr>
            <a:grpSpLocks/>
          </p:cNvGrpSpPr>
          <p:nvPr/>
        </p:nvGrpSpPr>
        <p:grpSpPr bwMode="auto">
          <a:xfrm>
            <a:off x="914400" y="4038600"/>
            <a:ext cx="5486400" cy="0"/>
            <a:chOff x="1392" y="2544"/>
            <a:chExt cx="3456" cy="0"/>
          </a:xfrm>
        </p:grpSpPr>
        <p:cxnSp>
          <p:nvCxnSpPr>
            <p:cNvPr id="14372" name="AutoShape 44"/>
            <p:cNvCxnSpPr>
              <a:cxnSpLocks noChangeShapeType="1"/>
            </p:cNvCxnSpPr>
            <p:nvPr/>
          </p:nvCxnSpPr>
          <p:spPr bwMode="auto">
            <a:xfrm>
              <a:off x="3984" y="2544"/>
              <a:ext cx="864" cy="0"/>
            </a:xfrm>
            <a:prstGeom prst="straightConnector1">
              <a:avLst/>
            </a:prstGeom>
            <a:noFill/>
            <a:ln w="38100">
              <a:solidFill>
                <a:srgbClr val="CC00CC"/>
              </a:solidFill>
              <a:round/>
              <a:headEnd/>
              <a:tailEnd type="triangle" w="med" len="med"/>
            </a:ln>
          </p:spPr>
        </p:cxnSp>
        <p:cxnSp>
          <p:nvCxnSpPr>
            <p:cNvPr id="14373" name="AutoShape 45"/>
            <p:cNvCxnSpPr>
              <a:cxnSpLocks noChangeShapeType="1"/>
            </p:cNvCxnSpPr>
            <p:nvPr/>
          </p:nvCxnSpPr>
          <p:spPr bwMode="auto">
            <a:xfrm>
              <a:off x="1392" y="2544"/>
              <a:ext cx="528" cy="0"/>
            </a:xfrm>
            <a:prstGeom prst="straightConnector1">
              <a:avLst/>
            </a:prstGeom>
            <a:noFill/>
            <a:ln w="38100">
              <a:solidFill>
                <a:srgbClr val="CC00CC"/>
              </a:solidFill>
              <a:round/>
              <a:headEnd/>
              <a:tailEnd type="triangle" w="med" len="med"/>
            </a:ln>
          </p:spPr>
        </p:cxnSp>
        <p:cxnSp>
          <p:nvCxnSpPr>
            <p:cNvPr id="14374" name="AutoShape 46"/>
            <p:cNvCxnSpPr>
              <a:cxnSpLocks noChangeShapeType="1"/>
            </p:cNvCxnSpPr>
            <p:nvPr/>
          </p:nvCxnSpPr>
          <p:spPr bwMode="auto">
            <a:xfrm>
              <a:off x="2208" y="2544"/>
              <a:ext cx="1488" cy="0"/>
            </a:xfrm>
            <a:prstGeom prst="straightConnector1">
              <a:avLst/>
            </a:prstGeom>
            <a:noFill/>
            <a:ln w="38100">
              <a:solidFill>
                <a:srgbClr val="CC00CC"/>
              </a:solidFill>
              <a:round/>
              <a:headEnd/>
              <a:tailEnd type="triangle" w="med" len="med"/>
            </a:ln>
          </p:spPr>
        </p:cxnSp>
      </p:grpSp>
      <p:sp>
        <p:nvSpPr>
          <p:cNvPr id="47" name="Oval 6"/>
          <p:cNvSpPr>
            <a:spLocks noChangeArrowheads="1"/>
          </p:cNvSpPr>
          <p:nvPr/>
        </p:nvSpPr>
        <p:spPr bwMode="auto">
          <a:xfrm>
            <a:off x="9753600" y="2362200"/>
            <a:ext cx="457200" cy="457200"/>
          </a:xfrm>
          <a:prstGeom prst="ellipse">
            <a:avLst/>
          </a:prstGeom>
          <a:solidFill>
            <a:schemeClr val="bg1"/>
          </a:solidFill>
          <a:ln w="9525">
            <a:solidFill>
              <a:schemeClr val="tx1"/>
            </a:solidFill>
            <a:round/>
            <a:headEnd/>
            <a:tailEnd/>
          </a:ln>
        </p:spPr>
        <p:txBody>
          <a:bodyPr wrap="none" lIns="91438" tIns="45719" rIns="91438" bIns="45719" anchor="ctr"/>
          <a:lstStyle/>
          <a:p>
            <a:pPr algn="ctr"/>
            <a:r>
              <a:rPr lang="en-US" sz="2000" b="1" dirty="0">
                <a:latin typeface="Calibri"/>
                <a:cs typeface="Calibri"/>
              </a:rPr>
              <a:t>S</a:t>
            </a:r>
          </a:p>
        </p:txBody>
      </p:sp>
      <p:sp>
        <p:nvSpPr>
          <p:cNvPr id="48" name="Oval 7"/>
          <p:cNvSpPr>
            <a:spLocks noChangeArrowheads="1"/>
          </p:cNvSpPr>
          <p:nvPr/>
        </p:nvSpPr>
        <p:spPr bwMode="auto">
          <a:xfrm>
            <a:off x="9220200" y="2971800"/>
            <a:ext cx="457200" cy="457200"/>
          </a:xfrm>
          <a:prstGeom prst="ellipse">
            <a:avLst/>
          </a:prstGeom>
          <a:solidFill>
            <a:schemeClr val="bg1"/>
          </a:solidFill>
          <a:ln w="9525">
            <a:solidFill>
              <a:schemeClr val="tx1"/>
            </a:solidFill>
            <a:round/>
            <a:headEnd/>
            <a:tailEnd/>
          </a:ln>
        </p:spPr>
        <p:txBody>
          <a:bodyPr wrap="none" lIns="91438" tIns="45719" rIns="91438" bIns="45719" anchor="ctr"/>
          <a:lstStyle/>
          <a:p>
            <a:pPr algn="ctr"/>
            <a:r>
              <a:rPr lang="en-US" sz="2000" b="1" dirty="0">
                <a:latin typeface="Calibri"/>
                <a:cs typeface="Calibri"/>
              </a:rPr>
              <a:t>a</a:t>
            </a:r>
          </a:p>
        </p:txBody>
      </p:sp>
      <p:sp>
        <p:nvSpPr>
          <p:cNvPr id="49" name="Oval 9"/>
          <p:cNvSpPr>
            <a:spLocks noChangeArrowheads="1"/>
          </p:cNvSpPr>
          <p:nvPr/>
        </p:nvSpPr>
        <p:spPr bwMode="auto">
          <a:xfrm>
            <a:off x="8686800" y="3886200"/>
            <a:ext cx="457200" cy="457200"/>
          </a:xfrm>
          <a:prstGeom prst="ellipse">
            <a:avLst/>
          </a:prstGeom>
          <a:solidFill>
            <a:schemeClr val="bg1"/>
          </a:solidFill>
          <a:ln w="9525">
            <a:solidFill>
              <a:schemeClr val="tx1"/>
            </a:solidFill>
            <a:round/>
            <a:headEnd/>
            <a:tailEnd/>
          </a:ln>
        </p:spPr>
        <p:txBody>
          <a:bodyPr wrap="none" lIns="91438" tIns="45719" rIns="91438" bIns="45719" anchor="ctr"/>
          <a:lstStyle/>
          <a:p>
            <a:pPr algn="ctr"/>
            <a:r>
              <a:rPr lang="en-US" sz="2000" b="1" dirty="0">
                <a:latin typeface="Calibri"/>
                <a:cs typeface="Calibri"/>
              </a:rPr>
              <a:t>b</a:t>
            </a:r>
          </a:p>
        </p:txBody>
      </p:sp>
      <p:sp>
        <p:nvSpPr>
          <p:cNvPr id="50" name="Oval 25"/>
          <p:cNvSpPr>
            <a:spLocks noChangeArrowheads="1"/>
          </p:cNvSpPr>
          <p:nvPr/>
        </p:nvSpPr>
        <p:spPr bwMode="auto">
          <a:xfrm>
            <a:off x="8686800" y="4800600"/>
            <a:ext cx="457200" cy="457200"/>
          </a:xfrm>
          <a:prstGeom prst="ellipse">
            <a:avLst/>
          </a:prstGeom>
          <a:solidFill>
            <a:schemeClr val="bg1"/>
          </a:solidFill>
          <a:ln w="9525">
            <a:solidFill>
              <a:schemeClr val="tx1"/>
            </a:solidFill>
            <a:round/>
            <a:headEnd/>
            <a:tailEnd/>
          </a:ln>
        </p:spPr>
        <p:txBody>
          <a:bodyPr wrap="none" lIns="91438" tIns="45719" rIns="91438" bIns="45719" anchor="ctr"/>
          <a:lstStyle/>
          <a:p>
            <a:pPr algn="ctr"/>
            <a:r>
              <a:rPr lang="en-US" sz="2000" b="1" dirty="0">
                <a:latin typeface="Calibri"/>
                <a:cs typeface="Calibri"/>
              </a:rPr>
              <a:t>c</a:t>
            </a:r>
          </a:p>
        </p:txBody>
      </p:sp>
      <p:sp>
        <p:nvSpPr>
          <p:cNvPr id="51" name="Oval 31"/>
          <p:cNvSpPr>
            <a:spLocks noChangeArrowheads="1"/>
          </p:cNvSpPr>
          <p:nvPr/>
        </p:nvSpPr>
        <p:spPr bwMode="auto">
          <a:xfrm>
            <a:off x="10896600" y="3886200"/>
            <a:ext cx="457200" cy="457200"/>
          </a:xfrm>
          <a:prstGeom prst="ellipse">
            <a:avLst/>
          </a:prstGeom>
          <a:solidFill>
            <a:schemeClr val="bg1"/>
          </a:solidFill>
          <a:ln w="9525">
            <a:solidFill>
              <a:schemeClr val="tx1"/>
            </a:solidFill>
            <a:round/>
            <a:headEnd/>
            <a:tailEnd/>
          </a:ln>
        </p:spPr>
        <p:txBody>
          <a:bodyPr wrap="none" lIns="91438" tIns="45719" rIns="91438" bIns="45719" anchor="ctr"/>
          <a:lstStyle/>
          <a:p>
            <a:pPr algn="ctr"/>
            <a:r>
              <a:rPr lang="en-US" sz="2000" b="1" dirty="0">
                <a:latin typeface="Calibri"/>
                <a:cs typeface="Calibri"/>
              </a:rPr>
              <a:t>e</a:t>
            </a:r>
          </a:p>
        </p:txBody>
      </p:sp>
      <p:sp>
        <p:nvSpPr>
          <p:cNvPr id="52" name="Oval 8"/>
          <p:cNvSpPr>
            <a:spLocks noChangeArrowheads="1"/>
          </p:cNvSpPr>
          <p:nvPr/>
        </p:nvSpPr>
        <p:spPr bwMode="auto">
          <a:xfrm>
            <a:off x="9448800" y="3886200"/>
            <a:ext cx="457200" cy="457200"/>
          </a:xfrm>
          <a:prstGeom prst="ellipse">
            <a:avLst/>
          </a:prstGeom>
          <a:solidFill>
            <a:schemeClr val="bg1"/>
          </a:solidFill>
          <a:ln w="9525">
            <a:solidFill>
              <a:schemeClr val="tx1"/>
            </a:solidFill>
            <a:round/>
            <a:headEnd/>
            <a:tailEnd/>
          </a:ln>
        </p:spPr>
        <p:txBody>
          <a:bodyPr wrap="none" lIns="91438" tIns="45719" rIns="91438" bIns="45719" anchor="ctr"/>
          <a:lstStyle/>
          <a:p>
            <a:pPr algn="ctr"/>
            <a:r>
              <a:rPr lang="en-US" sz="2000" b="1" dirty="0">
                <a:latin typeface="Calibri"/>
                <a:cs typeface="Calibri"/>
              </a:rPr>
              <a:t>d</a:t>
            </a:r>
          </a:p>
        </p:txBody>
      </p:sp>
      <p:sp>
        <p:nvSpPr>
          <p:cNvPr id="53" name="Oval 8"/>
          <p:cNvSpPr>
            <a:spLocks noChangeArrowheads="1"/>
          </p:cNvSpPr>
          <p:nvPr/>
        </p:nvSpPr>
        <p:spPr bwMode="auto">
          <a:xfrm>
            <a:off x="10896600" y="4800600"/>
            <a:ext cx="457200" cy="457200"/>
          </a:xfrm>
          <a:prstGeom prst="ellipse">
            <a:avLst/>
          </a:prstGeom>
          <a:solidFill>
            <a:schemeClr val="bg1"/>
          </a:solidFill>
          <a:ln w="9525">
            <a:solidFill>
              <a:schemeClr val="tx1"/>
            </a:solidFill>
            <a:round/>
            <a:headEnd/>
            <a:tailEnd/>
          </a:ln>
        </p:spPr>
        <p:txBody>
          <a:bodyPr wrap="none" lIns="91438" tIns="45719" rIns="91438" bIns="45719" anchor="ctr"/>
          <a:lstStyle/>
          <a:p>
            <a:pPr algn="ctr"/>
            <a:r>
              <a:rPr lang="en-US" sz="2000" b="1" dirty="0">
                <a:latin typeface="Calibri"/>
                <a:cs typeface="Calibri"/>
              </a:rPr>
              <a:t>d</a:t>
            </a:r>
          </a:p>
        </p:txBody>
      </p:sp>
      <p:sp>
        <p:nvSpPr>
          <p:cNvPr id="54" name="Oval 10"/>
          <p:cNvSpPr>
            <a:spLocks noChangeArrowheads="1"/>
          </p:cNvSpPr>
          <p:nvPr/>
        </p:nvSpPr>
        <p:spPr bwMode="auto">
          <a:xfrm>
            <a:off x="9448800" y="4800600"/>
            <a:ext cx="457200" cy="457200"/>
          </a:xfrm>
          <a:prstGeom prst="ellipse">
            <a:avLst/>
          </a:prstGeom>
          <a:solidFill>
            <a:schemeClr val="bg1"/>
          </a:solidFill>
          <a:ln w="9525">
            <a:solidFill>
              <a:schemeClr val="tx1"/>
            </a:solidFill>
            <a:round/>
            <a:headEnd/>
            <a:tailEnd/>
          </a:ln>
        </p:spPr>
        <p:txBody>
          <a:bodyPr wrap="none" lIns="91438" tIns="45719" rIns="91438" bIns="45719" anchor="ctr"/>
          <a:lstStyle/>
          <a:p>
            <a:pPr algn="ctr"/>
            <a:r>
              <a:rPr lang="en-US" sz="2000" b="1" dirty="0">
                <a:latin typeface="Calibri"/>
                <a:cs typeface="Calibri"/>
              </a:rPr>
              <a:t>G</a:t>
            </a:r>
          </a:p>
        </p:txBody>
      </p:sp>
      <p:sp>
        <p:nvSpPr>
          <p:cNvPr id="55" name="Oval 10"/>
          <p:cNvSpPr>
            <a:spLocks noChangeArrowheads="1"/>
          </p:cNvSpPr>
          <p:nvPr/>
        </p:nvSpPr>
        <p:spPr bwMode="auto">
          <a:xfrm>
            <a:off x="10896600" y="5715000"/>
            <a:ext cx="457200" cy="457200"/>
          </a:xfrm>
          <a:prstGeom prst="ellipse">
            <a:avLst/>
          </a:prstGeom>
          <a:solidFill>
            <a:schemeClr val="bg1"/>
          </a:solidFill>
          <a:ln w="9525">
            <a:solidFill>
              <a:schemeClr val="tx1"/>
            </a:solidFill>
            <a:round/>
            <a:headEnd/>
            <a:tailEnd/>
          </a:ln>
        </p:spPr>
        <p:txBody>
          <a:bodyPr wrap="none" lIns="91438" tIns="45719" rIns="91438" bIns="45719" anchor="ctr"/>
          <a:lstStyle/>
          <a:p>
            <a:pPr algn="ctr"/>
            <a:r>
              <a:rPr lang="en-US" sz="2000" b="1" dirty="0">
                <a:latin typeface="Calibri"/>
                <a:cs typeface="Calibri"/>
              </a:rPr>
              <a:t>G</a:t>
            </a:r>
          </a:p>
        </p:txBody>
      </p:sp>
      <p:cxnSp>
        <p:nvCxnSpPr>
          <p:cNvPr id="7" name="Straight Connector 6"/>
          <p:cNvCxnSpPr>
            <a:stCxn id="47" idx="4"/>
            <a:endCxn id="48" idx="7"/>
          </p:cNvCxnSpPr>
          <p:nvPr/>
        </p:nvCxnSpPr>
        <p:spPr>
          <a:xfrm flipH="1">
            <a:off x="9610445" y="2819400"/>
            <a:ext cx="371755" cy="219355"/>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8" name="Straight Connector 57"/>
          <p:cNvCxnSpPr>
            <a:stCxn id="48" idx="4"/>
            <a:endCxn id="52" idx="0"/>
          </p:cNvCxnSpPr>
          <p:nvPr/>
        </p:nvCxnSpPr>
        <p:spPr>
          <a:xfrm>
            <a:off x="9448800" y="3429000"/>
            <a:ext cx="228600" cy="45720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59" name="Straight Connector 58"/>
          <p:cNvCxnSpPr>
            <a:stCxn id="51" idx="4"/>
            <a:endCxn id="53" idx="0"/>
          </p:cNvCxnSpPr>
          <p:nvPr/>
        </p:nvCxnSpPr>
        <p:spPr>
          <a:xfrm>
            <a:off x="11125200" y="4343400"/>
            <a:ext cx="0" cy="45720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0" name="Straight Connector 59"/>
          <p:cNvCxnSpPr>
            <a:stCxn id="52" idx="4"/>
            <a:endCxn id="54" idx="0"/>
          </p:cNvCxnSpPr>
          <p:nvPr/>
        </p:nvCxnSpPr>
        <p:spPr>
          <a:xfrm>
            <a:off x="9677400" y="4343400"/>
            <a:ext cx="0" cy="45720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1" name="Straight Connector 60"/>
          <p:cNvCxnSpPr>
            <a:stCxn id="51" idx="0"/>
            <a:endCxn id="48" idx="4"/>
          </p:cNvCxnSpPr>
          <p:nvPr/>
        </p:nvCxnSpPr>
        <p:spPr>
          <a:xfrm flipH="1" flipV="1">
            <a:off x="9448800" y="3429000"/>
            <a:ext cx="1676400" cy="45720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2" name="Straight Connector 61"/>
          <p:cNvCxnSpPr>
            <a:stCxn id="48" idx="4"/>
            <a:endCxn id="49" idx="0"/>
          </p:cNvCxnSpPr>
          <p:nvPr/>
        </p:nvCxnSpPr>
        <p:spPr>
          <a:xfrm flipH="1">
            <a:off x="8915400" y="3429000"/>
            <a:ext cx="533400" cy="45720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63" name="Straight Connector 62"/>
          <p:cNvCxnSpPr>
            <a:stCxn id="49" idx="4"/>
            <a:endCxn id="50" idx="0"/>
          </p:cNvCxnSpPr>
          <p:nvPr/>
        </p:nvCxnSpPr>
        <p:spPr>
          <a:xfrm>
            <a:off x="8915400" y="4343400"/>
            <a:ext cx="0" cy="45720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79" name="Straight Connector 78"/>
          <p:cNvCxnSpPr>
            <a:stCxn id="53" idx="4"/>
            <a:endCxn id="55" idx="0"/>
          </p:cNvCxnSpPr>
          <p:nvPr/>
        </p:nvCxnSpPr>
        <p:spPr>
          <a:xfrm>
            <a:off x="11125200" y="5257800"/>
            <a:ext cx="0" cy="45720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64" name="Text Box 19"/>
          <p:cNvSpPr txBox="1">
            <a:spLocks noChangeArrowheads="1"/>
          </p:cNvSpPr>
          <p:nvPr/>
        </p:nvSpPr>
        <p:spPr bwMode="auto">
          <a:xfrm>
            <a:off x="10287000" y="2209800"/>
            <a:ext cx="838200" cy="707884"/>
          </a:xfrm>
          <a:prstGeom prst="rect">
            <a:avLst/>
          </a:prstGeom>
          <a:noFill/>
          <a:ln w="9525">
            <a:noFill/>
            <a:miter lim="800000"/>
            <a:headEnd/>
            <a:tailEnd/>
          </a:ln>
        </p:spPr>
        <p:txBody>
          <a:bodyPr lIns="91438" tIns="45719" rIns="91438" bIns="45719">
            <a:spAutoFit/>
          </a:bodyPr>
          <a:lstStyle/>
          <a:p>
            <a:pPr algn="ctr">
              <a:spcBef>
                <a:spcPct val="50000"/>
              </a:spcBef>
            </a:pPr>
            <a:r>
              <a:rPr lang="en-US" sz="2000" i="1" dirty="0">
                <a:latin typeface="Calibri"/>
                <a:cs typeface="Calibri"/>
              </a:rPr>
              <a:t>g = 0 h=6</a:t>
            </a:r>
          </a:p>
        </p:txBody>
      </p:sp>
      <p:sp>
        <p:nvSpPr>
          <p:cNvPr id="65" name="Text Box 19"/>
          <p:cNvSpPr txBox="1">
            <a:spLocks noChangeArrowheads="1"/>
          </p:cNvSpPr>
          <p:nvPr/>
        </p:nvSpPr>
        <p:spPr bwMode="auto">
          <a:xfrm>
            <a:off x="8458200" y="2797316"/>
            <a:ext cx="838200" cy="707884"/>
          </a:xfrm>
          <a:prstGeom prst="rect">
            <a:avLst/>
          </a:prstGeom>
          <a:noFill/>
          <a:ln w="9525">
            <a:noFill/>
            <a:miter lim="800000"/>
            <a:headEnd/>
            <a:tailEnd/>
          </a:ln>
        </p:spPr>
        <p:txBody>
          <a:bodyPr lIns="91438" tIns="45719" rIns="91438" bIns="45719">
            <a:spAutoFit/>
          </a:bodyPr>
          <a:lstStyle/>
          <a:p>
            <a:pPr algn="ctr">
              <a:spcBef>
                <a:spcPct val="50000"/>
              </a:spcBef>
            </a:pPr>
            <a:r>
              <a:rPr lang="en-US" sz="2000" i="1" dirty="0">
                <a:latin typeface="Calibri"/>
                <a:cs typeface="Calibri"/>
              </a:rPr>
              <a:t>g = 1 h=5</a:t>
            </a:r>
          </a:p>
        </p:txBody>
      </p:sp>
      <p:sp>
        <p:nvSpPr>
          <p:cNvPr id="66" name="Text Box 19"/>
          <p:cNvSpPr txBox="1">
            <a:spLocks noChangeArrowheads="1"/>
          </p:cNvSpPr>
          <p:nvPr/>
        </p:nvSpPr>
        <p:spPr bwMode="auto">
          <a:xfrm>
            <a:off x="7848600" y="3733800"/>
            <a:ext cx="838200" cy="707884"/>
          </a:xfrm>
          <a:prstGeom prst="rect">
            <a:avLst/>
          </a:prstGeom>
          <a:noFill/>
          <a:ln w="9525">
            <a:noFill/>
            <a:miter lim="800000"/>
            <a:headEnd/>
            <a:tailEnd/>
          </a:ln>
        </p:spPr>
        <p:txBody>
          <a:bodyPr lIns="91438" tIns="45719" rIns="91438" bIns="45719">
            <a:spAutoFit/>
          </a:bodyPr>
          <a:lstStyle/>
          <a:p>
            <a:pPr algn="ctr">
              <a:spcBef>
                <a:spcPct val="50000"/>
              </a:spcBef>
            </a:pPr>
            <a:r>
              <a:rPr lang="en-US" sz="2000" i="1" dirty="0">
                <a:latin typeface="Calibri"/>
                <a:cs typeface="Calibri"/>
              </a:rPr>
              <a:t>g = 2 h=6</a:t>
            </a:r>
          </a:p>
        </p:txBody>
      </p:sp>
      <p:sp>
        <p:nvSpPr>
          <p:cNvPr id="67" name="Text Box 19"/>
          <p:cNvSpPr txBox="1">
            <a:spLocks noChangeArrowheads="1"/>
          </p:cNvSpPr>
          <p:nvPr/>
        </p:nvSpPr>
        <p:spPr bwMode="auto">
          <a:xfrm>
            <a:off x="7848600" y="4626116"/>
            <a:ext cx="838200" cy="707884"/>
          </a:xfrm>
          <a:prstGeom prst="rect">
            <a:avLst/>
          </a:prstGeom>
          <a:noFill/>
          <a:ln w="9525">
            <a:noFill/>
            <a:miter lim="800000"/>
            <a:headEnd/>
            <a:tailEnd/>
          </a:ln>
        </p:spPr>
        <p:txBody>
          <a:bodyPr lIns="91438" tIns="45719" rIns="91438" bIns="45719">
            <a:spAutoFit/>
          </a:bodyPr>
          <a:lstStyle/>
          <a:p>
            <a:pPr algn="ctr">
              <a:spcBef>
                <a:spcPct val="50000"/>
              </a:spcBef>
            </a:pPr>
            <a:r>
              <a:rPr lang="en-US" sz="2000" i="1" dirty="0">
                <a:latin typeface="Calibri"/>
                <a:cs typeface="Calibri"/>
              </a:rPr>
              <a:t>g = 3 h=7</a:t>
            </a:r>
          </a:p>
        </p:txBody>
      </p:sp>
      <p:sp>
        <p:nvSpPr>
          <p:cNvPr id="68" name="Text Box 19"/>
          <p:cNvSpPr txBox="1">
            <a:spLocks noChangeArrowheads="1"/>
          </p:cNvSpPr>
          <p:nvPr/>
        </p:nvSpPr>
        <p:spPr bwMode="auto">
          <a:xfrm>
            <a:off x="9829800" y="3810000"/>
            <a:ext cx="838200" cy="707884"/>
          </a:xfrm>
          <a:prstGeom prst="rect">
            <a:avLst/>
          </a:prstGeom>
          <a:noFill/>
          <a:ln w="9525">
            <a:noFill/>
            <a:miter lim="800000"/>
            <a:headEnd/>
            <a:tailEnd/>
          </a:ln>
        </p:spPr>
        <p:txBody>
          <a:bodyPr lIns="91438" tIns="45719" rIns="91438" bIns="45719">
            <a:spAutoFit/>
          </a:bodyPr>
          <a:lstStyle/>
          <a:p>
            <a:pPr algn="ctr">
              <a:spcBef>
                <a:spcPct val="50000"/>
              </a:spcBef>
            </a:pPr>
            <a:r>
              <a:rPr lang="en-US" sz="2000" i="1" dirty="0">
                <a:latin typeface="Calibri"/>
                <a:cs typeface="Calibri"/>
              </a:rPr>
              <a:t>g = 4 h=2</a:t>
            </a:r>
          </a:p>
        </p:txBody>
      </p:sp>
      <p:sp>
        <p:nvSpPr>
          <p:cNvPr id="69" name="Text Box 19"/>
          <p:cNvSpPr txBox="1">
            <a:spLocks noChangeArrowheads="1"/>
          </p:cNvSpPr>
          <p:nvPr/>
        </p:nvSpPr>
        <p:spPr bwMode="auto">
          <a:xfrm>
            <a:off x="9829800" y="4648200"/>
            <a:ext cx="838200" cy="707884"/>
          </a:xfrm>
          <a:prstGeom prst="rect">
            <a:avLst/>
          </a:prstGeom>
          <a:noFill/>
          <a:ln w="9525">
            <a:noFill/>
            <a:miter lim="800000"/>
            <a:headEnd/>
            <a:tailEnd/>
          </a:ln>
        </p:spPr>
        <p:txBody>
          <a:bodyPr lIns="91438" tIns="45719" rIns="91438" bIns="45719">
            <a:spAutoFit/>
          </a:bodyPr>
          <a:lstStyle/>
          <a:p>
            <a:pPr algn="ctr">
              <a:spcBef>
                <a:spcPct val="50000"/>
              </a:spcBef>
            </a:pPr>
            <a:r>
              <a:rPr lang="en-US" sz="2000" i="1" dirty="0">
                <a:latin typeface="Calibri"/>
                <a:cs typeface="Calibri"/>
              </a:rPr>
              <a:t>g = 6 h=0</a:t>
            </a:r>
          </a:p>
        </p:txBody>
      </p:sp>
      <p:sp>
        <p:nvSpPr>
          <p:cNvPr id="70" name="Text Box 19"/>
          <p:cNvSpPr txBox="1">
            <a:spLocks noChangeArrowheads="1"/>
          </p:cNvSpPr>
          <p:nvPr/>
        </p:nvSpPr>
        <p:spPr bwMode="auto">
          <a:xfrm>
            <a:off x="11277600" y="3711716"/>
            <a:ext cx="838200" cy="707884"/>
          </a:xfrm>
          <a:prstGeom prst="rect">
            <a:avLst/>
          </a:prstGeom>
          <a:noFill/>
          <a:ln w="9525">
            <a:noFill/>
            <a:miter lim="800000"/>
            <a:headEnd/>
            <a:tailEnd/>
          </a:ln>
        </p:spPr>
        <p:txBody>
          <a:bodyPr lIns="91438" tIns="45719" rIns="91438" bIns="45719">
            <a:spAutoFit/>
          </a:bodyPr>
          <a:lstStyle/>
          <a:p>
            <a:pPr algn="ctr">
              <a:spcBef>
                <a:spcPct val="50000"/>
              </a:spcBef>
            </a:pPr>
            <a:r>
              <a:rPr lang="en-US" sz="2000" i="1" dirty="0">
                <a:latin typeface="Calibri"/>
                <a:cs typeface="Calibri"/>
              </a:rPr>
              <a:t>g = 9 h=1</a:t>
            </a:r>
          </a:p>
        </p:txBody>
      </p:sp>
      <p:sp>
        <p:nvSpPr>
          <p:cNvPr id="71" name="Text Box 19"/>
          <p:cNvSpPr txBox="1">
            <a:spLocks noChangeArrowheads="1"/>
          </p:cNvSpPr>
          <p:nvPr/>
        </p:nvSpPr>
        <p:spPr bwMode="auto">
          <a:xfrm>
            <a:off x="11277600" y="4702316"/>
            <a:ext cx="914400" cy="707884"/>
          </a:xfrm>
          <a:prstGeom prst="rect">
            <a:avLst/>
          </a:prstGeom>
          <a:noFill/>
          <a:ln w="9525">
            <a:noFill/>
            <a:miter lim="800000"/>
            <a:headEnd/>
            <a:tailEnd/>
          </a:ln>
        </p:spPr>
        <p:txBody>
          <a:bodyPr wrap="square" lIns="91438" tIns="45719" rIns="91438" bIns="45719">
            <a:spAutoFit/>
          </a:bodyPr>
          <a:lstStyle/>
          <a:p>
            <a:pPr algn="ctr">
              <a:spcBef>
                <a:spcPct val="50000"/>
              </a:spcBef>
            </a:pPr>
            <a:r>
              <a:rPr lang="en-US" sz="2000" i="1" dirty="0">
                <a:latin typeface="Calibri"/>
                <a:cs typeface="Calibri"/>
              </a:rPr>
              <a:t>g = 10 h=2</a:t>
            </a:r>
          </a:p>
        </p:txBody>
      </p:sp>
      <p:sp>
        <p:nvSpPr>
          <p:cNvPr id="72" name="Text Box 19"/>
          <p:cNvSpPr txBox="1">
            <a:spLocks noChangeArrowheads="1"/>
          </p:cNvSpPr>
          <p:nvPr/>
        </p:nvSpPr>
        <p:spPr bwMode="auto">
          <a:xfrm>
            <a:off x="11277600" y="5562600"/>
            <a:ext cx="914400" cy="707884"/>
          </a:xfrm>
          <a:prstGeom prst="rect">
            <a:avLst/>
          </a:prstGeom>
          <a:noFill/>
          <a:ln w="9525">
            <a:noFill/>
            <a:miter lim="800000"/>
            <a:headEnd/>
            <a:tailEnd/>
          </a:ln>
        </p:spPr>
        <p:txBody>
          <a:bodyPr wrap="square" lIns="91438" tIns="45719" rIns="91438" bIns="45719">
            <a:spAutoFit/>
          </a:bodyPr>
          <a:lstStyle/>
          <a:p>
            <a:pPr algn="ctr">
              <a:spcBef>
                <a:spcPct val="50000"/>
              </a:spcBef>
            </a:pPr>
            <a:r>
              <a:rPr lang="en-US" sz="2000" i="1" dirty="0">
                <a:latin typeface="Calibri"/>
                <a:cs typeface="Calibri"/>
              </a:rPr>
              <a:t>g = 12 h=0</a:t>
            </a:r>
          </a:p>
        </p:txBody>
      </p:sp>
    </p:spTree>
    <p:extLst>
      <p:ext uri="{BB962C8B-B14F-4D97-AF65-F5344CB8AC3E}">
        <p14:creationId xmlns:p14="http://schemas.microsoft.com/office/powerpoint/2010/main" val="414323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85299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2"/>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499"/>
                                          </p:stCondLst>
                                        </p:cTn>
                                        <p:tgtEl>
                                          <p:spTgt spid="852997">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3"/>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852997">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2997"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2"/>
          <p:cNvSpPr>
            <a:spLocks noGrp="1" noChangeArrowheads="1"/>
          </p:cNvSpPr>
          <p:nvPr>
            <p:ph type="title"/>
          </p:nvPr>
        </p:nvSpPr>
        <p:spPr/>
        <p:txBody>
          <a:bodyPr/>
          <a:lstStyle/>
          <a:p>
            <a:r>
              <a:rPr lang="en-US" altLang="x-none"/>
              <a:t>A* Search</a:t>
            </a:r>
            <a:endParaRPr lang="en-GB" altLang="x-none"/>
          </a:p>
        </p:txBody>
      </p:sp>
      <p:graphicFrame>
        <p:nvGraphicFramePr>
          <p:cNvPr id="203826" name="Group 50"/>
          <p:cNvGraphicFramePr>
            <a:graphicFrameLocks noGrp="1"/>
          </p:cNvGraphicFramePr>
          <p:nvPr>
            <p:ph sz="half" idx="2"/>
          </p:nvPr>
        </p:nvGraphicFramePr>
        <p:xfrm>
          <a:off x="6172200" y="1600200"/>
          <a:ext cx="3810000" cy="4064000"/>
        </p:xfrm>
        <a:graphic>
          <a:graphicData uri="http://schemas.openxmlformats.org/drawingml/2006/table">
            <a:tbl>
              <a:tblPr/>
              <a:tblGrid>
                <a:gridCol w="19050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tblGrid>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dirty="0">
                          <a:ln>
                            <a:noFill/>
                          </a:ln>
                          <a:solidFill>
                            <a:schemeClr val="tx1"/>
                          </a:solidFill>
                          <a:effectLst/>
                          <a:latin typeface="Tahoma" pitchFamily="34" charset="0"/>
                          <a:cs typeface="Arial" charset="0"/>
                        </a:rPr>
                        <a:t>State</a:t>
                      </a:r>
                      <a:endParaRPr kumimoji="0" lang="en-GB" altLang="x-none" sz="1800" b="1" i="0" u="none" strike="noStrike" cap="none" normalizeH="0" baseline="0" dirty="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a:ln>
                            <a:noFill/>
                          </a:ln>
                          <a:solidFill>
                            <a:schemeClr val="tx1"/>
                          </a:solidFill>
                          <a:effectLst/>
                          <a:latin typeface="Tahoma" pitchFamily="34" charset="0"/>
                          <a:cs typeface="Arial" charset="0"/>
                        </a:rPr>
                        <a:t>Heuristic: h(n)</a:t>
                      </a:r>
                      <a:endParaRPr kumimoji="0" lang="en-GB" altLang="x-none" sz="1800" b="1"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A</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366</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dirty="0">
                          <a:ln>
                            <a:noFill/>
                          </a:ln>
                          <a:solidFill>
                            <a:schemeClr val="tx1"/>
                          </a:solidFill>
                          <a:effectLst/>
                          <a:latin typeface="Tahoma" pitchFamily="34" charset="0"/>
                          <a:cs typeface="Arial" charset="0"/>
                        </a:rPr>
                        <a:t>B</a:t>
                      </a:r>
                      <a:endParaRPr kumimoji="0" lang="en-GB" altLang="x-none" sz="1800" b="0" i="0" u="none" strike="noStrike" cap="none" normalizeH="0" baseline="0" dirty="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374</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C</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329</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D</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244</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E</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253</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F</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178</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G</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193</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H</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98</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I</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0</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87" name="Slide Number Placeholder 6"/>
          <p:cNvSpPr>
            <a:spLocks noGrp="1"/>
          </p:cNvSpPr>
          <p:nvPr>
            <p:ph type="sldNum" sz="quarter" idx="12"/>
          </p:nvPr>
        </p:nvSpPr>
        <p:spPr/>
        <p:txBody>
          <a:bodyPr/>
          <a:lstStyle/>
          <a:p>
            <a:fld id="{57D3A9DB-B5B0-419B-A525-6C06F6944626}" type="slidenum">
              <a:rPr lang="en-GB" altLang="x-none" smtClean="0"/>
              <a:pPr/>
              <a:t>6</a:t>
            </a:fld>
            <a:endParaRPr lang="en-GB" altLang="x-none"/>
          </a:p>
        </p:txBody>
      </p:sp>
      <p:sp>
        <p:nvSpPr>
          <p:cNvPr id="203825" name="Text Box 49"/>
          <p:cNvSpPr txBox="1">
            <a:spLocks noChangeArrowheads="1"/>
          </p:cNvSpPr>
          <p:nvPr/>
        </p:nvSpPr>
        <p:spPr bwMode="auto">
          <a:xfrm>
            <a:off x="5032513" y="5791200"/>
            <a:ext cx="6629400" cy="8156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sz="2000" b="1" i="1" dirty="0"/>
              <a:t>		f(n) = g(n) + h </a:t>
            </a:r>
            <a:r>
              <a:rPr lang="en-US" altLang="x-none" sz="2000" b="1" dirty="0"/>
              <a:t>(</a:t>
            </a:r>
            <a:r>
              <a:rPr lang="en-US" altLang="x-none" sz="2000" b="1" i="1" dirty="0"/>
              <a:t>n</a:t>
            </a:r>
            <a:r>
              <a:rPr lang="en-US" altLang="x-none" sz="2000" b="1" dirty="0"/>
              <a:t>)</a:t>
            </a:r>
          </a:p>
          <a:p>
            <a:pPr>
              <a:spcBef>
                <a:spcPct val="50000"/>
              </a:spcBef>
            </a:pPr>
            <a:r>
              <a:rPr lang="en-US" altLang="x-none" b="1" dirty="0"/>
              <a:t>g(n): </a:t>
            </a:r>
            <a:r>
              <a:rPr lang="en-US" altLang="x-none" dirty="0"/>
              <a:t>is the exact cost to reach node </a:t>
            </a:r>
            <a:r>
              <a:rPr lang="en-US" altLang="x-none" i="1" dirty="0"/>
              <a:t>n</a:t>
            </a:r>
            <a:r>
              <a:rPr lang="en-US" altLang="x-none" dirty="0"/>
              <a:t> from the initial state.</a:t>
            </a:r>
            <a:endParaRPr lang="en-GB" altLang="x-none" b="1" dirty="0"/>
          </a:p>
        </p:txBody>
      </p:sp>
      <p:grpSp>
        <p:nvGrpSpPr>
          <p:cNvPr id="203862" name="Group 86"/>
          <p:cNvGrpSpPr>
            <a:grpSpLocks/>
          </p:cNvGrpSpPr>
          <p:nvPr/>
        </p:nvGrpSpPr>
        <p:grpSpPr bwMode="auto">
          <a:xfrm>
            <a:off x="1828800" y="1600200"/>
            <a:ext cx="3429000" cy="4557713"/>
            <a:chOff x="240" y="1152"/>
            <a:chExt cx="2160" cy="2871"/>
          </a:xfrm>
        </p:grpSpPr>
        <p:grpSp>
          <p:nvGrpSpPr>
            <p:cNvPr id="203779" name="Group 3"/>
            <p:cNvGrpSpPr>
              <a:grpSpLocks/>
            </p:cNvGrpSpPr>
            <p:nvPr/>
          </p:nvGrpSpPr>
          <p:grpSpPr bwMode="auto">
            <a:xfrm>
              <a:off x="1344" y="1248"/>
              <a:ext cx="288" cy="288"/>
              <a:chOff x="1344" y="1248"/>
              <a:chExt cx="288" cy="288"/>
            </a:xfrm>
          </p:grpSpPr>
          <p:sp>
            <p:nvSpPr>
              <p:cNvPr id="203780" name="Oval 4"/>
              <p:cNvSpPr>
                <a:spLocks noChangeArrowheads="1"/>
              </p:cNvSpPr>
              <p:nvPr/>
            </p:nvSpPr>
            <p:spPr bwMode="auto">
              <a:xfrm>
                <a:off x="1344" y="1248"/>
                <a:ext cx="288" cy="28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3781" name="Text Box 5"/>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203782" name="Group 6"/>
            <p:cNvGrpSpPr>
              <a:grpSpLocks/>
            </p:cNvGrpSpPr>
            <p:nvPr/>
          </p:nvGrpSpPr>
          <p:grpSpPr bwMode="auto">
            <a:xfrm>
              <a:off x="2016" y="1584"/>
              <a:ext cx="288" cy="288"/>
              <a:chOff x="1344" y="1248"/>
              <a:chExt cx="288" cy="288"/>
            </a:xfrm>
          </p:grpSpPr>
          <p:sp>
            <p:nvSpPr>
              <p:cNvPr id="203783" name="Oval 7"/>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3784" name="Text Box 8"/>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203785" name="Group 9"/>
            <p:cNvGrpSpPr>
              <a:grpSpLocks/>
            </p:cNvGrpSpPr>
            <p:nvPr/>
          </p:nvGrpSpPr>
          <p:grpSpPr bwMode="auto">
            <a:xfrm>
              <a:off x="336" y="2160"/>
              <a:ext cx="288" cy="288"/>
              <a:chOff x="1344" y="1248"/>
              <a:chExt cx="288" cy="288"/>
            </a:xfrm>
          </p:grpSpPr>
          <p:sp>
            <p:nvSpPr>
              <p:cNvPr id="203786" name="Oval 10"/>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3787" name="Text Box 11"/>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D</a:t>
                </a:r>
                <a:endParaRPr lang="en-GB" altLang="x-none"/>
              </a:p>
            </p:txBody>
          </p:sp>
        </p:grpSp>
        <p:grpSp>
          <p:nvGrpSpPr>
            <p:cNvPr id="203788" name="Group 12"/>
            <p:cNvGrpSpPr>
              <a:grpSpLocks/>
            </p:cNvGrpSpPr>
            <p:nvPr/>
          </p:nvGrpSpPr>
          <p:grpSpPr bwMode="auto">
            <a:xfrm>
              <a:off x="672" y="1680"/>
              <a:ext cx="288" cy="288"/>
              <a:chOff x="1344" y="1248"/>
              <a:chExt cx="288" cy="288"/>
            </a:xfrm>
          </p:grpSpPr>
          <p:sp>
            <p:nvSpPr>
              <p:cNvPr id="203789" name="Oval 13"/>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3790" name="Text Box 14"/>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203791" name="Group 15"/>
            <p:cNvGrpSpPr>
              <a:grpSpLocks/>
            </p:cNvGrpSpPr>
            <p:nvPr/>
          </p:nvGrpSpPr>
          <p:grpSpPr bwMode="auto">
            <a:xfrm>
              <a:off x="1392" y="1968"/>
              <a:ext cx="288" cy="288"/>
              <a:chOff x="1344" y="1248"/>
              <a:chExt cx="288" cy="288"/>
            </a:xfrm>
          </p:grpSpPr>
          <p:sp>
            <p:nvSpPr>
              <p:cNvPr id="203792" name="Oval 16"/>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3793" name="Text Box 17"/>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grpSp>
          <p:nvGrpSpPr>
            <p:cNvPr id="203794" name="Group 18"/>
            <p:cNvGrpSpPr>
              <a:grpSpLocks/>
            </p:cNvGrpSpPr>
            <p:nvPr/>
          </p:nvGrpSpPr>
          <p:grpSpPr bwMode="auto">
            <a:xfrm>
              <a:off x="1824" y="2544"/>
              <a:ext cx="288" cy="288"/>
              <a:chOff x="1344" y="1248"/>
              <a:chExt cx="288" cy="288"/>
            </a:xfrm>
          </p:grpSpPr>
          <p:sp>
            <p:nvSpPr>
              <p:cNvPr id="203795" name="Oval 19"/>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3796" name="Text Box 20"/>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F</a:t>
                </a:r>
                <a:endParaRPr lang="en-GB" altLang="x-none"/>
              </a:p>
            </p:txBody>
          </p:sp>
        </p:grpSp>
        <p:grpSp>
          <p:nvGrpSpPr>
            <p:cNvPr id="203797" name="Group 21"/>
            <p:cNvGrpSpPr>
              <a:grpSpLocks/>
            </p:cNvGrpSpPr>
            <p:nvPr/>
          </p:nvGrpSpPr>
          <p:grpSpPr bwMode="auto">
            <a:xfrm>
              <a:off x="1200" y="3600"/>
              <a:ext cx="288" cy="288"/>
              <a:chOff x="1344" y="1248"/>
              <a:chExt cx="288" cy="288"/>
            </a:xfrm>
          </p:grpSpPr>
          <p:sp>
            <p:nvSpPr>
              <p:cNvPr id="203798" name="Oval 22"/>
              <p:cNvSpPr>
                <a:spLocks noChangeArrowheads="1"/>
              </p:cNvSpPr>
              <p:nvPr/>
            </p:nvSpPr>
            <p:spPr bwMode="auto">
              <a:xfrm>
                <a:off x="1344" y="1248"/>
                <a:ext cx="288" cy="288"/>
              </a:xfrm>
              <a:prstGeom prst="ellipse">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3799" name="Text Box 23"/>
              <p:cNvSpPr txBox="1">
                <a:spLocks noChangeArrowheads="1"/>
              </p:cNvSpPr>
              <p:nvPr/>
            </p:nvSpPr>
            <p:spPr bwMode="auto">
              <a:xfrm>
                <a:off x="1392" y="1296"/>
                <a:ext cx="192" cy="231"/>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I</a:t>
                </a:r>
                <a:endParaRPr lang="en-GB" altLang="x-none"/>
              </a:p>
            </p:txBody>
          </p:sp>
        </p:grpSp>
        <p:sp>
          <p:nvSpPr>
            <p:cNvPr id="203800" name="Line 24"/>
            <p:cNvSpPr>
              <a:spLocks noChangeShapeType="1"/>
            </p:cNvSpPr>
            <p:nvPr/>
          </p:nvSpPr>
          <p:spPr bwMode="auto">
            <a:xfrm>
              <a:off x="1536" y="2256"/>
              <a:ext cx="384"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3801" name="Line 25"/>
            <p:cNvSpPr>
              <a:spLocks noChangeShapeType="1"/>
            </p:cNvSpPr>
            <p:nvPr/>
          </p:nvSpPr>
          <p:spPr bwMode="auto">
            <a:xfrm flipH="1">
              <a:off x="1344" y="2832"/>
              <a:ext cx="624" cy="76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3802" name="Text Box 26"/>
            <p:cNvSpPr txBox="1">
              <a:spLocks noChangeArrowheads="1"/>
            </p:cNvSpPr>
            <p:nvPr/>
          </p:nvSpPr>
          <p:spPr bwMode="auto">
            <a:xfrm>
              <a:off x="1680" y="220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99</a:t>
              </a:r>
              <a:endParaRPr lang="en-GB" altLang="x-none" b="1">
                <a:solidFill>
                  <a:schemeClr val="hlink"/>
                </a:solidFill>
              </a:endParaRPr>
            </a:p>
          </p:txBody>
        </p:sp>
        <p:sp>
          <p:nvSpPr>
            <p:cNvPr id="203803" name="Text Box 27"/>
            <p:cNvSpPr txBox="1">
              <a:spLocks noChangeArrowheads="1"/>
            </p:cNvSpPr>
            <p:nvPr/>
          </p:nvSpPr>
          <p:spPr bwMode="auto">
            <a:xfrm>
              <a:off x="1680" y="3216"/>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dirty="0">
                  <a:solidFill>
                    <a:schemeClr val="hlink"/>
                  </a:solidFill>
                </a:rPr>
                <a:t>211</a:t>
              </a:r>
              <a:endParaRPr lang="en-GB" altLang="x-none" b="1" dirty="0">
                <a:solidFill>
                  <a:schemeClr val="hlink"/>
                </a:solidFill>
              </a:endParaRPr>
            </a:p>
          </p:txBody>
        </p:sp>
        <p:grpSp>
          <p:nvGrpSpPr>
            <p:cNvPr id="203804" name="Group 28"/>
            <p:cNvGrpSpPr>
              <a:grpSpLocks/>
            </p:cNvGrpSpPr>
            <p:nvPr/>
          </p:nvGrpSpPr>
          <p:grpSpPr bwMode="auto">
            <a:xfrm>
              <a:off x="864" y="2544"/>
              <a:ext cx="288" cy="288"/>
              <a:chOff x="1344" y="1248"/>
              <a:chExt cx="288" cy="288"/>
            </a:xfrm>
          </p:grpSpPr>
          <p:sp>
            <p:nvSpPr>
              <p:cNvPr id="203805" name="Oval 29"/>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3806" name="Text Box 30"/>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G</a:t>
                </a:r>
                <a:endParaRPr lang="en-GB" altLang="x-none"/>
              </a:p>
            </p:txBody>
          </p:sp>
        </p:grpSp>
        <p:grpSp>
          <p:nvGrpSpPr>
            <p:cNvPr id="203807" name="Group 31"/>
            <p:cNvGrpSpPr>
              <a:grpSpLocks/>
            </p:cNvGrpSpPr>
            <p:nvPr/>
          </p:nvGrpSpPr>
          <p:grpSpPr bwMode="auto">
            <a:xfrm>
              <a:off x="720" y="3120"/>
              <a:ext cx="288" cy="288"/>
              <a:chOff x="1344" y="1248"/>
              <a:chExt cx="288" cy="288"/>
            </a:xfrm>
          </p:grpSpPr>
          <p:sp>
            <p:nvSpPr>
              <p:cNvPr id="203808" name="Oval 32"/>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3809" name="Text Box 33"/>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H</a:t>
                </a:r>
                <a:endParaRPr lang="en-GB" altLang="x-none"/>
              </a:p>
            </p:txBody>
          </p:sp>
        </p:grpSp>
        <p:sp>
          <p:nvSpPr>
            <p:cNvPr id="203810" name="Line 34"/>
            <p:cNvSpPr>
              <a:spLocks noChangeShapeType="1"/>
            </p:cNvSpPr>
            <p:nvPr/>
          </p:nvSpPr>
          <p:spPr bwMode="auto">
            <a:xfrm flipH="1">
              <a:off x="960" y="2256"/>
              <a:ext cx="576"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3811" name="Line 35"/>
            <p:cNvSpPr>
              <a:spLocks noChangeShapeType="1"/>
            </p:cNvSpPr>
            <p:nvPr/>
          </p:nvSpPr>
          <p:spPr bwMode="auto">
            <a:xfrm flipH="1">
              <a:off x="864" y="2832"/>
              <a:ext cx="144"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3812" name="Line 36"/>
            <p:cNvSpPr>
              <a:spLocks noChangeShapeType="1"/>
            </p:cNvSpPr>
            <p:nvPr/>
          </p:nvSpPr>
          <p:spPr bwMode="auto">
            <a:xfrm>
              <a:off x="864" y="3408"/>
              <a:ext cx="48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3813" name="Text Box 37"/>
            <p:cNvSpPr txBox="1">
              <a:spLocks noChangeArrowheads="1"/>
            </p:cNvSpPr>
            <p:nvPr/>
          </p:nvSpPr>
          <p:spPr bwMode="auto">
            <a:xfrm>
              <a:off x="1008" y="2208"/>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80</a:t>
              </a:r>
              <a:endParaRPr lang="en-GB" altLang="x-none" b="1">
                <a:solidFill>
                  <a:schemeClr val="hlink"/>
                </a:solidFill>
              </a:endParaRPr>
            </a:p>
          </p:txBody>
        </p:sp>
        <p:sp>
          <p:nvSpPr>
            <p:cNvPr id="203814" name="Line 38"/>
            <p:cNvSpPr>
              <a:spLocks noChangeShapeType="1"/>
            </p:cNvSpPr>
            <p:nvPr/>
          </p:nvSpPr>
          <p:spPr bwMode="auto">
            <a:xfrm>
              <a:off x="1488" y="1536"/>
              <a:ext cx="672"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3815" name="Line 39"/>
            <p:cNvSpPr>
              <a:spLocks noChangeShapeType="1"/>
            </p:cNvSpPr>
            <p:nvPr/>
          </p:nvSpPr>
          <p:spPr bwMode="auto">
            <a:xfrm>
              <a:off x="1488" y="1536"/>
              <a:ext cx="48"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3816" name="Line 40"/>
            <p:cNvSpPr>
              <a:spLocks noChangeShapeType="1"/>
            </p:cNvSpPr>
            <p:nvPr/>
          </p:nvSpPr>
          <p:spPr bwMode="auto">
            <a:xfrm flipH="1">
              <a:off x="816" y="1536"/>
              <a:ext cx="672" cy="14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3817" name="Line 41"/>
            <p:cNvSpPr>
              <a:spLocks noChangeShapeType="1"/>
            </p:cNvSpPr>
            <p:nvPr/>
          </p:nvSpPr>
          <p:spPr bwMode="auto">
            <a:xfrm flipH="1">
              <a:off x="480" y="1968"/>
              <a:ext cx="336"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3818" name="Text Box 42"/>
            <p:cNvSpPr txBox="1">
              <a:spLocks noChangeArrowheads="1"/>
            </p:cNvSpPr>
            <p:nvPr/>
          </p:nvSpPr>
          <p:spPr bwMode="auto">
            <a:xfrm>
              <a:off x="1632" y="1152"/>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Start</a:t>
              </a:r>
              <a:endParaRPr lang="en-GB" altLang="x-none"/>
            </a:p>
          </p:txBody>
        </p:sp>
        <p:sp>
          <p:nvSpPr>
            <p:cNvPr id="203819" name="Text Box 43"/>
            <p:cNvSpPr txBox="1">
              <a:spLocks noChangeArrowheads="1"/>
            </p:cNvSpPr>
            <p:nvPr/>
          </p:nvSpPr>
          <p:spPr bwMode="auto">
            <a:xfrm>
              <a:off x="1536" y="3792"/>
              <a:ext cx="76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Goal</a:t>
              </a:r>
              <a:endParaRPr lang="en-GB" altLang="x-none"/>
            </a:p>
          </p:txBody>
        </p:sp>
        <p:sp>
          <p:nvSpPr>
            <p:cNvPr id="203820" name="Text Box 44"/>
            <p:cNvSpPr txBox="1">
              <a:spLocks noChangeArrowheads="1"/>
            </p:cNvSpPr>
            <p:nvPr/>
          </p:nvSpPr>
          <p:spPr bwMode="auto">
            <a:xfrm>
              <a:off x="624" y="2880"/>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97</a:t>
              </a:r>
              <a:endParaRPr lang="en-GB" altLang="x-none" b="1">
                <a:solidFill>
                  <a:schemeClr val="hlink"/>
                </a:solidFill>
              </a:endParaRPr>
            </a:p>
          </p:txBody>
        </p:sp>
        <p:sp>
          <p:nvSpPr>
            <p:cNvPr id="203821" name="Text Box 45"/>
            <p:cNvSpPr txBox="1">
              <a:spLocks noChangeArrowheads="1"/>
            </p:cNvSpPr>
            <p:nvPr/>
          </p:nvSpPr>
          <p:spPr bwMode="auto">
            <a:xfrm>
              <a:off x="816" y="3456"/>
              <a:ext cx="52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101</a:t>
              </a:r>
              <a:endParaRPr lang="en-GB" altLang="x-none" b="1">
                <a:solidFill>
                  <a:schemeClr val="hlink"/>
                </a:solidFill>
              </a:endParaRPr>
            </a:p>
          </p:txBody>
        </p:sp>
        <p:sp>
          <p:nvSpPr>
            <p:cNvPr id="203822" name="Text Box 46"/>
            <p:cNvSpPr txBox="1">
              <a:spLocks noChangeArrowheads="1"/>
            </p:cNvSpPr>
            <p:nvPr/>
          </p:nvSpPr>
          <p:spPr bwMode="auto">
            <a:xfrm>
              <a:off x="1776" y="1344"/>
              <a:ext cx="38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75</a:t>
              </a:r>
              <a:endParaRPr lang="en-GB" altLang="x-none" b="1">
                <a:solidFill>
                  <a:schemeClr val="hlink"/>
                </a:solidFill>
              </a:endParaRPr>
            </a:p>
          </p:txBody>
        </p:sp>
        <p:sp>
          <p:nvSpPr>
            <p:cNvPr id="203823" name="Text Box 47"/>
            <p:cNvSpPr txBox="1">
              <a:spLocks noChangeArrowheads="1"/>
            </p:cNvSpPr>
            <p:nvPr/>
          </p:nvSpPr>
          <p:spPr bwMode="auto">
            <a:xfrm>
              <a:off x="864" y="1392"/>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118</a:t>
              </a:r>
              <a:endParaRPr lang="en-GB" altLang="x-none" b="1">
                <a:solidFill>
                  <a:schemeClr val="hlink"/>
                </a:solidFill>
              </a:endParaRPr>
            </a:p>
          </p:txBody>
        </p:sp>
        <p:sp>
          <p:nvSpPr>
            <p:cNvPr id="203824" name="Text Box 48"/>
            <p:cNvSpPr txBox="1">
              <a:spLocks noChangeArrowheads="1"/>
            </p:cNvSpPr>
            <p:nvPr/>
          </p:nvSpPr>
          <p:spPr bwMode="auto">
            <a:xfrm>
              <a:off x="240" y="1920"/>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111</a:t>
              </a:r>
              <a:endParaRPr lang="en-GB" altLang="x-none" b="1">
                <a:solidFill>
                  <a:schemeClr val="hlink"/>
                </a:solidFill>
              </a:endParaRPr>
            </a:p>
          </p:txBody>
        </p:sp>
        <p:sp>
          <p:nvSpPr>
            <p:cNvPr id="203861" name="Text Box 85"/>
            <p:cNvSpPr txBox="1">
              <a:spLocks noChangeArrowheads="1"/>
            </p:cNvSpPr>
            <p:nvPr/>
          </p:nvSpPr>
          <p:spPr bwMode="auto">
            <a:xfrm>
              <a:off x="1488" y="1689"/>
              <a:ext cx="4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140</a:t>
              </a:r>
              <a:endParaRPr lang="en-GB" altLang="x-none" b="1">
                <a:solidFill>
                  <a:schemeClr val="hlink"/>
                </a:solidFill>
              </a:endParaRPr>
            </a:p>
          </p:txBody>
        </p:sp>
      </p:grpSp>
      <mc:AlternateContent xmlns:mc="http://schemas.openxmlformats.org/markup-compatibility/2006" xmlns:p14="http://schemas.microsoft.com/office/powerpoint/2010/main">
        <mc:Choice Requires="p14">
          <p:contentPart p14:bwMode="auto" r:id="rId2">
            <p14:nvContentPartPr>
              <p14:cNvPr id="77" name="Ink 76">
                <a:extLst>
                  <a:ext uri="{FF2B5EF4-FFF2-40B4-BE49-F238E27FC236}">
                    <a16:creationId xmlns:a16="http://schemas.microsoft.com/office/drawing/2014/main" id="{BB1A36D0-FC8E-EE36-21DE-5EA4A7D40DFF}"/>
                  </a:ext>
                </a:extLst>
              </p14:cNvPr>
              <p14:cNvContentPartPr/>
              <p14:nvPr/>
            </p14:nvContentPartPr>
            <p14:xfrm>
              <a:off x="-2020684" y="3239507"/>
              <a:ext cx="360" cy="360"/>
            </p14:xfrm>
          </p:contentPart>
        </mc:Choice>
        <mc:Fallback xmlns="">
          <p:pic>
            <p:nvPicPr>
              <p:cNvPr id="77" name="Ink 76">
                <a:extLst>
                  <a:ext uri="{FF2B5EF4-FFF2-40B4-BE49-F238E27FC236}">
                    <a16:creationId xmlns:a16="http://schemas.microsoft.com/office/drawing/2014/main" id="{BB1A36D0-FC8E-EE36-21DE-5EA4A7D40DFF}"/>
                  </a:ext>
                </a:extLst>
              </p:cNvPr>
              <p:cNvPicPr/>
              <p:nvPr/>
            </p:nvPicPr>
            <p:blipFill>
              <a:blip r:embed="rId102"/>
              <a:stretch>
                <a:fillRect/>
              </a:stretch>
            </p:blipFill>
            <p:spPr>
              <a:xfrm>
                <a:off x="-2038684" y="3221867"/>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203836" name="Ink 203835">
                <a:extLst>
                  <a:ext uri="{FF2B5EF4-FFF2-40B4-BE49-F238E27FC236}">
                    <a16:creationId xmlns:a16="http://schemas.microsoft.com/office/drawing/2014/main" id="{91F5A55D-78C8-5790-A091-FA61B846B30A}"/>
                  </a:ext>
                </a:extLst>
              </p14:cNvPr>
              <p14:cNvContentPartPr/>
              <p14:nvPr/>
            </p14:nvContentPartPr>
            <p14:xfrm>
              <a:off x="6502316" y="1275347"/>
              <a:ext cx="360" cy="360"/>
            </p14:xfrm>
          </p:contentPart>
        </mc:Choice>
        <mc:Fallback xmlns="">
          <p:pic>
            <p:nvPicPr>
              <p:cNvPr id="203836" name="Ink 203835">
                <a:extLst>
                  <a:ext uri="{FF2B5EF4-FFF2-40B4-BE49-F238E27FC236}">
                    <a16:creationId xmlns:a16="http://schemas.microsoft.com/office/drawing/2014/main" id="{91F5A55D-78C8-5790-A091-FA61B846B30A}"/>
                  </a:ext>
                </a:extLst>
              </p:cNvPr>
              <p:cNvPicPr/>
              <p:nvPr/>
            </p:nvPicPr>
            <p:blipFill>
              <a:blip r:embed="rId104"/>
              <a:stretch>
                <a:fillRect/>
              </a:stretch>
            </p:blipFill>
            <p:spPr>
              <a:xfrm>
                <a:off x="6496196" y="126922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203885" name="Ink 203884">
                <a:extLst>
                  <a:ext uri="{FF2B5EF4-FFF2-40B4-BE49-F238E27FC236}">
                    <a16:creationId xmlns:a16="http://schemas.microsoft.com/office/drawing/2014/main" id="{A83E466B-5226-DDEA-8B84-5D35ED358593}"/>
                  </a:ext>
                </a:extLst>
              </p14:cNvPr>
              <p14:cNvContentPartPr/>
              <p14:nvPr/>
            </p14:nvContentPartPr>
            <p14:xfrm>
              <a:off x="12914276" y="3025307"/>
              <a:ext cx="360" cy="360"/>
            </p14:xfrm>
          </p:contentPart>
        </mc:Choice>
        <mc:Fallback xmlns="">
          <p:pic>
            <p:nvPicPr>
              <p:cNvPr id="203885" name="Ink 203884">
                <a:extLst>
                  <a:ext uri="{FF2B5EF4-FFF2-40B4-BE49-F238E27FC236}">
                    <a16:creationId xmlns:a16="http://schemas.microsoft.com/office/drawing/2014/main" id="{A83E466B-5226-DDEA-8B84-5D35ED358593}"/>
                  </a:ext>
                </a:extLst>
              </p:cNvPr>
              <p:cNvPicPr/>
              <p:nvPr/>
            </p:nvPicPr>
            <p:blipFill>
              <a:blip r:embed="rId172"/>
              <a:stretch>
                <a:fillRect/>
              </a:stretch>
            </p:blipFill>
            <p:spPr>
              <a:xfrm>
                <a:off x="12908156" y="301918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203904" name="Ink 203903">
                <a:extLst>
                  <a:ext uri="{FF2B5EF4-FFF2-40B4-BE49-F238E27FC236}">
                    <a16:creationId xmlns:a16="http://schemas.microsoft.com/office/drawing/2014/main" id="{2AD14FA3-8089-CCED-7DFB-1ACB01F22C92}"/>
                  </a:ext>
                </a:extLst>
              </p14:cNvPr>
              <p14:cNvContentPartPr/>
              <p14:nvPr/>
            </p14:nvContentPartPr>
            <p14:xfrm>
              <a:off x="3662996" y="2802107"/>
              <a:ext cx="603000" cy="602640"/>
            </p14:xfrm>
          </p:contentPart>
        </mc:Choice>
        <mc:Fallback xmlns="">
          <p:pic>
            <p:nvPicPr>
              <p:cNvPr id="203904" name="Ink 203903">
                <a:extLst>
                  <a:ext uri="{FF2B5EF4-FFF2-40B4-BE49-F238E27FC236}">
                    <a16:creationId xmlns:a16="http://schemas.microsoft.com/office/drawing/2014/main" id="{2AD14FA3-8089-CCED-7DFB-1ACB01F22C92}"/>
                  </a:ext>
                </a:extLst>
              </p:cNvPr>
              <p:cNvPicPr/>
              <p:nvPr/>
            </p:nvPicPr>
            <p:blipFill>
              <a:blip r:embed="rId219"/>
              <a:stretch>
                <a:fillRect/>
              </a:stretch>
            </p:blipFill>
            <p:spPr>
              <a:xfrm>
                <a:off x="3656876" y="2795987"/>
                <a:ext cx="615240" cy="614880"/>
              </a:xfrm>
              <a:prstGeom prst="rect">
                <a:avLst/>
              </a:prstGeom>
            </p:spPr>
          </p:pic>
        </mc:Fallback>
      </mc:AlternateContent>
      <mc:AlternateContent xmlns:mc="http://schemas.openxmlformats.org/markup-compatibility/2006" xmlns:p14="http://schemas.microsoft.com/office/powerpoint/2010/main">
        <mc:Choice Requires="p14">
          <p:contentPart p14:bwMode="auto" r:id="rId220">
            <p14:nvContentPartPr>
              <p14:cNvPr id="203905" name="Ink 203904">
                <a:extLst>
                  <a:ext uri="{FF2B5EF4-FFF2-40B4-BE49-F238E27FC236}">
                    <a16:creationId xmlns:a16="http://schemas.microsoft.com/office/drawing/2014/main" id="{1933DA0B-8DF6-E5BD-D530-6638C3FA1137}"/>
                  </a:ext>
                </a:extLst>
              </p14:cNvPr>
              <p14:cNvContentPartPr/>
              <p14:nvPr/>
            </p14:nvContentPartPr>
            <p14:xfrm>
              <a:off x="-2054884" y="2540027"/>
              <a:ext cx="360" cy="360"/>
            </p14:xfrm>
          </p:contentPart>
        </mc:Choice>
        <mc:Fallback xmlns="">
          <p:pic>
            <p:nvPicPr>
              <p:cNvPr id="203905" name="Ink 203904">
                <a:extLst>
                  <a:ext uri="{FF2B5EF4-FFF2-40B4-BE49-F238E27FC236}">
                    <a16:creationId xmlns:a16="http://schemas.microsoft.com/office/drawing/2014/main" id="{1933DA0B-8DF6-E5BD-D530-6638C3FA1137}"/>
                  </a:ext>
                </a:extLst>
              </p:cNvPr>
              <p:cNvPicPr/>
              <p:nvPr/>
            </p:nvPicPr>
            <p:blipFill>
              <a:blip r:embed="rId221"/>
              <a:stretch>
                <a:fillRect/>
              </a:stretch>
            </p:blipFill>
            <p:spPr>
              <a:xfrm>
                <a:off x="-2061004" y="2533907"/>
                <a:ext cx="12600" cy="12600"/>
              </a:xfrm>
              <a:prstGeom prst="rect">
                <a:avLst/>
              </a:prstGeom>
            </p:spPr>
          </p:pic>
        </mc:Fallback>
      </mc:AlternateContent>
    </p:spTree>
    <p:extLst>
      <p:ext uri="{BB962C8B-B14F-4D97-AF65-F5344CB8AC3E}">
        <p14:creationId xmlns:p14="http://schemas.microsoft.com/office/powerpoint/2010/main" val="3303677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Rectangle 2"/>
          <p:cNvSpPr>
            <a:spLocks noGrp="1" noChangeArrowheads="1"/>
          </p:cNvSpPr>
          <p:nvPr>
            <p:ph type="title"/>
          </p:nvPr>
        </p:nvSpPr>
        <p:spPr/>
        <p:txBody>
          <a:bodyPr/>
          <a:lstStyle/>
          <a:p>
            <a:r>
              <a:rPr lang="en-US" altLang="x-none"/>
              <a:t>A* Search: Tree Search</a:t>
            </a:r>
            <a:endParaRPr lang="en-GB" altLang="x-none"/>
          </a:p>
        </p:txBody>
      </p:sp>
      <p:sp>
        <p:nvSpPr>
          <p:cNvPr id="7" name="Slide Number Placeholder 6"/>
          <p:cNvSpPr>
            <a:spLocks noGrp="1"/>
          </p:cNvSpPr>
          <p:nvPr>
            <p:ph type="sldNum" sz="quarter" idx="12"/>
          </p:nvPr>
        </p:nvSpPr>
        <p:spPr/>
        <p:txBody>
          <a:bodyPr/>
          <a:lstStyle/>
          <a:p>
            <a:fld id="{0B1CA81A-B2E6-4E98-91F0-1154F1466721}" type="slidenum">
              <a:rPr lang="en-GB" altLang="x-none" smtClean="0"/>
              <a:pPr/>
              <a:t>7</a:t>
            </a:fld>
            <a:endParaRPr lang="en-GB" altLang="x-none"/>
          </a:p>
        </p:txBody>
      </p:sp>
      <p:grpSp>
        <p:nvGrpSpPr>
          <p:cNvPr id="245763" name="Group 3"/>
          <p:cNvGrpSpPr>
            <a:grpSpLocks/>
          </p:cNvGrpSpPr>
          <p:nvPr/>
        </p:nvGrpSpPr>
        <p:grpSpPr bwMode="auto">
          <a:xfrm>
            <a:off x="5867400" y="1843088"/>
            <a:ext cx="457200" cy="457200"/>
            <a:chOff x="1344" y="1248"/>
            <a:chExt cx="288" cy="288"/>
          </a:xfrm>
        </p:grpSpPr>
        <p:sp>
          <p:nvSpPr>
            <p:cNvPr id="245764" name="Oval 4"/>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765" name="Text Box 5"/>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sp>
        <p:nvSpPr>
          <p:cNvPr id="245766" name="Text Box 6"/>
          <p:cNvSpPr txBox="1">
            <a:spLocks noChangeArrowheads="1"/>
          </p:cNvSpPr>
          <p:nvPr/>
        </p:nvSpPr>
        <p:spPr bwMode="auto">
          <a:xfrm>
            <a:off x="64008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t>Start</a:t>
            </a:r>
            <a:endParaRPr lang="en-GB" altLang="x-none" b="1"/>
          </a:p>
        </p:txBody>
      </p:sp>
    </p:spTree>
    <p:extLst>
      <p:ext uri="{BB962C8B-B14F-4D97-AF65-F5344CB8AC3E}">
        <p14:creationId xmlns:p14="http://schemas.microsoft.com/office/powerpoint/2010/main" val="162528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ChangeArrowheads="1"/>
          </p:cNvSpPr>
          <p:nvPr>
            <p:ph type="title"/>
          </p:nvPr>
        </p:nvSpPr>
        <p:spPr/>
        <p:txBody>
          <a:bodyPr/>
          <a:lstStyle/>
          <a:p>
            <a:r>
              <a:rPr lang="en-US" altLang="x-none"/>
              <a:t>A* Search: Tree Search</a:t>
            </a:r>
            <a:endParaRPr lang="en-GB" altLang="x-none"/>
          </a:p>
        </p:txBody>
      </p:sp>
      <p:sp>
        <p:nvSpPr>
          <p:cNvPr id="25" name="Slide Number Placeholder 6"/>
          <p:cNvSpPr>
            <a:spLocks noGrp="1"/>
          </p:cNvSpPr>
          <p:nvPr>
            <p:ph type="sldNum" sz="quarter" idx="12"/>
          </p:nvPr>
        </p:nvSpPr>
        <p:spPr/>
        <p:txBody>
          <a:bodyPr/>
          <a:lstStyle/>
          <a:p>
            <a:fld id="{07E2BD6F-6453-41C6-AC08-F3586CB1CF16}" type="slidenum">
              <a:rPr lang="en-GB" altLang="x-none" smtClean="0"/>
              <a:pPr/>
              <a:t>8</a:t>
            </a:fld>
            <a:endParaRPr lang="en-GB" altLang="x-none"/>
          </a:p>
        </p:txBody>
      </p:sp>
      <p:grpSp>
        <p:nvGrpSpPr>
          <p:cNvPr id="241667" name="Group 3"/>
          <p:cNvGrpSpPr>
            <a:grpSpLocks/>
          </p:cNvGrpSpPr>
          <p:nvPr/>
        </p:nvGrpSpPr>
        <p:grpSpPr bwMode="auto">
          <a:xfrm>
            <a:off x="5867400" y="1843088"/>
            <a:ext cx="457200" cy="457200"/>
            <a:chOff x="1344" y="1248"/>
            <a:chExt cx="288" cy="288"/>
          </a:xfrm>
        </p:grpSpPr>
        <p:sp>
          <p:nvSpPr>
            <p:cNvPr id="241668" name="Oval 4"/>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69" name="Text Box 5"/>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241670" name="Group 6"/>
          <p:cNvGrpSpPr>
            <a:grpSpLocks/>
          </p:cNvGrpSpPr>
          <p:nvPr/>
        </p:nvGrpSpPr>
        <p:grpSpPr bwMode="auto">
          <a:xfrm>
            <a:off x="8229600" y="2971800"/>
            <a:ext cx="457200" cy="457200"/>
            <a:chOff x="1344" y="1248"/>
            <a:chExt cx="288" cy="288"/>
          </a:xfrm>
        </p:grpSpPr>
        <p:sp>
          <p:nvSpPr>
            <p:cNvPr id="241671" name="Oval 7"/>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72" name="Text Box 8"/>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241673" name="Group 9"/>
          <p:cNvGrpSpPr>
            <a:grpSpLocks/>
          </p:cNvGrpSpPr>
          <p:nvPr/>
        </p:nvGrpSpPr>
        <p:grpSpPr bwMode="auto">
          <a:xfrm>
            <a:off x="3733800" y="3048000"/>
            <a:ext cx="457200" cy="457200"/>
            <a:chOff x="1344" y="1248"/>
            <a:chExt cx="288" cy="288"/>
          </a:xfrm>
        </p:grpSpPr>
        <p:sp>
          <p:nvSpPr>
            <p:cNvPr id="241674" name="Oval 10"/>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75" name="Text Box 11"/>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241676" name="Group 12"/>
          <p:cNvGrpSpPr>
            <a:grpSpLocks/>
          </p:cNvGrpSpPr>
          <p:nvPr/>
        </p:nvGrpSpPr>
        <p:grpSpPr bwMode="auto">
          <a:xfrm>
            <a:off x="5943600" y="2986088"/>
            <a:ext cx="457200" cy="457200"/>
            <a:chOff x="1344" y="1248"/>
            <a:chExt cx="288" cy="288"/>
          </a:xfrm>
        </p:grpSpPr>
        <p:sp>
          <p:nvSpPr>
            <p:cNvPr id="241677" name="Oval 13"/>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1678" name="Text Box 14"/>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sp>
        <p:nvSpPr>
          <p:cNvPr id="241679" name="Line 15"/>
          <p:cNvSpPr>
            <a:spLocks noChangeShapeType="1"/>
          </p:cNvSpPr>
          <p:nvPr/>
        </p:nvSpPr>
        <p:spPr bwMode="auto">
          <a:xfrm>
            <a:off x="6096000" y="2300288"/>
            <a:ext cx="2362200" cy="671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1680" name="Line 16"/>
          <p:cNvSpPr>
            <a:spLocks noChangeShapeType="1"/>
          </p:cNvSpPr>
          <p:nvPr/>
        </p:nvSpPr>
        <p:spPr bwMode="auto">
          <a:xfrm>
            <a:off x="6096000" y="2300288"/>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1681" name="Line 17"/>
          <p:cNvSpPr>
            <a:spLocks noChangeShapeType="1"/>
          </p:cNvSpPr>
          <p:nvPr/>
        </p:nvSpPr>
        <p:spPr bwMode="auto">
          <a:xfrm flipH="1">
            <a:off x="3962400" y="2300288"/>
            <a:ext cx="2133600" cy="747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1682" name="Text Box 18"/>
          <p:cNvSpPr txBox="1">
            <a:spLocks noChangeArrowheads="1"/>
          </p:cNvSpPr>
          <p:nvPr/>
        </p:nvSpPr>
        <p:spPr bwMode="auto">
          <a:xfrm>
            <a:off x="64008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t>Start</a:t>
            </a:r>
            <a:endParaRPr lang="en-GB" altLang="x-none" b="1"/>
          </a:p>
        </p:txBody>
      </p:sp>
      <p:sp>
        <p:nvSpPr>
          <p:cNvPr id="241683" name="Text Box 19"/>
          <p:cNvSpPr txBox="1">
            <a:spLocks noChangeArrowheads="1"/>
          </p:cNvSpPr>
          <p:nvPr/>
        </p:nvSpPr>
        <p:spPr bwMode="auto">
          <a:xfrm>
            <a:off x="7315200" y="23002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75</a:t>
            </a:r>
            <a:endParaRPr lang="en-GB" altLang="x-none" b="1">
              <a:solidFill>
                <a:schemeClr val="hlink"/>
              </a:solidFill>
            </a:endParaRPr>
          </a:p>
        </p:txBody>
      </p:sp>
      <p:sp>
        <p:nvSpPr>
          <p:cNvPr id="241684" name="Text Box 20"/>
          <p:cNvSpPr txBox="1">
            <a:spLocks noChangeArrowheads="1"/>
          </p:cNvSpPr>
          <p:nvPr/>
        </p:nvSpPr>
        <p:spPr bwMode="auto">
          <a:xfrm>
            <a:off x="4343400" y="2300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118</a:t>
            </a:r>
            <a:endParaRPr lang="en-GB" altLang="x-none" b="1">
              <a:solidFill>
                <a:schemeClr val="hlink"/>
              </a:solidFill>
            </a:endParaRPr>
          </a:p>
        </p:txBody>
      </p:sp>
      <p:sp>
        <p:nvSpPr>
          <p:cNvPr id="241685" name="Text Box 21"/>
          <p:cNvSpPr txBox="1">
            <a:spLocks noChangeArrowheads="1"/>
          </p:cNvSpPr>
          <p:nvPr/>
        </p:nvSpPr>
        <p:spPr bwMode="auto">
          <a:xfrm>
            <a:off x="6096000" y="2543176"/>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140</a:t>
            </a:r>
            <a:endParaRPr lang="en-GB" altLang="x-none" b="1">
              <a:solidFill>
                <a:schemeClr val="hlink"/>
              </a:solidFill>
            </a:endParaRPr>
          </a:p>
        </p:txBody>
      </p:sp>
      <p:sp>
        <p:nvSpPr>
          <p:cNvPr id="241686" name="Text Box 22"/>
          <p:cNvSpPr txBox="1">
            <a:spLocks noChangeArrowheads="1"/>
          </p:cNvSpPr>
          <p:nvPr/>
        </p:nvSpPr>
        <p:spPr bwMode="auto">
          <a:xfrm>
            <a:off x="6400800" y="3059668"/>
            <a:ext cx="167640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[140+253=393]</a:t>
            </a:r>
            <a:endParaRPr lang="en-GB" altLang="x-none" dirty="0"/>
          </a:p>
        </p:txBody>
      </p:sp>
      <p:sp>
        <p:nvSpPr>
          <p:cNvPr id="241687" name="Text Box 23"/>
          <p:cNvSpPr txBox="1">
            <a:spLocks noChangeArrowheads="1"/>
          </p:cNvSpPr>
          <p:nvPr/>
        </p:nvSpPr>
        <p:spPr bwMode="auto">
          <a:xfrm>
            <a:off x="8686800" y="2971800"/>
            <a:ext cx="1752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[75+374=449]</a:t>
            </a:r>
            <a:endParaRPr lang="en-GB" altLang="x-none" dirty="0"/>
          </a:p>
        </p:txBody>
      </p:sp>
      <p:sp>
        <p:nvSpPr>
          <p:cNvPr id="241688" name="Text Box 24"/>
          <p:cNvSpPr txBox="1">
            <a:spLocks noChangeArrowheads="1"/>
          </p:cNvSpPr>
          <p:nvPr/>
        </p:nvSpPr>
        <p:spPr bwMode="auto">
          <a:xfrm>
            <a:off x="2133600" y="3124200"/>
            <a:ext cx="1752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[118+329=447]</a:t>
            </a:r>
            <a:endParaRPr lang="en-GB" altLang="x-none" dirty="0"/>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21E7B495-3920-8DDC-BD3C-0678C1034A17}"/>
                  </a:ext>
                </a:extLst>
              </p14:cNvPr>
              <p14:cNvContentPartPr/>
              <p14:nvPr/>
            </p14:nvContentPartPr>
            <p14:xfrm>
              <a:off x="7439396" y="2909027"/>
              <a:ext cx="322920" cy="195840"/>
            </p14:xfrm>
          </p:contentPart>
        </mc:Choice>
        <mc:Fallback xmlns="">
          <p:pic>
            <p:nvPicPr>
              <p:cNvPr id="2" name="Ink 1">
                <a:extLst>
                  <a:ext uri="{FF2B5EF4-FFF2-40B4-BE49-F238E27FC236}">
                    <a16:creationId xmlns:a16="http://schemas.microsoft.com/office/drawing/2014/main" id="{21E7B495-3920-8DDC-BD3C-0678C1034A17}"/>
                  </a:ext>
                </a:extLst>
              </p:cNvPr>
              <p:cNvPicPr/>
              <p:nvPr/>
            </p:nvPicPr>
            <p:blipFill>
              <a:blip r:embed="rId3"/>
              <a:stretch>
                <a:fillRect/>
              </a:stretch>
            </p:blipFill>
            <p:spPr>
              <a:xfrm>
                <a:off x="7433276" y="2902907"/>
                <a:ext cx="335160" cy="208080"/>
              </a:xfrm>
              <a:prstGeom prst="rect">
                <a:avLst/>
              </a:prstGeom>
            </p:spPr>
          </p:pic>
        </mc:Fallback>
      </mc:AlternateContent>
    </p:spTree>
    <p:extLst>
      <p:ext uri="{BB962C8B-B14F-4D97-AF65-F5344CB8AC3E}">
        <p14:creationId xmlns:p14="http://schemas.microsoft.com/office/powerpoint/2010/main" val="2622664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Rectangle 2"/>
          <p:cNvSpPr>
            <a:spLocks noGrp="1" noChangeArrowheads="1"/>
          </p:cNvSpPr>
          <p:nvPr>
            <p:ph type="title"/>
          </p:nvPr>
        </p:nvSpPr>
        <p:spPr/>
        <p:txBody>
          <a:bodyPr/>
          <a:lstStyle/>
          <a:p>
            <a:r>
              <a:rPr lang="en-US" altLang="x-none"/>
              <a:t>A* Search: Tree Search</a:t>
            </a:r>
            <a:endParaRPr lang="en-GB" altLang="x-none"/>
          </a:p>
        </p:txBody>
      </p:sp>
      <p:sp>
        <p:nvSpPr>
          <p:cNvPr id="37" name="Slide Number Placeholder 6"/>
          <p:cNvSpPr>
            <a:spLocks noGrp="1"/>
          </p:cNvSpPr>
          <p:nvPr>
            <p:ph type="sldNum" sz="quarter" idx="12"/>
          </p:nvPr>
        </p:nvSpPr>
        <p:spPr/>
        <p:txBody>
          <a:bodyPr/>
          <a:lstStyle/>
          <a:p>
            <a:fld id="{E841AB28-A23E-464B-BA55-E4D76F42A277}" type="slidenum">
              <a:rPr lang="en-GB" altLang="x-none" smtClean="0"/>
              <a:pPr/>
              <a:t>9</a:t>
            </a:fld>
            <a:endParaRPr lang="en-GB" altLang="x-none"/>
          </a:p>
        </p:txBody>
      </p:sp>
      <p:grpSp>
        <p:nvGrpSpPr>
          <p:cNvPr id="242691" name="Group 3"/>
          <p:cNvGrpSpPr>
            <a:grpSpLocks/>
          </p:cNvGrpSpPr>
          <p:nvPr/>
        </p:nvGrpSpPr>
        <p:grpSpPr bwMode="auto">
          <a:xfrm>
            <a:off x="5867400" y="1843088"/>
            <a:ext cx="457200" cy="457200"/>
            <a:chOff x="1344" y="1248"/>
            <a:chExt cx="288" cy="288"/>
          </a:xfrm>
        </p:grpSpPr>
        <p:sp>
          <p:nvSpPr>
            <p:cNvPr id="242692" name="Oval 4"/>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693" name="Text Box 5"/>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242694" name="Group 6"/>
          <p:cNvGrpSpPr>
            <a:grpSpLocks/>
          </p:cNvGrpSpPr>
          <p:nvPr/>
        </p:nvGrpSpPr>
        <p:grpSpPr bwMode="auto">
          <a:xfrm>
            <a:off x="8229600" y="2971800"/>
            <a:ext cx="457200" cy="457200"/>
            <a:chOff x="1344" y="1248"/>
            <a:chExt cx="288" cy="288"/>
          </a:xfrm>
        </p:grpSpPr>
        <p:sp>
          <p:nvSpPr>
            <p:cNvPr id="242695" name="Oval 7"/>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696" name="Text Box 8"/>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242697" name="Group 9"/>
          <p:cNvGrpSpPr>
            <a:grpSpLocks/>
          </p:cNvGrpSpPr>
          <p:nvPr/>
        </p:nvGrpSpPr>
        <p:grpSpPr bwMode="auto">
          <a:xfrm>
            <a:off x="3733800" y="3048000"/>
            <a:ext cx="457200" cy="457200"/>
            <a:chOff x="1344" y="1248"/>
            <a:chExt cx="288" cy="288"/>
          </a:xfrm>
        </p:grpSpPr>
        <p:sp>
          <p:nvSpPr>
            <p:cNvPr id="242698" name="Oval 10"/>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699" name="Text Box 11"/>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242700" name="Group 12"/>
          <p:cNvGrpSpPr>
            <a:grpSpLocks/>
          </p:cNvGrpSpPr>
          <p:nvPr/>
        </p:nvGrpSpPr>
        <p:grpSpPr bwMode="auto">
          <a:xfrm>
            <a:off x="5943600" y="2986088"/>
            <a:ext cx="457200" cy="457200"/>
            <a:chOff x="1344" y="1248"/>
            <a:chExt cx="288" cy="288"/>
          </a:xfrm>
        </p:grpSpPr>
        <p:sp>
          <p:nvSpPr>
            <p:cNvPr id="242701" name="Oval 13"/>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02" name="Text Box 14"/>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grpSp>
        <p:nvGrpSpPr>
          <p:cNvPr id="242703" name="Group 15"/>
          <p:cNvGrpSpPr>
            <a:grpSpLocks/>
          </p:cNvGrpSpPr>
          <p:nvPr/>
        </p:nvGrpSpPr>
        <p:grpSpPr bwMode="auto">
          <a:xfrm>
            <a:off x="6629400" y="3900488"/>
            <a:ext cx="457200" cy="457200"/>
            <a:chOff x="1344" y="1248"/>
            <a:chExt cx="288" cy="288"/>
          </a:xfrm>
        </p:grpSpPr>
        <p:sp>
          <p:nvSpPr>
            <p:cNvPr id="242704" name="Oval 16"/>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05" name="Text Box 17"/>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F</a:t>
              </a:r>
              <a:endParaRPr lang="en-GB" altLang="x-none"/>
            </a:p>
          </p:txBody>
        </p:sp>
      </p:grpSp>
      <p:sp>
        <p:nvSpPr>
          <p:cNvPr id="242706" name="Line 18"/>
          <p:cNvSpPr>
            <a:spLocks noChangeShapeType="1"/>
          </p:cNvSpPr>
          <p:nvPr/>
        </p:nvSpPr>
        <p:spPr bwMode="auto">
          <a:xfrm>
            <a:off x="6172200" y="3443288"/>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2707" name="Text Box 19"/>
          <p:cNvSpPr txBox="1">
            <a:spLocks noChangeArrowheads="1"/>
          </p:cNvSpPr>
          <p:nvPr/>
        </p:nvSpPr>
        <p:spPr bwMode="auto">
          <a:xfrm>
            <a:off x="6400800" y="33670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99</a:t>
            </a:r>
            <a:endParaRPr lang="en-GB" altLang="x-none" b="1">
              <a:solidFill>
                <a:schemeClr val="hlink"/>
              </a:solidFill>
            </a:endParaRPr>
          </a:p>
        </p:txBody>
      </p:sp>
      <p:grpSp>
        <p:nvGrpSpPr>
          <p:cNvPr id="242708" name="Group 20"/>
          <p:cNvGrpSpPr>
            <a:grpSpLocks/>
          </p:cNvGrpSpPr>
          <p:nvPr/>
        </p:nvGrpSpPr>
        <p:grpSpPr bwMode="auto">
          <a:xfrm>
            <a:off x="5105400" y="3900488"/>
            <a:ext cx="457200" cy="457200"/>
            <a:chOff x="1344" y="1248"/>
            <a:chExt cx="288" cy="288"/>
          </a:xfrm>
        </p:grpSpPr>
        <p:sp>
          <p:nvSpPr>
            <p:cNvPr id="242709" name="Oval 21"/>
            <p:cNvSpPr>
              <a:spLocks noChangeArrowheads="1"/>
            </p:cNvSpPr>
            <p:nvPr/>
          </p:nvSpPr>
          <p:spPr bwMode="auto">
            <a:xfrm>
              <a:off x="1344" y="1248"/>
              <a:ext cx="288" cy="28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2710" name="Text Box 22"/>
            <p:cNvSpPr txBox="1">
              <a:spLocks noChangeArrowheads="1"/>
            </p:cNvSpPr>
            <p:nvPr/>
          </p:nvSpPr>
          <p:spPr bwMode="auto">
            <a:xfrm>
              <a:off x="1392" y="1296"/>
              <a:ext cx="192" cy="23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G</a:t>
              </a:r>
              <a:endParaRPr lang="en-GB" altLang="x-none"/>
            </a:p>
          </p:txBody>
        </p:sp>
      </p:grpSp>
      <p:sp>
        <p:nvSpPr>
          <p:cNvPr id="242711" name="Line 23"/>
          <p:cNvSpPr>
            <a:spLocks noChangeShapeType="1"/>
          </p:cNvSpPr>
          <p:nvPr/>
        </p:nvSpPr>
        <p:spPr bwMode="auto">
          <a:xfrm flipH="1">
            <a:off x="5257800" y="3443288"/>
            <a:ext cx="914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2712" name="Text Box 24"/>
          <p:cNvSpPr txBox="1">
            <a:spLocks noChangeArrowheads="1"/>
          </p:cNvSpPr>
          <p:nvPr/>
        </p:nvSpPr>
        <p:spPr bwMode="auto">
          <a:xfrm>
            <a:off x="5334000" y="33670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80</a:t>
            </a:r>
            <a:endParaRPr lang="en-GB" altLang="x-none" b="1">
              <a:solidFill>
                <a:schemeClr val="hlink"/>
              </a:solidFill>
            </a:endParaRPr>
          </a:p>
        </p:txBody>
      </p:sp>
      <p:sp>
        <p:nvSpPr>
          <p:cNvPr id="242713" name="Line 25"/>
          <p:cNvSpPr>
            <a:spLocks noChangeShapeType="1"/>
          </p:cNvSpPr>
          <p:nvPr/>
        </p:nvSpPr>
        <p:spPr bwMode="auto">
          <a:xfrm>
            <a:off x="6096000" y="2300288"/>
            <a:ext cx="2362200" cy="671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2714" name="Line 26"/>
          <p:cNvSpPr>
            <a:spLocks noChangeShapeType="1"/>
          </p:cNvSpPr>
          <p:nvPr/>
        </p:nvSpPr>
        <p:spPr bwMode="auto">
          <a:xfrm>
            <a:off x="6096000" y="2300288"/>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2715" name="Line 27"/>
          <p:cNvSpPr>
            <a:spLocks noChangeShapeType="1"/>
          </p:cNvSpPr>
          <p:nvPr/>
        </p:nvSpPr>
        <p:spPr bwMode="auto">
          <a:xfrm flipH="1">
            <a:off x="3962400" y="2300288"/>
            <a:ext cx="2133600" cy="747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2716" name="Text Box 28"/>
          <p:cNvSpPr txBox="1">
            <a:spLocks noChangeArrowheads="1"/>
          </p:cNvSpPr>
          <p:nvPr/>
        </p:nvSpPr>
        <p:spPr bwMode="auto">
          <a:xfrm>
            <a:off x="64008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t>Start</a:t>
            </a:r>
            <a:endParaRPr lang="en-GB" altLang="x-none" b="1"/>
          </a:p>
        </p:txBody>
      </p:sp>
      <p:sp>
        <p:nvSpPr>
          <p:cNvPr id="242717" name="Text Box 29"/>
          <p:cNvSpPr txBox="1">
            <a:spLocks noChangeArrowheads="1"/>
          </p:cNvSpPr>
          <p:nvPr/>
        </p:nvSpPr>
        <p:spPr bwMode="auto">
          <a:xfrm>
            <a:off x="7315200" y="23002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75</a:t>
            </a:r>
            <a:endParaRPr lang="en-GB" altLang="x-none" b="1">
              <a:solidFill>
                <a:schemeClr val="hlink"/>
              </a:solidFill>
            </a:endParaRPr>
          </a:p>
        </p:txBody>
      </p:sp>
      <p:sp>
        <p:nvSpPr>
          <p:cNvPr id="242718" name="Text Box 30"/>
          <p:cNvSpPr txBox="1">
            <a:spLocks noChangeArrowheads="1"/>
          </p:cNvSpPr>
          <p:nvPr/>
        </p:nvSpPr>
        <p:spPr bwMode="auto">
          <a:xfrm>
            <a:off x="4343400" y="2300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118</a:t>
            </a:r>
            <a:endParaRPr lang="en-GB" altLang="x-none" b="1">
              <a:solidFill>
                <a:schemeClr val="hlink"/>
              </a:solidFill>
            </a:endParaRPr>
          </a:p>
        </p:txBody>
      </p:sp>
      <p:sp>
        <p:nvSpPr>
          <p:cNvPr id="242719" name="Text Box 31"/>
          <p:cNvSpPr txBox="1">
            <a:spLocks noChangeArrowheads="1"/>
          </p:cNvSpPr>
          <p:nvPr/>
        </p:nvSpPr>
        <p:spPr bwMode="auto">
          <a:xfrm>
            <a:off x="6096000" y="2543176"/>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140</a:t>
            </a:r>
            <a:endParaRPr lang="en-GB" altLang="x-none" b="1">
              <a:solidFill>
                <a:schemeClr val="hlink"/>
              </a:solidFill>
            </a:endParaRPr>
          </a:p>
        </p:txBody>
      </p:sp>
      <p:sp>
        <p:nvSpPr>
          <p:cNvPr id="242723" name="Text Box 35"/>
          <p:cNvSpPr txBox="1">
            <a:spLocks noChangeArrowheads="1"/>
          </p:cNvSpPr>
          <p:nvPr/>
        </p:nvSpPr>
        <p:spPr bwMode="auto">
          <a:xfrm>
            <a:off x="7162800" y="3900488"/>
            <a:ext cx="1676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[239+178=417]</a:t>
            </a:r>
            <a:endParaRPr lang="en-GB" altLang="x-none" dirty="0"/>
          </a:p>
        </p:txBody>
      </p:sp>
      <p:sp>
        <p:nvSpPr>
          <p:cNvPr id="242724" name="Text Box 36"/>
          <p:cNvSpPr txBox="1">
            <a:spLocks noChangeArrowheads="1"/>
          </p:cNvSpPr>
          <p:nvPr/>
        </p:nvSpPr>
        <p:spPr bwMode="auto">
          <a:xfrm>
            <a:off x="3505200" y="4050268"/>
            <a:ext cx="1981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[220+193=413]</a:t>
            </a:r>
            <a:endParaRPr lang="en-GB" altLang="x-none" dirty="0"/>
          </a:p>
        </p:txBody>
      </p:sp>
      <p:sp>
        <p:nvSpPr>
          <p:cNvPr id="42" name="Text Box 22"/>
          <p:cNvSpPr txBox="1">
            <a:spLocks noChangeArrowheads="1"/>
          </p:cNvSpPr>
          <p:nvPr/>
        </p:nvSpPr>
        <p:spPr bwMode="auto">
          <a:xfrm>
            <a:off x="6400800" y="3059668"/>
            <a:ext cx="167640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[140+253=393]</a:t>
            </a:r>
            <a:endParaRPr lang="en-GB" altLang="x-none" dirty="0"/>
          </a:p>
        </p:txBody>
      </p:sp>
      <p:sp>
        <p:nvSpPr>
          <p:cNvPr id="43" name="Text Box 23"/>
          <p:cNvSpPr txBox="1">
            <a:spLocks noChangeArrowheads="1"/>
          </p:cNvSpPr>
          <p:nvPr/>
        </p:nvSpPr>
        <p:spPr bwMode="auto">
          <a:xfrm>
            <a:off x="8686800" y="2971800"/>
            <a:ext cx="1752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[75+374=449]</a:t>
            </a:r>
            <a:endParaRPr lang="en-GB" altLang="x-none" dirty="0"/>
          </a:p>
        </p:txBody>
      </p:sp>
      <p:sp>
        <p:nvSpPr>
          <p:cNvPr id="44" name="Text Box 24"/>
          <p:cNvSpPr txBox="1">
            <a:spLocks noChangeArrowheads="1"/>
          </p:cNvSpPr>
          <p:nvPr/>
        </p:nvSpPr>
        <p:spPr bwMode="auto">
          <a:xfrm>
            <a:off x="2133600" y="3124200"/>
            <a:ext cx="1752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[118+329=447]</a:t>
            </a:r>
            <a:endParaRPr lang="en-GB" altLang="x-none" dirty="0"/>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DA53E5B4-1B19-AEE9-FB50-E8CD13F1A896}"/>
                  </a:ext>
                </a:extLst>
              </p14:cNvPr>
              <p14:cNvContentPartPr/>
              <p14:nvPr/>
            </p14:nvContentPartPr>
            <p14:xfrm>
              <a:off x="4639316" y="3974267"/>
              <a:ext cx="268920" cy="222120"/>
            </p14:xfrm>
          </p:contentPart>
        </mc:Choice>
        <mc:Fallback xmlns="">
          <p:pic>
            <p:nvPicPr>
              <p:cNvPr id="5" name="Ink 4">
                <a:extLst>
                  <a:ext uri="{FF2B5EF4-FFF2-40B4-BE49-F238E27FC236}">
                    <a16:creationId xmlns:a16="http://schemas.microsoft.com/office/drawing/2014/main" id="{DA53E5B4-1B19-AEE9-FB50-E8CD13F1A896}"/>
                  </a:ext>
                </a:extLst>
              </p:cNvPr>
              <p:cNvPicPr/>
              <p:nvPr/>
            </p:nvPicPr>
            <p:blipFill>
              <a:blip r:embed="rId3"/>
              <a:stretch>
                <a:fillRect/>
              </a:stretch>
            </p:blipFill>
            <p:spPr>
              <a:xfrm>
                <a:off x="4633196" y="3968147"/>
                <a:ext cx="281160" cy="234360"/>
              </a:xfrm>
              <a:prstGeom prst="rect">
                <a:avLst/>
              </a:prstGeom>
            </p:spPr>
          </p:pic>
        </mc:Fallback>
      </mc:AlternateContent>
    </p:spTree>
    <p:extLst>
      <p:ext uri="{BB962C8B-B14F-4D97-AF65-F5344CB8AC3E}">
        <p14:creationId xmlns:p14="http://schemas.microsoft.com/office/powerpoint/2010/main" val="18337558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4" name="Rectangle 2"/>
          <p:cNvSpPr>
            <a:spLocks noGrp="1" noChangeArrowheads="1"/>
          </p:cNvSpPr>
          <p:nvPr>
            <p:ph type="title"/>
          </p:nvPr>
        </p:nvSpPr>
        <p:spPr/>
        <p:txBody>
          <a:bodyPr/>
          <a:lstStyle/>
          <a:p>
            <a:r>
              <a:rPr lang="en-US" altLang="x-none"/>
              <a:t>A* Search: Tree Search</a:t>
            </a:r>
            <a:endParaRPr lang="en-GB" altLang="x-none"/>
          </a:p>
        </p:txBody>
      </p:sp>
      <p:sp>
        <p:nvSpPr>
          <p:cNvPr id="43" name="Slide Number Placeholder 6"/>
          <p:cNvSpPr>
            <a:spLocks noGrp="1"/>
          </p:cNvSpPr>
          <p:nvPr>
            <p:ph type="sldNum" sz="quarter" idx="12"/>
          </p:nvPr>
        </p:nvSpPr>
        <p:spPr/>
        <p:txBody>
          <a:bodyPr/>
          <a:lstStyle/>
          <a:p>
            <a:fld id="{57AF2EA2-427E-4CBC-B69C-C0E03BE82FF1}" type="slidenum">
              <a:rPr lang="en-GB" altLang="x-none" smtClean="0"/>
              <a:pPr/>
              <a:t>10</a:t>
            </a:fld>
            <a:endParaRPr lang="en-GB" altLang="x-none"/>
          </a:p>
        </p:txBody>
      </p:sp>
      <p:grpSp>
        <p:nvGrpSpPr>
          <p:cNvPr id="243715" name="Group 3"/>
          <p:cNvGrpSpPr>
            <a:grpSpLocks/>
          </p:cNvGrpSpPr>
          <p:nvPr/>
        </p:nvGrpSpPr>
        <p:grpSpPr bwMode="auto">
          <a:xfrm>
            <a:off x="5867400" y="1843088"/>
            <a:ext cx="457200" cy="457200"/>
            <a:chOff x="1344" y="1248"/>
            <a:chExt cx="288" cy="288"/>
          </a:xfrm>
        </p:grpSpPr>
        <p:sp>
          <p:nvSpPr>
            <p:cNvPr id="243716" name="Oval 4"/>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17" name="Text Box 5"/>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243718" name="Group 6"/>
          <p:cNvGrpSpPr>
            <a:grpSpLocks/>
          </p:cNvGrpSpPr>
          <p:nvPr/>
        </p:nvGrpSpPr>
        <p:grpSpPr bwMode="auto">
          <a:xfrm>
            <a:off x="8229600" y="2971800"/>
            <a:ext cx="457200" cy="457200"/>
            <a:chOff x="1344" y="1248"/>
            <a:chExt cx="288" cy="288"/>
          </a:xfrm>
        </p:grpSpPr>
        <p:sp>
          <p:nvSpPr>
            <p:cNvPr id="243719" name="Oval 7"/>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20" name="Text Box 8"/>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243721" name="Group 9"/>
          <p:cNvGrpSpPr>
            <a:grpSpLocks/>
          </p:cNvGrpSpPr>
          <p:nvPr/>
        </p:nvGrpSpPr>
        <p:grpSpPr bwMode="auto">
          <a:xfrm>
            <a:off x="3733800" y="3048000"/>
            <a:ext cx="457200" cy="457200"/>
            <a:chOff x="1344" y="1248"/>
            <a:chExt cx="288" cy="288"/>
          </a:xfrm>
        </p:grpSpPr>
        <p:sp>
          <p:nvSpPr>
            <p:cNvPr id="243722" name="Oval 10"/>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23" name="Text Box 11"/>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243724" name="Group 12"/>
          <p:cNvGrpSpPr>
            <a:grpSpLocks/>
          </p:cNvGrpSpPr>
          <p:nvPr/>
        </p:nvGrpSpPr>
        <p:grpSpPr bwMode="auto">
          <a:xfrm>
            <a:off x="5943600" y="2986088"/>
            <a:ext cx="457200" cy="457200"/>
            <a:chOff x="1344" y="1248"/>
            <a:chExt cx="288" cy="288"/>
          </a:xfrm>
        </p:grpSpPr>
        <p:sp>
          <p:nvSpPr>
            <p:cNvPr id="243725" name="Oval 13"/>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26" name="Text Box 14"/>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grpSp>
        <p:nvGrpSpPr>
          <p:cNvPr id="243727" name="Group 15"/>
          <p:cNvGrpSpPr>
            <a:grpSpLocks/>
          </p:cNvGrpSpPr>
          <p:nvPr/>
        </p:nvGrpSpPr>
        <p:grpSpPr bwMode="auto">
          <a:xfrm>
            <a:off x="6629400" y="3900488"/>
            <a:ext cx="457200" cy="457200"/>
            <a:chOff x="1344" y="1248"/>
            <a:chExt cx="288" cy="288"/>
          </a:xfrm>
        </p:grpSpPr>
        <p:sp>
          <p:nvSpPr>
            <p:cNvPr id="243728" name="Oval 16"/>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29" name="Text Box 17"/>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F</a:t>
              </a:r>
              <a:endParaRPr lang="en-GB" altLang="x-none"/>
            </a:p>
          </p:txBody>
        </p:sp>
      </p:grpSp>
      <p:sp>
        <p:nvSpPr>
          <p:cNvPr id="243730" name="Line 18"/>
          <p:cNvSpPr>
            <a:spLocks noChangeShapeType="1"/>
          </p:cNvSpPr>
          <p:nvPr/>
        </p:nvSpPr>
        <p:spPr bwMode="auto">
          <a:xfrm>
            <a:off x="6172200" y="3443288"/>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3731" name="Text Box 19"/>
          <p:cNvSpPr txBox="1">
            <a:spLocks noChangeArrowheads="1"/>
          </p:cNvSpPr>
          <p:nvPr/>
        </p:nvSpPr>
        <p:spPr bwMode="auto">
          <a:xfrm>
            <a:off x="6400800" y="33670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99</a:t>
            </a:r>
            <a:endParaRPr lang="en-GB" altLang="x-none" b="1">
              <a:solidFill>
                <a:schemeClr val="hlink"/>
              </a:solidFill>
            </a:endParaRPr>
          </a:p>
        </p:txBody>
      </p:sp>
      <p:grpSp>
        <p:nvGrpSpPr>
          <p:cNvPr id="243732" name="Group 20"/>
          <p:cNvGrpSpPr>
            <a:grpSpLocks/>
          </p:cNvGrpSpPr>
          <p:nvPr/>
        </p:nvGrpSpPr>
        <p:grpSpPr bwMode="auto">
          <a:xfrm>
            <a:off x="5105400" y="3900488"/>
            <a:ext cx="457200" cy="457200"/>
            <a:chOff x="1344" y="1248"/>
            <a:chExt cx="288" cy="288"/>
          </a:xfrm>
        </p:grpSpPr>
        <p:sp>
          <p:nvSpPr>
            <p:cNvPr id="243733" name="Oval 21"/>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34" name="Text Box 22"/>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G</a:t>
              </a:r>
              <a:endParaRPr lang="en-GB" altLang="x-none"/>
            </a:p>
          </p:txBody>
        </p:sp>
      </p:grpSp>
      <p:sp>
        <p:nvSpPr>
          <p:cNvPr id="243735" name="Line 23"/>
          <p:cNvSpPr>
            <a:spLocks noChangeShapeType="1"/>
          </p:cNvSpPr>
          <p:nvPr/>
        </p:nvSpPr>
        <p:spPr bwMode="auto">
          <a:xfrm flipH="1">
            <a:off x="5257800" y="3443288"/>
            <a:ext cx="914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3736" name="Text Box 24"/>
          <p:cNvSpPr txBox="1">
            <a:spLocks noChangeArrowheads="1"/>
          </p:cNvSpPr>
          <p:nvPr/>
        </p:nvSpPr>
        <p:spPr bwMode="auto">
          <a:xfrm>
            <a:off x="5334000" y="33670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80</a:t>
            </a:r>
            <a:endParaRPr lang="en-GB" altLang="x-none" b="1">
              <a:solidFill>
                <a:schemeClr val="hlink"/>
              </a:solidFill>
            </a:endParaRPr>
          </a:p>
        </p:txBody>
      </p:sp>
      <p:sp>
        <p:nvSpPr>
          <p:cNvPr id="243737" name="Line 25"/>
          <p:cNvSpPr>
            <a:spLocks noChangeShapeType="1"/>
          </p:cNvSpPr>
          <p:nvPr/>
        </p:nvSpPr>
        <p:spPr bwMode="auto">
          <a:xfrm>
            <a:off x="6096000" y="2300288"/>
            <a:ext cx="2362200" cy="671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3738" name="Line 26"/>
          <p:cNvSpPr>
            <a:spLocks noChangeShapeType="1"/>
          </p:cNvSpPr>
          <p:nvPr/>
        </p:nvSpPr>
        <p:spPr bwMode="auto">
          <a:xfrm>
            <a:off x="6096000" y="2300288"/>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3739" name="Line 27"/>
          <p:cNvSpPr>
            <a:spLocks noChangeShapeType="1"/>
          </p:cNvSpPr>
          <p:nvPr/>
        </p:nvSpPr>
        <p:spPr bwMode="auto">
          <a:xfrm flipH="1">
            <a:off x="3962400" y="2300288"/>
            <a:ext cx="2133600" cy="747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3740" name="Text Box 28"/>
          <p:cNvSpPr txBox="1">
            <a:spLocks noChangeArrowheads="1"/>
          </p:cNvSpPr>
          <p:nvPr/>
        </p:nvSpPr>
        <p:spPr bwMode="auto">
          <a:xfrm>
            <a:off x="64008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t>Start</a:t>
            </a:r>
            <a:endParaRPr lang="en-GB" altLang="x-none" b="1"/>
          </a:p>
        </p:txBody>
      </p:sp>
      <p:sp>
        <p:nvSpPr>
          <p:cNvPr id="243741" name="Text Box 29"/>
          <p:cNvSpPr txBox="1">
            <a:spLocks noChangeArrowheads="1"/>
          </p:cNvSpPr>
          <p:nvPr/>
        </p:nvSpPr>
        <p:spPr bwMode="auto">
          <a:xfrm>
            <a:off x="7315200" y="23002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75</a:t>
            </a:r>
            <a:endParaRPr lang="en-GB" altLang="x-none" b="1">
              <a:solidFill>
                <a:schemeClr val="hlink"/>
              </a:solidFill>
            </a:endParaRPr>
          </a:p>
        </p:txBody>
      </p:sp>
      <p:sp>
        <p:nvSpPr>
          <p:cNvPr id="243742" name="Text Box 30"/>
          <p:cNvSpPr txBox="1">
            <a:spLocks noChangeArrowheads="1"/>
          </p:cNvSpPr>
          <p:nvPr/>
        </p:nvSpPr>
        <p:spPr bwMode="auto">
          <a:xfrm>
            <a:off x="4343400" y="2300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118</a:t>
            </a:r>
            <a:endParaRPr lang="en-GB" altLang="x-none" b="1">
              <a:solidFill>
                <a:schemeClr val="hlink"/>
              </a:solidFill>
            </a:endParaRPr>
          </a:p>
        </p:txBody>
      </p:sp>
      <p:sp>
        <p:nvSpPr>
          <p:cNvPr id="243743" name="Text Box 31"/>
          <p:cNvSpPr txBox="1">
            <a:spLocks noChangeArrowheads="1"/>
          </p:cNvSpPr>
          <p:nvPr/>
        </p:nvSpPr>
        <p:spPr bwMode="auto">
          <a:xfrm>
            <a:off x="6096000" y="2543176"/>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140</a:t>
            </a:r>
            <a:endParaRPr lang="en-GB" altLang="x-none" b="1">
              <a:solidFill>
                <a:schemeClr val="hlink"/>
              </a:solidFill>
            </a:endParaRPr>
          </a:p>
        </p:txBody>
      </p:sp>
      <p:grpSp>
        <p:nvGrpSpPr>
          <p:cNvPr id="243749" name="Group 37"/>
          <p:cNvGrpSpPr>
            <a:grpSpLocks/>
          </p:cNvGrpSpPr>
          <p:nvPr/>
        </p:nvGrpSpPr>
        <p:grpSpPr bwMode="auto">
          <a:xfrm>
            <a:off x="4267200" y="4800600"/>
            <a:ext cx="457200" cy="457200"/>
            <a:chOff x="1344" y="1248"/>
            <a:chExt cx="288" cy="288"/>
          </a:xfrm>
        </p:grpSpPr>
        <p:sp>
          <p:nvSpPr>
            <p:cNvPr id="243750" name="Oval 38"/>
            <p:cNvSpPr>
              <a:spLocks noChangeArrowheads="1"/>
            </p:cNvSpPr>
            <p:nvPr/>
          </p:nvSpPr>
          <p:spPr bwMode="auto">
            <a:xfrm>
              <a:off x="1344" y="1248"/>
              <a:ext cx="288" cy="28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3751" name="Text Box 39"/>
            <p:cNvSpPr txBox="1">
              <a:spLocks noChangeArrowheads="1"/>
            </p:cNvSpPr>
            <p:nvPr/>
          </p:nvSpPr>
          <p:spPr bwMode="auto">
            <a:xfrm>
              <a:off x="1392" y="1296"/>
              <a:ext cx="192" cy="23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H</a:t>
              </a:r>
              <a:endParaRPr lang="en-GB" altLang="x-none"/>
            </a:p>
          </p:txBody>
        </p:sp>
      </p:grpSp>
      <p:sp>
        <p:nvSpPr>
          <p:cNvPr id="243752" name="Line 40"/>
          <p:cNvSpPr>
            <a:spLocks noChangeShapeType="1"/>
          </p:cNvSpPr>
          <p:nvPr/>
        </p:nvSpPr>
        <p:spPr bwMode="auto">
          <a:xfrm flipH="1">
            <a:off x="4572000" y="4343401"/>
            <a:ext cx="762000" cy="4429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3753" name="Text Box 41"/>
          <p:cNvSpPr txBox="1">
            <a:spLocks noChangeArrowheads="1"/>
          </p:cNvSpPr>
          <p:nvPr/>
        </p:nvSpPr>
        <p:spPr bwMode="auto">
          <a:xfrm>
            <a:off x="4953000" y="44815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97</a:t>
            </a:r>
            <a:endParaRPr lang="en-GB" altLang="x-none" b="1">
              <a:solidFill>
                <a:schemeClr val="hlink"/>
              </a:solidFill>
            </a:endParaRPr>
          </a:p>
        </p:txBody>
      </p:sp>
      <p:sp>
        <p:nvSpPr>
          <p:cNvPr id="243754" name="Text Box 42"/>
          <p:cNvSpPr txBox="1">
            <a:spLocks noChangeArrowheads="1"/>
          </p:cNvSpPr>
          <p:nvPr/>
        </p:nvSpPr>
        <p:spPr bwMode="auto">
          <a:xfrm>
            <a:off x="2819400" y="4862513"/>
            <a:ext cx="152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[317+98=415]</a:t>
            </a:r>
            <a:endParaRPr lang="en-GB" altLang="x-none" dirty="0"/>
          </a:p>
        </p:txBody>
      </p:sp>
      <p:sp>
        <p:nvSpPr>
          <p:cNvPr id="50" name="Text Box 22"/>
          <p:cNvSpPr txBox="1">
            <a:spLocks noChangeArrowheads="1"/>
          </p:cNvSpPr>
          <p:nvPr/>
        </p:nvSpPr>
        <p:spPr bwMode="auto">
          <a:xfrm>
            <a:off x="6400800" y="3059668"/>
            <a:ext cx="167640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[140+253=393]</a:t>
            </a:r>
            <a:endParaRPr lang="en-GB" altLang="x-none" dirty="0"/>
          </a:p>
        </p:txBody>
      </p:sp>
      <p:sp>
        <p:nvSpPr>
          <p:cNvPr id="51" name="Text Box 23"/>
          <p:cNvSpPr txBox="1">
            <a:spLocks noChangeArrowheads="1"/>
          </p:cNvSpPr>
          <p:nvPr/>
        </p:nvSpPr>
        <p:spPr bwMode="auto">
          <a:xfrm>
            <a:off x="8686800" y="2971800"/>
            <a:ext cx="1752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[75+374=449]</a:t>
            </a:r>
            <a:endParaRPr lang="en-GB" altLang="x-none" dirty="0"/>
          </a:p>
        </p:txBody>
      </p:sp>
      <p:sp>
        <p:nvSpPr>
          <p:cNvPr id="52" name="Text Box 24"/>
          <p:cNvSpPr txBox="1">
            <a:spLocks noChangeArrowheads="1"/>
          </p:cNvSpPr>
          <p:nvPr/>
        </p:nvSpPr>
        <p:spPr bwMode="auto">
          <a:xfrm>
            <a:off x="2133600" y="3124200"/>
            <a:ext cx="1752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[118+329=447]</a:t>
            </a:r>
            <a:endParaRPr lang="en-GB" altLang="x-none" dirty="0"/>
          </a:p>
        </p:txBody>
      </p:sp>
      <p:sp>
        <p:nvSpPr>
          <p:cNvPr id="53" name="Text Box 35"/>
          <p:cNvSpPr txBox="1">
            <a:spLocks noChangeArrowheads="1"/>
          </p:cNvSpPr>
          <p:nvPr/>
        </p:nvSpPr>
        <p:spPr bwMode="auto">
          <a:xfrm>
            <a:off x="7162800" y="3900488"/>
            <a:ext cx="1676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[239+178=417]</a:t>
            </a:r>
            <a:endParaRPr lang="en-GB" altLang="x-none" dirty="0"/>
          </a:p>
        </p:txBody>
      </p:sp>
      <p:sp>
        <p:nvSpPr>
          <p:cNvPr id="54" name="Text Box 36"/>
          <p:cNvSpPr txBox="1">
            <a:spLocks noChangeArrowheads="1"/>
          </p:cNvSpPr>
          <p:nvPr/>
        </p:nvSpPr>
        <p:spPr bwMode="auto">
          <a:xfrm>
            <a:off x="3505200" y="4050268"/>
            <a:ext cx="1981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[220+193=413]</a:t>
            </a:r>
            <a:endParaRPr lang="en-GB" altLang="x-none" dirty="0"/>
          </a:p>
        </p:txBody>
      </p:sp>
    </p:spTree>
    <p:extLst>
      <p:ext uri="{BB962C8B-B14F-4D97-AF65-F5344CB8AC3E}">
        <p14:creationId xmlns:p14="http://schemas.microsoft.com/office/powerpoint/2010/main" val="30414781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p:txBody>
          <a:bodyPr/>
          <a:lstStyle/>
          <a:p>
            <a:r>
              <a:rPr lang="en-US" altLang="x-none"/>
              <a:t>A* Search: Tree Search</a:t>
            </a:r>
            <a:endParaRPr lang="en-GB" altLang="x-none"/>
          </a:p>
        </p:txBody>
      </p:sp>
      <p:sp>
        <p:nvSpPr>
          <p:cNvPr id="50" name="Slide Number Placeholder 6"/>
          <p:cNvSpPr>
            <a:spLocks noGrp="1"/>
          </p:cNvSpPr>
          <p:nvPr>
            <p:ph type="sldNum" sz="quarter" idx="12"/>
          </p:nvPr>
        </p:nvSpPr>
        <p:spPr/>
        <p:txBody>
          <a:bodyPr/>
          <a:lstStyle/>
          <a:p>
            <a:fld id="{52AE1852-EC00-4D23-AF45-C9E5F4B65C58}" type="slidenum">
              <a:rPr lang="en-GB" altLang="x-none" smtClean="0"/>
              <a:pPr/>
              <a:t>11</a:t>
            </a:fld>
            <a:endParaRPr lang="en-GB" altLang="x-none"/>
          </a:p>
        </p:txBody>
      </p:sp>
      <p:grpSp>
        <p:nvGrpSpPr>
          <p:cNvPr id="217091" name="Group 3"/>
          <p:cNvGrpSpPr>
            <a:grpSpLocks/>
          </p:cNvGrpSpPr>
          <p:nvPr/>
        </p:nvGrpSpPr>
        <p:grpSpPr bwMode="auto">
          <a:xfrm>
            <a:off x="5867400" y="1843088"/>
            <a:ext cx="457200" cy="457200"/>
            <a:chOff x="1344" y="1248"/>
            <a:chExt cx="288" cy="288"/>
          </a:xfrm>
        </p:grpSpPr>
        <p:sp>
          <p:nvSpPr>
            <p:cNvPr id="217092" name="Oval 4"/>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7093" name="Text Box 5"/>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217094" name="Group 6"/>
          <p:cNvGrpSpPr>
            <a:grpSpLocks/>
          </p:cNvGrpSpPr>
          <p:nvPr/>
        </p:nvGrpSpPr>
        <p:grpSpPr bwMode="auto">
          <a:xfrm>
            <a:off x="8229600" y="2971800"/>
            <a:ext cx="457200" cy="457200"/>
            <a:chOff x="1344" y="1248"/>
            <a:chExt cx="288" cy="288"/>
          </a:xfrm>
        </p:grpSpPr>
        <p:sp>
          <p:nvSpPr>
            <p:cNvPr id="217095" name="Oval 7"/>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7096" name="Text Box 8"/>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217100" name="Group 12"/>
          <p:cNvGrpSpPr>
            <a:grpSpLocks/>
          </p:cNvGrpSpPr>
          <p:nvPr/>
        </p:nvGrpSpPr>
        <p:grpSpPr bwMode="auto">
          <a:xfrm>
            <a:off x="3733800" y="3048000"/>
            <a:ext cx="457200" cy="457200"/>
            <a:chOff x="1344" y="1248"/>
            <a:chExt cx="288" cy="288"/>
          </a:xfrm>
        </p:grpSpPr>
        <p:sp>
          <p:nvSpPr>
            <p:cNvPr id="217101" name="Oval 13"/>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7102" name="Text Box 14"/>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217103" name="Group 15"/>
          <p:cNvGrpSpPr>
            <a:grpSpLocks/>
          </p:cNvGrpSpPr>
          <p:nvPr/>
        </p:nvGrpSpPr>
        <p:grpSpPr bwMode="auto">
          <a:xfrm>
            <a:off x="5943600" y="2986088"/>
            <a:ext cx="457200" cy="457200"/>
            <a:chOff x="1344" y="1248"/>
            <a:chExt cx="288" cy="288"/>
          </a:xfrm>
        </p:grpSpPr>
        <p:sp>
          <p:nvSpPr>
            <p:cNvPr id="217104" name="Oval 16"/>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7105" name="Text Box 17"/>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grpSp>
        <p:nvGrpSpPr>
          <p:cNvPr id="217106" name="Group 18"/>
          <p:cNvGrpSpPr>
            <a:grpSpLocks/>
          </p:cNvGrpSpPr>
          <p:nvPr/>
        </p:nvGrpSpPr>
        <p:grpSpPr bwMode="auto">
          <a:xfrm>
            <a:off x="6629400" y="3900488"/>
            <a:ext cx="457200" cy="457200"/>
            <a:chOff x="1344" y="1248"/>
            <a:chExt cx="288" cy="288"/>
          </a:xfrm>
        </p:grpSpPr>
        <p:sp>
          <p:nvSpPr>
            <p:cNvPr id="217107" name="Oval 19"/>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7108" name="Text Box 20"/>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F</a:t>
              </a:r>
              <a:endParaRPr lang="en-GB" altLang="x-none"/>
            </a:p>
          </p:txBody>
        </p:sp>
      </p:grpSp>
      <p:grpSp>
        <p:nvGrpSpPr>
          <p:cNvPr id="217109" name="Group 21"/>
          <p:cNvGrpSpPr>
            <a:grpSpLocks/>
          </p:cNvGrpSpPr>
          <p:nvPr/>
        </p:nvGrpSpPr>
        <p:grpSpPr bwMode="auto">
          <a:xfrm>
            <a:off x="3505200" y="5715000"/>
            <a:ext cx="457200" cy="457200"/>
            <a:chOff x="1344" y="1248"/>
            <a:chExt cx="288" cy="288"/>
          </a:xfrm>
        </p:grpSpPr>
        <p:sp>
          <p:nvSpPr>
            <p:cNvPr id="217110" name="Oval 22"/>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7111" name="Text Box 23"/>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I</a:t>
              </a:r>
              <a:endParaRPr lang="en-GB" altLang="x-none"/>
            </a:p>
          </p:txBody>
        </p:sp>
      </p:grpSp>
      <p:sp>
        <p:nvSpPr>
          <p:cNvPr id="217112" name="Line 24"/>
          <p:cNvSpPr>
            <a:spLocks noChangeShapeType="1"/>
          </p:cNvSpPr>
          <p:nvPr/>
        </p:nvSpPr>
        <p:spPr bwMode="auto">
          <a:xfrm>
            <a:off x="6172200" y="3443288"/>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7114" name="Text Box 26"/>
          <p:cNvSpPr txBox="1">
            <a:spLocks noChangeArrowheads="1"/>
          </p:cNvSpPr>
          <p:nvPr/>
        </p:nvSpPr>
        <p:spPr bwMode="auto">
          <a:xfrm>
            <a:off x="6400800" y="33670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99</a:t>
            </a:r>
            <a:endParaRPr lang="en-GB" altLang="x-none" b="1">
              <a:solidFill>
                <a:schemeClr val="hlink"/>
              </a:solidFill>
            </a:endParaRPr>
          </a:p>
        </p:txBody>
      </p:sp>
      <p:grpSp>
        <p:nvGrpSpPr>
          <p:cNvPr id="217116" name="Group 28"/>
          <p:cNvGrpSpPr>
            <a:grpSpLocks/>
          </p:cNvGrpSpPr>
          <p:nvPr/>
        </p:nvGrpSpPr>
        <p:grpSpPr bwMode="auto">
          <a:xfrm>
            <a:off x="5105400" y="3900488"/>
            <a:ext cx="457200" cy="457200"/>
            <a:chOff x="1344" y="1248"/>
            <a:chExt cx="288" cy="288"/>
          </a:xfrm>
        </p:grpSpPr>
        <p:sp>
          <p:nvSpPr>
            <p:cNvPr id="217117" name="Oval 29"/>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7118" name="Text Box 30"/>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G</a:t>
              </a:r>
              <a:endParaRPr lang="en-GB" altLang="x-none"/>
            </a:p>
          </p:txBody>
        </p:sp>
      </p:grpSp>
      <p:grpSp>
        <p:nvGrpSpPr>
          <p:cNvPr id="217119" name="Group 31"/>
          <p:cNvGrpSpPr>
            <a:grpSpLocks/>
          </p:cNvGrpSpPr>
          <p:nvPr/>
        </p:nvGrpSpPr>
        <p:grpSpPr bwMode="auto">
          <a:xfrm>
            <a:off x="4267200" y="4814888"/>
            <a:ext cx="457200" cy="457200"/>
            <a:chOff x="1344" y="1248"/>
            <a:chExt cx="288" cy="288"/>
          </a:xfrm>
        </p:grpSpPr>
        <p:sp>
          <p:nvSpPr>
            <p:cNvPr id="217120" name="Oval 32"/>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7121" name="Text Box 33"/>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H</a:t>
              </a:r>
              <a:endParaRPr lang="en-GB" altLang="x-none"/>
            </a:p>
          </p:txBody>
        </p:sp>
      </p:grpSp>
      <p:sp>
        <p:nvSpPr>
          <p:cNvPr id="217122" name="Line 34"/>
          <p:cNvSpPr>
            <a:spLocks noChangeShapeType="1"/>
          </p:cNvSpPr>
          <p:nvPr/>
        </p:nvSpPr>
        <p:spPr bwMode="auto">
          <a:xfrm flipH="1">
            <a:off x="5257800" y="3443288"/>
            <a:ext cx="914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7123" name="Line 35"/>
          <p:cNvSpPr>
            <a:spLocks noChangeShapeType="1"/>
          </p:cNvSpPr>
          <p:nvPr/>
        </p:nvSpPr>
        <p:spPr bwMode="auto">
          <a:xfrm flipH="1">
            <a:off x="4572000" y="4357688"/>
            <a:ext cx="762000" cy="442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7124" name="Line 36"/>
          <p:cNvSpPr>
            <a:spLocks noChangeShapeType="1"/>
          </p:cNvSpPr>
          <p:nvPr/>
        </p:nvSpPr>
        <p:spPr bwMode="auto">
          <a:xfrm flipH="1">
            <a:off x="3733800" y="5272088"/>
            <a:ext cx="762000" cy="442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7125" name="Text Box 37"/>
          <p:cNvSpPr txBox="1">
            <a:spLocks noChangeArrowheads="1"/>
          </p:cNvSpPr>
          <p:nvPr/>
        </p:nvSpPr>
        <p:spPr bwMode="auto">
          <a:xfrm>
            <a:off x="5334000" y="33670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80</a:t>
            </a:r>
            <a:endParaRPr lang="en-GB" altLang="x-none" b="1">
              <a:solidFill>
                <a:schemeClr val="hlink"/>
              </a:solidFill>
            </a:endParaRPr>
          </a:p>
        </p:txBody>
      </p:sp>
      <p:sp>
        <p:nvSpPr>
          <p:cNvPr id="217126" name="Line 38"/>
          <p:cNvSpPr>
            <a:spLocks noChangeShapeType="1"/>
          </p:cNvSpPr>
          <p:nvPr/>
        </p:nvSpPr>
        <p:spPr bwMode="auto">
          <a:xfrm>
            <a:off x="6096000" y="2300288"/>
            <a:ext cx="2362200" cy="671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7127" name="Line 39"/>
          <p:cNvSpPr>
            <a:spLocks noChangeShapeType="1"/>
          </p:cNvSpPr>
          <p:nvPr/>
        </p:nvSpPr>
        <p:spPr bwMode="auto">
          <a:xfrm>
            <a:off x="6096000" y="2300288"/>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7128" name="Line 40"/>
          <p:cNvSpPr>
            <a:spLocks noChangeShapeType="1"/>
          </p:cNvSpPr>
          <p:nvPr/>
        </p:nvSpPr>
        <p:spPr bwMode="auto">
          <a:xfrm flipH="1">
            <a:off x="3962400" y="2300288"/>
            <a:ext cx="2133600" cy="747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7130" name="Text Box 42"/>
          <p:cNvSpPr txBox="1">
            <a:spLocks noChangeArrowheads="1"/>
          </p:cNvSpPr>
          <p:nvPr/>
        </p:nvSpPr>
        <p:spPr bwMode="auto">
          <a:xfrm>
            <a:off x="64008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t>Start</a:t>
            </a:r>
            <a:endParaRPr lang="en-GB" altLang="x-none" b="1"/>
          </a:p>
        </p:txBody>
      </p:sp>
      <p:sp>
        <p:nvSpPr>
          <p:cNvPr id="217132" name="Text Box 44"/>
          <p:cNvSpPr txBox="1">
            <a:spLocks noChangeArrowheads="1"/>
          </p:cNvSpPr>
          <p:nvPr/>
        </p:nvSpPr>
        <p:spPr bwMode="auto">
          <a:xfrm>
            <a:off x="4953000" y="44958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97</a:t>
            </a:r>
            <a:endParaRPr lang="en-GB" altLang="x-none" b="1">
              <a:solidFill>
                <a:schemeClr val="hlink"/>
              </a:solidFill>
            </a:endParaRPr>
          </a:p>
        </p:txBody>
      </p:sp>
      <p:sp>
        <p:nvSpPr>
          <p:cNvPr id="217133" name="Text Box 45"/>
          <p:cNvSpPr txBox="1">
            <a:spLocks noChangeArrowheads="1"/>
          </p:cNvSpPr>
          <p:nvPr/>
        </p:nvSpPr>
        <p:spPr bwMode="auto">
          <a:xfrm>
            <a:off x="4038600" y="54244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101</a:t>
            </a:r>
            <a:endParaRPr lang="en-GB" altLang="x-none" b="1">
              <a:solidFill>
                <a:schemeClr val="hlink"/>
              </a:solidFill>
            </a:endParaRPr>
          </a:p>
        </p:txBody>
      </p:sp>
      <p:sp>
        <p:nvSpPr>
          <p:cNvPr id="217134" name="Text Box 46"/>
          <p:cNvSpPr txBox="1">
            <a:spLocks noChangeArrowheads="1"/>
          </p:cNvSpPr>
          <p:nvPr/>
        </p:nvSpPr>
        <p:spPr bwMode="auto">
          <a:xfrm>
            <a:off x="7315200" y="23002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75</a:t>
            </a:r>
            <a:endParaRPr lang="en-GB" altLang="x-none" b="1">
              <a:solidFill>
                <a:schemeClr val="hlink"/>
              </a:solidFill>
            </a:endParaRPr>
          </a:p>
        </p:txBody>
      </p:sp>
      <p:sp>
        <p:nvSpPr>
          <p:cNvPr id="217135" name="Text Box 47"/>
          <p:cNvSpPr txBox="1">
            <a:spLocks noChangeArrowheads="1"/>
          </p:cNvSpPr>
          <p:nvPr/>
        </p:nvSpPr>
        <p:spPr bwMode="auto">
          <a:xfrm>
            <a:off x="4343400" y="2300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118</a:t>
            </a:r>
            <a:endParaRPr lang="en-GB" altLang="x-none" b="1">
              <a:solidFill>
                <a:schemeClr val="hlink"/>
              </a:solidFill>
            </a:endParaRPr>
          </a:p>
        </p:txBody>
      </p:sp>
      <p:sp>
        <p:nvSpPr>
          <p:cNvPr id="217173" name="Text Box 85"/>
          <p:cNvSpPr txBox="1">
            <a:spLocks noChangeArrowheads="1"/>
          </p:cNvSpPr>
          <p:nvPr/>
        </p:nvSpPr>
        <p:spPr bwMode="auto">
          <a:xfrm>
            <a:off x="6096000" y="2543176"/>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140</a:t>
            </a:r>
            <a:endParaRPr lang="en-GB" altLang="x-none" b="1">
              <a:solidFill>
                <a:schemeClr val="hlink"/>
              </a:solidFill>
            </a:endParaRPr>
          </a:p>
        </p:txBody>
      </p:sp>
      <p:sp>
        <p:nvSpPr>
          <p:cNvPr id="217182" name="Text Box 94"/>
          <p:cNvSpPr txBox="1">
            <a:spLocks noChangeArrowheads="1"/>
          </p:cNvSpPr>
          <p:nvPr/>
        </p:nvSpPr>
        <p:spPr bwMode="auto">
          <a:xfrm>
            <a:off x="2819400" y="5805488"/>
            <a:ext cx="1219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t>Goal</a:t>
            </a:r>
            <a:endParaRPr lang="en-GB" altLang="x-none" b="1"/>
          </a:p>
        </p:txBody>
      </p:sp>
      <p:sp>
        <p:nvSpPr>
          <p:cNvPr id="217183" name="Text Box 95"/>
          <p:cNvSpPr txBox="1">
            <a:spLocks noChangeArrowheads="1"/>
          </p:cNvSpPr>
          <p:nvPr/>
        </p:nvSpPr>
        <p:spPr bwMode="auto">
          <a:xfrm>
            <a:off x="3962400" y="5791200"/>
            <a:ext cx="1752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[418+0=418]</a:t>
            </a:r>
            <a:endParaRPr lang="en-GB" altLang="x-none" dirty="0"/>
          </a:p>
        </p:txBody>
      </p:sp>
      <p:sp>
        <p:nvSpPr>
          <p:cNvPr id="58" name="Text Box 22"/>
          <p:cNvSpPr txBox="1">
            <a:spLocks noChangeArrowheads="1"/>
          </p:cNvSpPr>
          <p:nvPr/>
        </p:nvSpPr>
        <p:spPr bwMode="auto">
          <a:xfrm>
            <a:off x="6400800" y="3059668"/>
            <a:ext cx="167640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[140+253=393]</a:t>
            </a:r>
            <a:endParaRPr lang="en-GB" altLang="x-none" dirty="0"/>
          </a:p>
        </p:txBody>
      </p:sp>
      <p:sp>
        <p:nvSpPr>
          <p:cNvPr id="59" name="Text Box 23"/>
          <p:cNvSpPr txBox="1">
            <a:spLocks noChangeArrowheads="1"/>
          </p:cNvSpPr>
          <p:nvPr/>
        </p:nvSpPr>
        <p:spPr bwMode="auto">
          <a:xfrm>
            <a:off x="8686800" y="2971800"/>
            <a:ext cx="1752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[75+374=449]</a:t>
            </a:r>
            <a:endParaRPr lang="en-GB" altLang="x-none" dirty="0"/>
          </a:p>
        </p:txBody>
      </p:sp>
      <p:sp>
        <p:nvSpPr>
          <p:cNvPr id="60" name="Text Box 24"/>
          <p:cNvSpPr txBox="1">
            <a:spLocks noChangeArrowheads="1"/>
          </p:cNvSpPr>
          <p:nvPr/>
        </p:nvSpPr>
        <p:spPr bwMode="auto">
          <a:xfrm>
            <a:off x="2133600" y="3124200"/>
            <a:ext cx="1752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[118+329=447]</a:t>
            </a:r>
            <a:endParaRPr lang="en-GB" altLang="x-none" dirty="0"/>
          </a:p>
        </p:txBody>
      </p:sp>
      <p:sp>
        <p:nvSpPr>
          <p:cNvPr id="61" name="Text Box 42"/>
          <p:cNvSpPr txBox="1">
            <a:spLocks noChangeArrowheads="1"/>
          </p:cNvSpPr>
          <p:nvPr/>
        </p:nvSpPr>
        <p:spPr bwMode="auto">
          <a:xfrm>
            <a:off x="2819400" y="4862513"/>
            <a:ext cx="152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[317+98=415]</a:t>
            </a:r>
            <a:endParaRPr lang="en-GB" altLang="x-none" dirty="0"/>
          </a:p>
        </p:txBody>
      </p:sp>
      <p:sp>
        <p:nvSpPr>
          <p:cNvPr id="62" name="Text Box 35"/>
          <p:cNvSpPr txBox="1">
            <a:spLocks noChangeArrowheads="1"/>
          </p:cNvSpPr>
          <p:nvPr/>
        </p:nvSpPr>
        <p:spPr bwMode="auto">
          <a:xfrm>
            <a:off x="7162800" y="3900488"/>
            <a:ext cx="1676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[239+178=417]</a:t>
            </a:r>
            <a:endParaRPr lang="en-GB" altLang="x-none" dirty="0"/>
          </a:p>
        </p:txBody>
      </p:sp>
      <p:sp>
        <p:nvSpPr>
          <p:cNvPr id="63" name="Text Box 36"/>
          <p:cNvSpPr txBox="1">
            <a:spLocks noChangeArrowheads="1"/>
          </p:cNvSpPr>
          <p:nvPr/>
        </p:nvSpPr>
        <p:spPr bwMode="auto">
          <a:xfrm>
            <a:off x="3505200" y="4050268"/>
            <a:ext cx="1981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[220+193=413]</a:t>
            </a:r>
            <a:endParaRPr lang="en-GB" altLang="x-none" dirty="0"/>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E5FFD76B-8FC3-664F-D8ED-617E7D2BB15A}"/>
                  </a:ext>
                </a:extLst>
              </p14:cNvPr>
              <p14:cNvContentPartPr/>
              <p14:nvPr/>
            </p14:nvContentPartPr>
            <p14:xfrm>
              <a:off x="4801676" y="6196907"/>
              <a:ext cx="392400" cy="11880"/>
            </p14:xfrm>
          </p:contentPart>
        </mc:Choice>
        <mc:Fallback xmlns="">
          <p:pic>
            <p:nvPicPr>
              <p:cNvPr id="2" name="Ink 1">
                <a:extLst>
                  <a:ext uri="{FF2B5EF4-FFF2-40B4-BE49-F238E27FC236}">
                    <a16:creationId xmlns:a16="http://schemas.microsoft.com/office/drawing/2014/main" id="{E5FFD76B-8FC3-664F-D8ED-617E7D2BB15A}"/>
                  </a:ext>
                </a:extLst>
              </p:cNvPr>
              <p:cNvPicPr/>
              <p:nvPr/>
            </p:nvPicPr>
            <p:blipFill>
              <a:blip r:embed="rId3"/>
              <a:stretch>
                <a:fillRect/>
              </a:stretch>
            </p:blipFill>
            <p:spPr>
              <a:xfrm>
                <a:off x="4795556" y="6190787"/>
                <a:ext cx="40464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45C9B1E1-7A1C-80CD-66BB-0F2EE0C0621C}"/>
                  </a:ext>
                </a:extLst>
              </p14:cNvPr>
              <p14:cNvContentPartPr/>
              <p14:nvPr/>
            </p14:nvContentPartPr>
            <p14:xfrm>
              <a:off x="7430396" y="3080747"/>
              <a:ext cx="366480" cy="415080"/>
            </p14:xfrm>
          </p:contentPart>
        </mc:Choice>
        <mc:Fallback xmlns="">
          <p:pic>
            <p:nvPicPr>
              <p:cNvPr id="5" name="Ink 4">
                <a:extLst>
                  <a:ext uri="{FF2B5EF4-FFF2-40B4-BE49-F238E27FC236}">
                    <a16:creationId xmlns:a16="http://schemas.microsoft.com/office/drawing/2014/main" id="{45C9B1E1-7A1C-80CD-66BB-0F2EE0C0621C}"/>
                  </a:ext>
                </a:extLst>
              </p:cNvPr>
              <p:cNvPicPr/>
              <p:nvPr/>
            </p:nvPicPr>
            <p:blipFill>
              <a:blip r:embed="rId5"/>
              <a:stretch>
                <a:fillRect/>
              </a:stretch>
            </p:blipFill>
            <p:spPr>
              <a:xfrm>
                <a:off x="7424276" y="3074627"/>
                <a:ext cx="378720" cy="42732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6" name="Ink 5">
                <a:extLst>
                  <a:ext uri="{FF2B5EF4-FFF2-40B4-BE49-F238E27FC236}">
                    <a16:creationId xmlns:a16="http://schemas.microsoft.com/office/drawing/2014/main" id="{3063E5D1-49A4-37EC-BC02-DFD088AE5E0F}"/>
                  </a:ext>
                </a:extLst>
              </p14:cNvPr>
              <p14:cNvContentPartPr/>
              <p14:nvPr/>
            </p14:nvContentPartPr>
            <p14:xfrm>
              <a:off x="8567996" y="4086227"/>
              <a:ext cx="268920" cy="222480"/>
            </p14:xfrm>
          </p:contentPart>
        </mc:Choice>
        <mc:Fallback xmlns="">
          <p:pic>
            <p:nvPicPr>
              <p:cNvPr id="6" name="Ink 5">
                <a:extLst>
                  <a:ext uri="{FF2B5EF4-FFF2-40B4-BE49-F238E27FC236}">
                    <a16:creationId xmlns:a16="http://schemas.microsoft.com/office/drawing/2014/main" id="{3063E5D1-49A4-37EC-BC02-DFD088AE5E0F}"/>
                  </a:ext>
                </a:extLst>
              </p:cNvPr>
              <p:cNvPicPr/>
              <p:nvPr/>
            </p:nvPicPr>
            <p:blipFill>
              <a:blip r:embed="rId7"/>
              <a:stretch>
                <a:fillRect/>
              </a:stretch>
            </p:blipFill>
            <p:spPr>
              <a:xfrm>
                <a:off x="8561876" y="4080107"/>
                <a:ext cx="281160" cy="23472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7" name="Ink 6">
                <a:extLst>
                  <a:ext uri="{FF2B5EF4-FFF2-40B4-BE49-F238E27FC236}">
                    <a16:creationId xmlns:a16="http://schemas.microsoft.com/office/drawing/2014/main" id="{0C5CE5E2-AC9F-B891-ACFB-E501D0ABB444}"/>
                  </a:ext>
                </a:extLst>
              </p14:cNvPr>
              <p14:cNvContentPartPr/>
              <p14:nvPr/>
            </p14:nvContentPartPr>
            <p14:xfrm>
              <a:off x="9358556" y="2644067"/>
              <a:ext cx="314640" cy="221040"/>
            </p14:xfrm>
          </p:contentPart>
        </mc:Choice>
        <mc:Fallback xmlns="">
          <p:pic>
            <p:nvPicPr>
              <p:cNvPr id="7" name="Ink 6">
                <a:extLst>
                  <a:ext uri="{FF2B5EF4-FFF2-40B4-BE49-F238E27FC236}">
                    <a16:creationId xmlns:a16="http://schemas.microsoft.com/office/drawing/2014/main" id="{0C5CE5E2-AC9F-B891-ACFB-E501D0ABB444}"/>
                  </a:ext>
                </a:extLst>
              </p:cNvPr>
              <p:cNvPicPr/>
              <p:nvPr/>
            </p:nvPicPr>
            <p:blipFill>
              <a:blip r:embed="rId9"/>
              <a:stretch>
                <a:fillRect/>
              </a:stretch>
            </p:blipFill>
            <p:spPr>
              <a:xfrm>
                <a:off x="9352436" y="2637947"/>
                <a:ext cx="326880" cy="2332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8" name="Ink 7">
                <a:extLst>
                  <a:ext uri="{FF2B5EF4-FFF2-40B4-BE49-F238E27FC236}">
                    <a16:creationId xmlns:a16="http://schemas.microsoft.com/office/drawing/2014/main" id="{4C0A8246-77D4-FD7F-8A9A-23C856E4D328}"/>
                  </a:ext>
                </a:extLst>
              </p14:cNvPr>
              <p14:cNvContentPartPr/>
              <p14:nvPr/>
            </p14:nvContentPartPr>
            <p14:xfrm>
              <a:off x="3251156" y="2967707"/>
              <a:ext cx="280440" cy="266760"/>
            </p14:xfrm>
          </p:contentPart>
        </mc:Choice>
        <mc:Fallback xmlns="">
          <p:pic>
            <p:nvPicPr>
              <p:cNvPr id="8" name="Ink 7">
                <a:extLst>
                  <a:ext uri="{FF2B5EF4-FFF2-40B4-BE49-F238E27FC236}">
                    <a16:creationId xmlns:a16="http://schemas.microsoft.com/office/drawing/2014/main" id="{4C0A8246-77D4-FD7F-8A9A-23C856E4D328}"/>
                  </a:ext>
                </a:extLst>
              </p:cNvPr>
              <p:cNvPicPr/>
              <p:nvPr/>
            </p:nvPicPr>
            <p:blipFill>
              <a:blip r:embed="rId11"/>
              <a:stretch>
                <a:fillRect/>
              </a:stretch>
            </p:blipFill>
            <p:spPr>
              <a:xfrm>
                <a:off x="3245036" y="2961587"/>
                <a:ext cx="29268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 name="Ink 8">
                <a:extLst>
                  <a:ext uri="{FF2B5EF4-FFF2-40B4-BE49-F238E27FC236}">
                    <a16:creationId xmlns:a16="http://schemas.microsoft.com/office/drawing/2014/main" id="{CDF4351B-6CFF-9B66-D29A-9D42DF0F4D98}"/>
                  </a:ext>
                </a:extLst>
              </p14:cNvPr>
              <p14:cNvContentPartPr/>
              <p14:nvPr/>
            </p14:nvContentPartPr>
            <p14:xfrm>
              <a:off x="4899236" y="5677427"/>
              <a:ext cx="270720" cy="170640"/>
            </p14:xfrm>
          </p:contentPart>
        </mc:Choice>
        <mc:Fallback xmlns="">
          <p:pic>
            <p:nvPicPr>
              <p:cNvPr id="9" name="Ink 8">
                <a:extLst>
                  <a:ext uri="{FF2B5EF4-FFF2-40B4-BE49-F238E27FC236}">
                    <a16:creationId xmlns:a16="http://schemas.microsoft.com/office/drawing/2014/main" id="{CDF4351B-6CFF-9B66-D29A-9D42DF0F4D98}"/>
                  </a:ext>
                </a:extLst>
              </p:cNvPr>
              <p:cNvPicPr/>
              <p:nvPr/>
            </p:nvPicPr>
            <p:blipFill>
              <a:blip r:embed="rId13"/>
              <a:stretch>
                <a:fillRect/>
              </a:stretch>
            </p:blipFill>
            <p:spPr>
              <a:xfrm>
                <a:off x="4893116" y="5671307"/>
                <a:ext cx="282960" cy="182880"/>
              </a:xfrm>
              <a:prstGeom prst="rect">
                <a:avLst/>
              </a:prstGeom>
            </p:spPr>
          </p:pic>
        </mc:Fallback>
      </mc:AlternateContent>
    </p:spTree>
    <p:extLst>
      <p:ext uri="{BB962C8B-B14F-4D97-AF65-F5344CB8AC3E}">
        <p14:creationId xmlns:p14="http://schemas.microsoft.com/office/powerpoint/2010/main" val="25822771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ChangeArrowheads="1"/>
          </p:cNvSpPr>
          <p:nvPr>
            <p:ph type="title"/>
          </p:nvPr>
        </p:nvSpPr>
        <p:spPr/>
        <p:txBody>
          <a:bodyPr/>
          <a:lstStyle/>
          <a:p>
            <a:r>
              <a:rPr lang="en-US" altLang="x-none"/>
              <a:t>A* Search: Tree Search</a:t>
            </a:r>
            <a:endParaRPr lang="en-GB" altLang="x-none"/>
          </a:p>
        </p:txBody>
      </p:sp>
      <p:sp>
        <p:nvSpPr>
          <p:cNvPr id="55" name="Slide Number Placeholder 6"/>
          <p:cNvSpPr>
            <a:spLocks noGrp="1"/>
          </p:cNvSpPr>
          <p:nvPr>
            <p:ph type="sldNum" sz="quarter" idx="12"/>
          </p:nvPr>
        </p:nvSpPr>
        <p:spPr/>
        <p:txBody>
          <a:bodyPr/>
          <a:lstStyle/>
          <a:p>
            <a:fld id="{A0F7210D-2E5B-4873-B5F5-71C05E5686FA}" type="slidenum">
              <a:rPr lang="en-GB" altLang="x-none" smtClean="0"/>
              <a:pPr/>
              <a:t>12</a:t>
            </a:fld>
            <a:endParaRPr lang="en-GB" altLang="x-none"/>
          </a:p>
        </p:txBody>
      </p:sp>
      <p:grpSp>
        <p:nvGrpSpPr>
          <p:cNvPr id="246787" name="Group 3"/>
          <p:cNvGrpSpPr>
            <a:grpSpLocks/>
          </p:cNvGrpSpPr>
          <p:nvPr/>
        </p:nvGrpSpPr>
        <p:grpSpPr bwMode="auto">
          <a:xfrm>
            <a:off x="5867400" y="1843088"/>
            <a:ext cx="457200" cy="457200"/>
            <a:chOff x="1344" y="1248"/>
            <a:chExt cx="288" cy="288"/>
          </a:xfrm>
        </p:grpSpPr>
        <p:sp>
          <p:nvSpPr>
            <p:cNvPr id="246788" name="Oval 4"/>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6789" name="Text Box 5"/>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246790" name="Group 6"/>
          <p:cNvGrpSpPr>
            <a:grpSpLocks/>
          </p:cNvGrpSpPr>
          <p:nvPr/>
        </p:nvGrpSpPr>
        <p:grpSpPr bwMode="auto">
          <a:xfrm>
            <a:off x="8229600" y="2971800"/>
            <a:ext cx="457200" cy="457200"/>
            <a:chOff x="1344" y="1248"/>
            <a:chExt cx="288" cy="288"/>
          </a:xfrm>
        </p:grpSpPr>
        <p:sp>
          <p:nvSpPr>
            <p:cNvPr id="246791" name="Oval 7"/>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6792" name="Text Box 8"/>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246793" name="Group 9"/>
          <p:cNvGrpSpPr>
            <a:grpSpLocks/>
          </p:cNvGrpSpPr>
          <p:nvPr/>
        </p:nvGrpSpPr>
        <p:grpSpPr bwMode="auto">
          <a:xfrm>
            <a:off x="3733800" y="3048000"/>
            <a:ext cx="457200" cy="457200"/>
            <a:chOff x="1344" y="1248"/>
            <a:chExt cx="288" cy="288"/>
          </a:xfrm>
        </p:grpSpPr>
        <p:sp>
          <p:nvSpPr>
            <p:cNvPr id="246794" name="Oval 10"/>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6795" name="Text Box 11"/>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246796" name="Group 12"/>
          <p:cNvGrpSpPr>
            <a:grpSpLocks/>
          </p:cNvGrpSpPr>
          <p:nvPr/>
        </p:nvGrpSpPr>
        <p:grpSpPr bwMode="auto">
          <a:xfrm>
            <a:off x="5943600" y="2986088"/>
            <a:ext cx="457200" cy="457200"/>
            <a:chOff x="1344" y="1248"/>
            <a:chExt cx="288" cy="288"/>
          </a:xfrm>
        </p:grpSpPr>
        <p:sp>
          <p:nvSpPr>
            <p:cNvPr id="246797" name="Oval 13"/>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6798" name="Text Box 14"/>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grpSp>
        <p:nvGrpSpPr>
          <p:cNvPr id="246799" name="Group 15"/>
          <p:cNvGrpSpPr>
            <a:grpSpLocks/>
          </p:cNvGrpSpPr>
          <p:nvPr/>
        </p:nvGrpSpPr>
        <p:grpSpPr bwMode="auto">
          <a:xfrm>
            <a:off x="6629400" y="3900488"/>
            <a:ext cx="457200" cy="457200"/>
            <a:chOff x="1344" y="1248"/>
            <a:chExt cx="288" cy="288"/>
          </a:xfrm>
        </p:grpSpPr>
        <p:sp>
          <p:nvSpPr>
            <p:cNvPr id="246800" name="Oval 16"/>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6801" name="Text Box 17"/>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F</a:t>
              </a:r>
              <a:endParaRPr lang="en-GB" altLang="x-none"/>
            </a:p>
          </p:txBody>
        </p:sp>
      </p:grpSp>
      <p:grpSp>
        <p:nvGrpSpPr>
          <p:cNvPr id="246802" name="Group 18"/>
          <p:cNvGrpSpPr>
            <a:grpSpLocks/>
          </p:cNvGrpSpPr>
          <p:nvPr/>
        </p:nvGrpSpPr>
        <p:grpSpPr bwMode="auto">
          <a:xfrm>
            <a:off x="3505200" y="5715000"/>
            <a:ext cx="457200" cy="457200"/>
            <a:chOff x="1344" y="1248"/>
            <a:chExt cx="288" cy="288"/>
          </a:xfrm>
        </p:grpSpPr>
        <p:sp>
          <p:nvSpPr>
            <p:cNvPr id="246803" name="Oval 19"/>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6804" name="Text Box 20"/>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I</a:t>
              </a:r>
              <a:endParaRPr lang="en-GB" altLang="x-none"/>
            </a:p>
          </p:txBody>
        </p:sp>
      </p:grpSp>
      <p:sp>
        <p:nvSpPr>
          <p:cNvPr id="246805" name="Line 21"/>
          <p:cNvSpPr>
            <a:spLocks noChangeShapeType="1"/>
          </p:cNvSpPr>
          <p:nvPr/>
        </p:nvSpPr>
        <p:spPr bwMode="auto">
          <a:xfrm>
            <a:off x="6172200" y="3443288"/>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806" name="Text Box 22"/>
          <p:cNvSpPr txBox="1">
            <a:spLocks noChangeArrowheads="1"/>
          </p:cNvSpPr>
          <p:nvPr/>
        </p:nvSpPr>
        <p:spPr bwMode="auto">
          <a:xfrm>
            <a:off x="6400800" y="33670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99</a:t>
            </a:r>
            <a:endParaRPr lang="en-GB" altLang="x-none" b="1">
              <a:solidFill>
                <a:schemeClr val="hlink"/>
              </a:solidFill>
            </a:endParaRPr>
          </a:p>
        </p:txBody>
      </p:sp>
      <p:grpSp>
        <p:nvGrpSpPr>
          <p:cNvPr id="246807" name="Group 23"/>
          <p:cNvGrpSpPr>
            <a:grpSpLocks/>
          </p:cNvGrpSpPr>
          <p:nvPr/>
        </p:nvGrpSpPr>
        <p:grpSpPr bwMode="auto">
          <a:xfrm>
            <a:off x="5105400" y="3900488"/>
            <a:ext cx="457200" cy="457200"/>
            <a:chOff x="1344" y="1248"/>
            <a:chExt cx="288" cy="288"/>
          </a:xfrm>
        </p:grpSpPr>
        <p:sp>
          <p:nvSpPr>
            <p:cNvPr id="246808" name="Oval 24"/>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6809" name="Text Box 25"/>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G</a:t>
              </a:r>
              <a:endParaRPr lang="en-GB" altLang="x-none"/>
            </a:p>
          </p:txBody>
        </p:sp>
      </p:grpSp>
      <p:grpSp>
        <p:nvGrpSpPr>
          <p:cNvPr id="246810" name="Group 26"/>
          <p:cNvGrpSpPr>
            <a:grpSpLocks/>
          </p:cNvGrpSpPr>
          <p:nvPr/>
        </p:nvGrpSpPr>
        <p:grpSpPr bwMode="auto">
          <a:xfrm>
            <a:off x="4267200" y="4814888"/>
            <a:ext cx="457200" cy="457200"/>
            <a:chOff x="1344" y="1248"/>
            <a:chExt cx="288" cy="288"/>
          </a:xfrm>
        </p:grpSpPr>
        <p:sp>
          <p:nvSpPr>
            <p:cNvPr id="246811" name="Oval 27"/>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6812" name="Text Box 28"/>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H</a:t>
              </a:r>
              <a:endParaRPr lang="en-GB" altLang="x-none"/>
            </a:p>
          </p:txBody>
        </p:sp>
      </p:grpSp>
      <p:sp>
        <p:nvSpPr>
          <p:cNvPr id="246813" name="Line 29"/>
          <p:cNvSpPr>
            <a:spLocks noChangeShapeType="1"/>
          </p:cNvSpPr>
          <p:nvPr/>
        </p:nvSpPr>
        <p:spPr bwMode="auto">
          <a:xfrm flipH="1">
            <a:off x="5257800" y="3443288"/>
            <a:ext cx="914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814" name="Line 30"/>
          <p:cNvSpPr>
            <a:spLocks noChangeShapeType="1"/>
          </p:cNvSpPr>
          <p:nvPr/>
        </p:nvSpPr>
        <p:spPr bwMode="auto">
          <a:xfrm flipH="1">
            <a:off x="4572000" y="4357688"/>
            <a:ext cx="762000" cy="442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815" name="Line 31"/>
          <p:cNvSpPr>
            <a:spLocks noChangeShapeType="1"/>
          </p:cNvSpPr>
          <p:nvPr/>
        </p:nvSpPr>
        <p:spPr bwMode="auto">
          <a:xfrm flipH="1">
            <a:off x="3733800" y="5272088"/>
            <a:ext cx="762000" cy="442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816" name="Text Box 32"/>
          <p:cNvSpPr txBox="1">
            <a:spLocks noChangeArrowheads="1"/>
          </p:cNvSpPr>
          <p:nvPr/>
        </p:nvSpPr>
        <p:spPr bwMode="auto">
          <a:xfrm>
            <a:off x="5334000" y="33670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80</a:t>
            </a:r>
            <a:endParaRPr lang="en-GB" altLang="x-none" b="1">
              <a:solidFill>
                <a:schemeClr val="hlink"/>
              </a:solidFill>
            </a:endParaRPr>
          </a:p>
        </p:txBody>
      </p:sp>
      <p:sp>
        <p:nvSpPr>
          <p:cNvPr id="246817" name="Line 33"/>
          <p:cNvSpPr>
            <a:spLocks noChangeShapeType="1"/>
          </p:cNvSpPr>
          <p:nvPr/>
        </p:nvSpPr>
        <p:spPr bwMode="auto">
          <a:xfrm>
            <a:off x="6096000" y="2300288"/>
            <a:ext cx="2362200" cy="671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818" name="Line 34"/>
          <p:cNvSpPr>
            <a:spLocks noChangeShapeType="1"/>
          </p:cNvSpPr>
          <p:nvPr/>
        </p:nvSpPr>
        <p:spPr bwMode="auto">
          <a:xfrm>
            <a:off x="6096000" y="2300288"/>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819" name="Line 35"/>
          <p:cNvSpPr>
            <a:spLocks noChangeShapeType="1"/>
          </p:cNvSpPr>
          <p:nvPr/>
        </p:nvSpPr>
        <p:spPr bwMode="auto">
          <a:xfrm flipH="1">
            <a:off x="3962400" y="2300288"/>
            <a:ext cx="2133600" cy="747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820" name="Text Box 36"/>
          <p:cNvSpPr txBox="1">
            <a:spLocks noChangeArrowheads="1"/>
          </p:cNvSpPr>
          <p:nvPr/>
        </p:nvSpPr>
        <p:spPr bwMode="auto">
          <a:xfrm>
            <a:off x="64008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t>Start</a:t>
            </a:r>
            <a:endParaRPr lang="en-GB" altLang="x-none" b="1"/>
          </a:p>
        </p:txBody>
      </p:sp>
      <p:sp>
        <p:nvSpPr>
          <p:cNvPr id="246821" name="Text Box 37"/>
          <p:cNvSpPr txBox="1">
            <a:spLocks noChangeArrowheads="1"/>
          </p:cNvSpPr>
          <p:nvPr/>
        </p:nvSpPr>
        <p:spPr bwMode="auto">
          <a:xfrm>
            <a:off x="4953000" y="44958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97</a:t>
            </a:r>
            <a:endParaRPr lang="en-GB" altLang="x-none" b="1">
              <a:solidFill>
                <a:schemeClr val="hlink"/>
              </a:solidFill>
            </a:endParaRPr>
          </a:p>
        </p:txBody>
      </p:sp>
      <p:sp>
        <p:nvSpPr>
          <p:cNvPr id="246822" name="Text Box 38"/>
          <p:cNvSpPr txBox="1">
            <a:spLocks noChangeArrowheads="1"/>
          </p:cNvSpPr>
          <p:nvPr/>
        </p:nvSpPr>
        <p:spPr bwMode="auto">
          <a:xfrm>
            <a:off x="4038600" y="54244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101</a:t>
            </a:r>
            <a:endParaRPr lang="en-GB" altLang="x-none" b="1">
              <a:solidFill>
                <a:schemeClr val="hlink"/>
              </a:solidFill>
            </a:endParaRPr>
          </a:p>
        </p:txBody>
      </p:sp>
      <p:sp>
        <p:nvSpPr>
          <p:cNvPr id="246823" name="Text Box 39"/>
          <p:cNvSpPr txBox="1">
            <a:spLocks noChangeArrowheads="1"/>
          </p:cNvSpPr>
          <p:nvPr/>
        </p:nvSpPr>
        <p:spPr bwMode="auto">
          <a:xfrm>
            <a:off x="7315200" y="23002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75</a:t>
            </a:r>
            <a:endParaRPr lang="en-GB" altLang="x-none" b="1">
              <a:solidFill>
                <a:schemeClr val="hlink"/>
              </a:solidFill>
            </a:endParaRPr>
          </a:p>
        </p:txBody>
      </p:sp>
      <p:sp>
        <p:nvSpPr>
          <p:cNvPr id="246824" name="Text Box 40"/>
          <p:cNvSpPr txBox="1">
            <a:spLocks noChangeArrowheads="1"/>
          </p:cNvSpPr>
          <p:nvPr/>
        </p:nvSpPr>
        <p:spPr bwMode="auto">
          <a:xfrm>
            <a:off x="4343400" y="2300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118</a:t>
            </a:r>
            <a:endParaRPr lang="en-GB" altLang="x-none" b="1">
              <a:solidFill>
                <a:schemeClr val="hlink"/>
              </a:solidFill>
            </a:endParaRPr>
          </a:p>
        </p:txBody>
      </p:sp>
      <p:sp>
        <p:nvSpPr>
          <p:cNvPr id="246825" name="Text Box 41"/>
          <p:cNvSpPr txBox="1">
            <a:spLocks noChangeArrowheads="1"/>
          </p:cNvSpPr>
          <p:nvPr/>
        </p:nvSpPr>
        <p:spPr bwMode="auto">
          <a:xfrm>
            <a:off x="6096000" y="2543176"/>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140</a:t>
            </a:r>
            <a:endParaRPr lang="en-GB" altLang="x-none" b="1">
              <a:solidFill>
                <a:schemeClr val="hlink"/>
              </a:solidFill>
            </a:endParaRPr>
          </a:p>
        </p:txBody>
      </p:sp>
      <p:sp>
        <p:nvSpPr>
          <p:cNvPr id="246832" name="Text Box 48"/>
          <p:cNvSpPr txBox="1">
            <a:spLocks noChangeArrowheads="1"/>
          </p:cNvSpPr>
          <p:nvPr/>
        </p:nvSpPr>
        <p:spPr bwMode="auto">
          <a:xfrm>
            <a:off x="2819400" y="5805488"/>
            <a:ext cx="1219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t>Goal</a:t>
            </a:r>
            <a:endParaRPr lang="en-GB" altLang="x-none" b="1"/>
          </a:p>
        </p:txBody>
      </p:sp>
      <p:grpSp>
        <p:nvGrpSpPr>
          <p:cNvPr id="246834" name="Group 50"/>
          <p:cNvGrpSpPr>
            <a:grpSpLocks/>
          </p:cNvGrpSpPr>
          <p:nvPr/>
        </p:nvGrpSpPr>
        <p:grpSpPr bwMode="auto">
          <a:xfrm>
            <a:off x="7315200" y="4800600"/>
            <a:ext cx="457200" cy="457200"/>
            <a:chOff x="1344" y="1248"/>
            <a:chExt cx="288" cy="288"/>
          </a:xfrm>
        </p:grpSpPr>
        <p:sp>
          <p:nvSpPr>
            <p:cNvPr id="246835" name="Oval 51"/>
            <p:cNvSpPr>
              <a:spLocks noChangeArrowheads="1"/>
            </p:cNvSpPr>
            <p:nvPr/>
          </p:nvSpPr>
          <p:spPr bwMode="auto">
            <a:xfrm>
              <a:off x="1344" y="1248"/>
              <a:ext cx="288" cy="28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6836" name="Text Box 52"/>
            <p:cNvSpPr txBox="1">
              <a:spLocks noChangeArrowheads="1"/>
            </p:cNvSpPr>
            <p:nvPr/>
          </p:nvSpPr>
          <p:spPr bwMode="auto">
            <a:xfrm>
              <a:off x="1392" y="1296"/>
              <a:ext cx="192" cy="23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I</a:t>
              </a:r>
              <a:endParaRPr lang="en-GB" altLang="x-none"/>
            </a:p>
          </p:txBody>
        </p:sp>
      </p:grpSp>
      <p:sp>
        <p:nvSpPr>
          <p:cNvPr id="246837" name="Line 53"/>
          <p:cNvSpPr>
            <a:spLocks noChangeShapeType="1"/>
          </p:cNvSpPr>
          <p:nvPr/>
        </p:nvSpPr>
        <p:spPr bwMode="auto">
          <a:xfrm>
            <a:off x="6934200" y="4343400"/>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9" name="Text Box 95"/>
          <p:cNvSpPr txBox="1">
            <a:spLocks noChangeArrowheads="1"/>
          </p:cNvSpPr>
          <p:nvPr/>
        </p:nvSpPr>
        <p:spPr bwMode="auto">
          <a:xfrm>
            <a:off x="3962400" y="5791200"/>
            <a:ext cx="1752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[418+0=418]</a:t>
            </a:r>
            <a:endParaRPr lang="en-GB" altLang="x-none" dirty="0"/>
          </a:p>
        </p:txBody>
      </p:sp>
      <p:sp>
        <p:nvSpPr>
          <p:cNvPr id="60" name="Text Box 22"/>
          <p:cNvSpPr txBox="1">
            <a:spLocks noChangeArrowheads="1"/>
          </p:cNvSpPr>
          <p:nvPr/>
        </p:nvSpPr>
        <p:spPr bwMode="auto">
          <a:xfrm>
            <a:off x="6400800" y="3059668"/>
            <a:ext cx="167640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[140+253=393]</a:t>
            </a:r>
            <a:endParaRPr lang="en-GB" altLang="x-none" dirty="0"/>
          </a:p>
        </p:txBody>
      </p:sp>
      <p:sp>
        <p:nvSpPr>
          <p:cNvPr id="61" name="Text Box 23"/>
          <p:cNvSpPr txBox="1">
            <a:spLocks noChangeArrowheads="1"/>
          </p:cNvSpPr>
          <p:nvPr/>
        </p:nvSpPr>
        <p:spPr bwMode="auto">
          <a:xfrm>
            <a:off x="8686800" y="2971800"/>
            <a:ext cx="1752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[75+374=449]</a:t>
            </a:r>
            <a:endParaRPr lang="en-GB" altLang="x-none" dirty="0"/>
          </a:p>
        </p:txBody>
      </p:sp>
      <p:sp>
        <p:nvSpPr>
          <p:cNvPr id="62" name="Text Box 24"/>
          <p:cNvSpPr txBox="1">
            <a:spLocks noChangeArrowheads="1"/>
          </p:cNvSpPr>
          <p:nvPr/>
        </p:nvSpPr>
        <p:spPr bwMode="auto">
          <a:xfrm>
            <a:off x="2133600" y="3124200"/>
            <a:ext cx="1752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[118+329=447]</a:t>
            </a:r>
            <a:endParaRPr lang="en-GB" altLang="x-none" dirty="0"/>
          </a:p>
        </p:txBody>
      </p:sp>
      <p:sp>
        <p:nvSpPr>
          <p:cNvPr id="63" name="Text Box 42"/>
          <p:cNvSpPr txBox="1">
            <a:spLocks noChangeArrowheads="1"/>
          </p:cNvSpPr>
          <p:nvPr/>
        </p:nvSpPr>
        <p:spPr bwMode="auto">
          <a:xfrm>
            <a:off x="2819400" y="4862513"/>
            <a:ext cx="152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[317+98=415]</a:t>
            </a:r>
            <a:endParaRPr lang="en-GB" altLang="x-none" dirty="0"/>
          </a:p>
        </p:txBody>
      </p:sp>
      <p:sp>
        <p:nvSpPr>
          <p:cNvPr id="64" name="Text Box 35"/>
          <p:cNvSpPr txBox="1">
            <a:spLocks noChangeArrowheads="1"/>
          </p:cNvSpPr>
          <p:nvPr/>
        </p:nvSpPr>
        <p:spPr bwMode="auto">
          <a:xfrm>
            <a:off x="7162800" y="3900488"/>
            <a:ext cx="1676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[239+178=417]</a:t>
            </a:r>
            <a:endParaRPr lang="en-GB" altLang="x-none" dirty="0"/>
          </a:p>
        </p:txBody>
      </p:sp>
      <p:sp>
        <p:nvSpPr>
          <p:cNvPr id="65" name="Text Box 36"/>
          <p:cNvSpPr txBox="1">
            <a:spLocks noChangeArrowheads="1"/>
          </p:cNvSpPr>
          <p:nvPr/>
        </p:nvSpPr>
        <p:spPr bwMode="auto">
          <a:xfrm>
            <a:off x="3505200" y="4050268"/>
            <a:ext cx="1981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[220+193=413]</a:t>
            </a:r>
            <a:endParaRPr lang="en-GB" altLang="x-none" dirty="0"/>
          </a:p>
        </p:txBody>
      </p:sp>
      <p:sp>
        <p:nvSpPr>
          <p:cNvPr id="66" name="Text Box 54"/>
          <p:cNvSpPr txBox="1">
            <a:spLocks noChangeArrowheads="1"/>
          </p:cNvSpPr>
          <p:nvPr/>
        </p:nvSpPr>
        <p:spPr bwMode="auto">
          <a:xfrm>
            <a:off x="7772400" y="4876800"/>
            <a:ext cx="139810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[450+0=450]</a:t>
            </a:r>
            <a:endParaRPr lang="en-GB" altLang="x-none" dirty="0"/>
          </a:p>
        </p:txBody>
      </p:sp>
      <p:sp>
        <p:nvSpPr>
          <p:cNvPr id="67" name="Text Box 27"/>
          <p:cNvSpPr txBox="1">
            <a:spLocks noChangeArrowheads="1"/>
          </p:cNvSpPr>
          <p:nvPr/>
        </p:nvSpPr>
        <p:spPr bwMode="auto">
          <a:xfrm>
            <a:off x="7391400" y="44196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dirty="0">
                <a:solidFill>
                  <a:schemeClr val="hlink"/>
                </a:solidFill>
              </a:rPr>
              <a:t>211</a:t>
            </a:r>
            <a:endParaRPr lang="en-GB" altLang="x-none" b="1" dirty="0">
              <a:solidFill>
                <a:schemeClr val="hlink"/>
              </a:solidFill>
            </a:endParaRPr>
          </a:p>
        </p:txBody>
      </p:sp>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B1FE4A42-3627-E542-E087-DA126AB1AA4A}"/>
                  </a:ext>
                </a:extLst>
              </p14:cNvPr>
              <p14:cNvContentPartPr/>
              <p14:nvPr/>
            </p14:nvContentPartPr>
            <p14:xfrm>
              <a:off x="8624516" y="5214467"/>
              <a:ext cx="281160" cy="24480"/>
            </p14:xfrm>
          </p:contentPart>
        </mc:Choice>
        <mc:Fallback xmlns="">
          <p:pic>
            <p:nvPicPr>
              <p:cNvPr id="2" name="Ink 1">
                <a:extLst>
                  <a:ext uri="{FF2B5EF4-FFF2-40B4-BE49-F238E27FC236}">
                    <a16:creationId xmlns:a16="http://schemas.microsoft.com/office/drawing/2014/main" id="{B1FE4A42-3627-E542-E087-DA126AB1AA4A}"/>
                  </a:ext>
                </a:extLst>
              </p:cNvPr>
              <p:cNvPicPr/>
              <p:nvPr/>
            </p:nvPicPr>
            <p:blipFill>
              <a:blip r:embed="rId3"/>
              <a:stretch>
                <a:fillRect/>
              </a:stretch>
            </p:blipFill>
            <p:spPr>
              <a:xfrm>
                <a:off x="8618396" y="5208347"/>
                <a:ext cx="293400" cy="367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13181607-3A80-D79C-A8DC-C3FF8B9B30FC}"/>
                  </a:ext>
                </a:extLst>
              </p14:cNvPr>
              <p14:cNvContentPartPr/>
              <p14:nvPr/>
            </p14:nvContentPartPr>
            <p14:xfrm>
              <a:off x="4831556" y="6163427"/>
              <a:ext cx="303840" cy="360"/>
            </p14:xfrm>
          </p:contentPart>
        </mc:Choice>
        <mc:Fallback xmlns="">
          <p:pic>
            <p:nvPicPr>
              <p:cNvPr id="3" name="Ink 2">
                <a:extLst>
                  <a:ext uri="{FF2B5EF4-FFF2-40B4-BE49-F238E27FC236}">
                    <a16:creationId xmlns:a16="http://schemas.microsoft.com/office/drawing/2014/main" id="{13181607-3A80-D79C-A8DC-C3FF8B9B30FC}"/>
                  </a:ext>
                </a:extLst>
              </p:cNvPr>
              <p:cNvPicPr/>
              <p:nvPr/>
            </p:nvPicPr>
            <p:blipFill>
              <a:blip r:embed="rId5"/>
              <a:stretch>
                <a:fillRect/>
              </a:stretch>
            </p:blipFill>
            <p:spPr>
              <a:xfrm>
                <a:off x="4825436" y="6157307"/>
                <a:ext cx="31608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 name="Ink 3">
                <a:extLst>
                  <a:ext uri="{FF2B5EF4-FFF2-40B4-BE49-F238E27FC236}">
                    <a16:creationId xmlns:a16="http://schemas.microsoft.com/office/drawing/2014/main" id="{09D0853B-4573-CFB1-250E-16486E0F32D4}"/>
                  </a:ext>
                </a:extLst>
              </p14:cNvPr>
              <p14:cNvContentPartPr/>
              <p14:nvPr/>
            </p14:nvContentPartPr>
            <p14:xfrm>
              <a:off x="9742316" y="3364067"/>
              <a:ext cx="258480" cy="360"/>
            </p14:xfrm>
          </p:contentPart>
        </mc:Choice>
        <mc:Fallback xmlns="">
          <p:pic>
            <p:nvPicPr>
              <p:cNvPr id="4" name="Ink 3">
                <a:extLst>
                  <a:ext uri="{FF2B5EF4-FFF2-40B4-BE49-F238E27FC236}">
                    <a16:creationId xmlns:a16="http://schemas.microsoft.com/office/drawing/2014/main" id="{09D0853B-4573-CFB1-250E-16486E0F32D4}"/>
                  </a:ext>
                </a:extLst>
              </p:cNvPr>
              <p:cNvPicPr/>
              <p:nvPr/>
            </p:nvPicPr>
            <p:blipFill>
              <a:blip r:embed="rId7"/>
              <a:stretch>
                <a:fillRect/>
              </a:stretch>
            </p:blipFill>
            <p:spPr>
              <a:xfrm>
                <a:off x="9736196" y="3357947"/>
                <a:ext cx="2707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6004CE80-1DB7-3455-4C41-68FDC154ED46}"/>
                  </a:ext>
                </a:extLst>
              </p14:cNvPr>
              <p14:cNvContentPartPr/>
              <p14:nvPr/>
            </p14:nvContentPartPr>
            <p14:xfrm>
              <a:off x="3205796" y="3578267"/>
              <a:ext cx="292680" cy="360"/>
            </p14:xfrm>
          </p:contentPart>
        </mc:Choice>
        <mc:Fallback xmlns="">
          <p:pic>
            <p:nvPicPr>
              <p:cNvPr id="5" name="Ink 4">
                <a:extLst>
                  <a:ext uri="{FF2B5EF4-FFF2-40B4-BE49-F238E27FC236}">
                    <a16:creationId xmlns:a16="http://schemas.microsoft.com/office/drawing/2014/main" id="{6004CE80-1DB7-3455-4C41-68FDC154ED46}"/>
                  </a:ext>
                </a:extLst>
              </p:cNvPr>
              <p:cNvPicPr/>
              <p:nvPr/>
            </p:nvPicPr>
            <p:blipFill>
              <a:blip r:embed="rId9"/>
              <a:stretch>
                <a:fillRect/>
              </a:stretch>
            </p:blipFill>
            <p:spPr>
              <a:xfrm>
                <a:off x="3199676" y="3572147"/>
                <a:ext cx="3049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6" name="Ink 5">
                <a:extLst>
                  <a:ext uri="{FF2B5EF4-FFF2-40B4-BE49-F238E27FC236}">
                    <a16:creationId xmlns:a16="http://schemas.microsoft.com/office/drawing/2014/main" id="{9770A472-ED78-AE81-BB0F-83D5993E53E7}"/>
                  </a:ext>
                </a:extLst>
              </p14:cNvPr>
              <p14:cNvContentPartPr/>
              <p14:nvPr/>
            </p14:nvContentPartPr>
            <p14:xfrm>
              <a:off x="4740836" y="5469347"/>
              <a:ext cx="330120" cy="442080"/>
            </p14:xfrm>
          </p:contentPart>
        </mc:Choice>
        <mc:Fallback xmlns="">
          <p:pic>
            <p:nvPicPr>
              <p:cNvPr id="6" name="Ink 5">
                <a:extLst>
                  <a:ext uri="{FF2B5EF4-FFF2-40B4-BE49-F238E27FC236}">
                    <a16:creationId xmlns:a16="http://schemas.microsoft.com/office/drawing/2014/main" id="{9770A472-ED78-AE81-BB0F-83D5993E53E7}"/>
                  </a:ext>
                </a:extLst>
              </p:cNvPr>
              <p:cNvPicPr/>
              <p:nvPr/>
            </p:nvPicPr>
            <p:blipFill>
              <a:blip r:embed="rId11"/>
              <a:stretch>
                <a:fillRect/>
              </a:stretch>
            </p:blipFill>
            <p:spPr>
              <a:xfrm>
                <a:off x="4734716" y="5463227"/>
                <a:ext cx="342360" cy="454320"/>
              </a:xfrm>
              <a:prstGeom prst="rect">
                <a:avLst/>
              </a:prstGeom>
            </p:spPr>
          </p:pic>
        </mc:Fallback>
      </mc:AlternateContent>
    </p:spTree>
    <p:extLst>
      <p:ext uri="{BB962C8B-B14F-4D97-AF65-F5344CB8AC3E}">
        <p14:creationId xmlns:p14="http://schemas.microsoft.com/office/powerpoint/2010/main" val="31305034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p:txBody>
          <a:bodyPr/>
          <a:lstStyle/>
          <a:p>
            <a:r>
              <a:rPr lang="en-US" altLang="x-none"/>
              <a:t>A* Search: Tree Search</a:t>
            </a:r>
            <a:endParaRPr lang="en-GB" altLang="x-none"/>
          </a:p>
        </p:txBody>
      </p:sp>
      <p:sp>
        <p:nvSpPr>
          <p:cNvPr id="55" name="Slide Number Placeholder 6"/>
          <p:cNvSpPr>
            <a:spLocks noGrp="1"/>
          </p:cNvSpPr>
          <p:nvPr>
            <p:ph type="sldNum" sz="quarter" idx="12"/>
          </p:nvPr>
        </p:nvSpPr>
        <p:spPr/>
        <p:txBody>
          <a:bodyPr/>
          <a:lstStyle/>
          <a:p>
            <a:fld id="{B542A83A-7368-4139-A144-3CD8C53F0715}" type="slidenum">
              <a:rPr lang="en-GB" altLang="x-none" smtClean="0"/>
              <a:pPr/>
              <a:t>13</a:t>
            </a:fld>
            <a:endParaRPr lang="en-GB" altLang="x-none"/>
          </a:p>
        </p:txBody>
      </p:sp>
      <p:grpSp>
        <p:nvGrpSpPr>
          <p:cNvPr id="247811" name="Group 3"/>
          <p:cNvGrpSpPr>
            <a:grpSpLocks/>
          </p:cNvGrpSpPr>
          <p:nvPr/>
        </p:nvGrpSpPr>
        <p:grpSpPr bwMode="auto">
          <a:xfrm>
            <a:off x="5867400" y="1843088"/>
            <a:ext cx="457200" cy="457200"/>
            <a:chOff x="1344" y="1248"/>
            <a:chExt cx="288" cy="288"/>
          </a:xfrm>
        </p:grpSpPr>
        <p:sp>
          <p:nvSpPr>
            <p:cNvPr id="247812" name="Oval 4"/>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7813" name="Text Box 5"/>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247814" name="Group 6"/>
          <p:cNvGrpSpPr>
            <a:grpSpLocks/>
          </p:cNvGrpSpPr>
          <p:nvPr/>
        </p:nvGrpSpPr>
        <p:grpSpPr bwMode="auto">
          <a:xfrm>
            <a:off x="8229600" y="2971800"/>
            <a:ext cx="457200" cy="457200"/>
            <a:chOff x="1344" y="1248"/>
            <a:chExt cx="288" cy="288"/>
          </a:xfrm>
        </p:grpSpPr>
        <p:sp>
          <p:nvSpPr>
            <p:cNvPr id="247815" name="Oval 7"/>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7816" name="Text Box 8"/>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247817" name="Group 9"/>
          <p:cNvGrpSpPr>
            <a:grpSpLocks/>
          </p:cNvGrpSpPr>
          <p:nvPr/>
        </p:nvGrpSpPr>
        <p:grpSpPr bwMode="auto">
          <a:xfrm>
            <a:off x="3733800" y="3048000"/>
            <a:ext cx="457200" cy="457200"/>
            <a:chOff x="1344" y="1248"/>
            <a:chExt cx="288" cy="288"/>
          </a:xfrm>
        </p:grpSpPr>
        <p:sp>
          <p:nvSpPr>
            <p:cNvPr id="247818" name="Oval 10"/>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7819" name="Text Box 11"/>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247820" name="Group 12"/>
          <p:cNvGrpSpPr>
            <a:grpSpLocks/>
          </p:cNvGrpSpPr>
          <p:nvPr/>
        </p:nvGrpSpPr>
        <p:grpSpPr bwMode="auto">
          <a:xfrm>
            <a:off x="5943600" y="2986088"/>
            <a:ext cx="457200" cy="457200"/>
            <a:chOff x="1344" y="1248"/>
            <a:chExt cx="288" cy="288"/>
          </a:xfrm>
        </p:grpSpPr>
        <p:sp>
          <p:nvSpPr>
            <p:cNvPr id="247821" name="Oval 13"/>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7822" name="Text Box 14"/>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grpSp>
        <p:nvGrpSpPr>
          <p:cNvPr id="247823" name="Group 15"/>
          <p:cNvGrpSpPr>
            <a:grpSpLocks/>
          </p:cNvGrpSpPr>
          <p:nvPr/>
        </p:nvGrpSpPr>
        <p:grpSpPr bwMode="auto">
          <a:xfrm>
            <a:off x="6629400" y="3900488"/>
            <a:ext cx="457200" cy="457200"/>
            <a:chOff x="1344" y="1248"/>
            <a:chExt cx="288" cy="288"/>
          </a:xfrm>
        </p:grpSpPr>
        <p:sp>
          <p:nvSpPr>
            <p:cNvPr id="247824" name="Oval 16"/>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7825" name="Text Box 17"/>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F</a:t>
              </a:r>
              <a:endParaRPr lang="en-GB" altLang="x-none"/>
            </a:p>
          </p:txBody>
        </p:sp>
      </p:grpSp>
      <p:grpSp>
        <p:nvGrpSpPr>
          <p:cNvPr id="247826" name="Group 18"/>
          <p:cNvGrpSpPr>
            <a:grpSpLocks/>
          </p:cNvGrpSpPr>
          <p:nvPr/>
        </p:nvGrpSpPr>
        <p:grpSpPr bwMode="auto">
          <a:xfrm>
            <a:off x="3505200" y="5715000"/>
            <a:ext cx="457200" cy="457200"/>
            <a:chOff x="1344" y="1248"/>
            <a:chExt cx="288" cy="288"/>
          </a:xfrm>
        </p:grpSpPr>
        <p:sp>
          <p:nvSpPr>
            <p:cNvPr id="247827" name="Oval 19"/>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7828" name="Text Box 20"/>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I</a:t>
              </a:r>
              <a:endParaRPr lang="en-GB" altLang="x-none"/>
            </a:p>
          </p:txBody>
        </p:sp>
      </p:grpSp>
      <p:sp>
        <p:nvSpPr>
          <p:cNvPr id="247829" name="Line 21"/>
          <p:cNvSpPr>
            <a:spLocks noChangeShapeType="1"/>
          </p:cNvSpPr>
          <p:nvPr/>
        </p:nvSpPr>
        <p:spPr bwMode="auto">
          <a:xfrm>
            <a:off x="6172200" y="3443288"/>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830" name="Text Box 22"/>
          <p:cNvSpPr txBox="1">
            <a:spLocks noChangeArrowheads="1"/>
          </p:cNvSpPr>
          <p:nvPr/>
        </p:nvSpPr>
        <p:spPr bwMode="auto">
          <a:xfrm>
            <a:off x="6400800" y="33670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99</a:t>
            </a:r>
            <a:endParaRPr lang="en-GB" altLang="x-none" b="1">
              <a:solidFill>
                <a:schemeClr val="hlink"/>
              </a:solidFill>
            </a:endParaRPr>
          </a:p>
        </p:txBody>
      </p:sp>
      <p:grpSp>
        <p:nvGrpSpPr>
          <p:cNvPr id="247831" name="Group 23"/>
          <p:cNvGrpSpPr>
            <a:grpSpLocks/>
          </p:cNvGrpSpPr>
          <p:nvPr/>
        </p:nvGrpSpPr>
        <p:grpSpPr bwMode="auto">
          <a:xfrm>
            <a:off x="5105400" y="3900488"/>
            <a:ext cx="457200" cy="457200"/>
            <a:chOff x="1344" y="1248"/>
            <a:chExt cx="288" cy="288"/>
          </a:xfrm>
        </p:grpSpPr>
        <p:sp>
          <p:nvSpPr>
            <p:cNvPr id="247832" name="Oval 24"/>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7833" name="Text Box 25"/>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G</a:t>
              </a:r>
              <a:endParaRPr lang="en-GB" altLang="x-none"/>
            </a:p>
          </p:txBody>
        </p:sp>
      </p:grpSp>
      <p:grpSp>
        <p:nvGrpSpPr>
          <p:cNvPr id="247834" name="Group 26"/>
          <p:cNvGrpSpPr>
            <a:grpSpLocks/>
          </p:cNvGrpSpPr>
          <p:nvPr/>
        </p:nvGrpSpPr>
        <p:grpSpPr bwMode="auto">
          <a:xfrm>
            <a:off x="4267200" y="4814888"/>
            <a:ext cx="457200" cy="457200"/>
            <a:chOff x="1344" y="1248"/>
            <a:chExt cx="288" cy="288"/>
          </a:xfrm>
        </p:grpSpPr>
        <p:sp>
          <p:nvSpPr>
            <p:cNvPr id="247835" name="Oval 27"/>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7836" name="Text Box 28"/>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H</a:t>
              </a:r>
              <a:endParaRPr lang="en-GB" altLang="x-none"/>
            </a:p>
          </p:txBody>
        </p:sp>
      </p:grpSp>
      <p:sp>
        <p:nvSpPr>
          <p:cNvPr id="247837" name="Line 29"/>
          <p:cNvSpPr>
            <a:spLocks noChangeShapeType="1"/>
          </p:cNvSpPr>
          <p:nvPr/>
        </p:nvSpPr>
        <p:spPr bwMode="auto">
          <a:xfrm flipH="1">
            <a:off x="5257800" y="3443288"/>
            <a:ext cx="914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838" name="Line 30"/>
          <p:cNvSpPr>
            <a:spLocks noChangeShapeType="1"/>
          </p:cNvSpPr>
          <p:nvPr/>
        </p:nvSpPr>
        <p:spPr bwMode="auto">
          <a:xfrm flipH="1">
            <a:off x="4572000" y="4357688"/>
            <a:ext cx="762000" cy="442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839" name="Line 31"/>
          <p:cNvSpPr>
            <a:spLocks noChangeShapeType="1"/>
          </p:cNvSpPr>
          <p:nvPr/>
        </p:nvSpPr>
        <p:spPr bwMode="auto">
          <a:xfrm flipH="1">
            <a:off x="3733800" y="5272088"/>
            <a:ext cx="762000" cy="442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840" name="Text Box 32"/>
          <p:cNvSpPr txBox="1">
            <a:spLocks noChangeArrowheads="1"/>
          </p:cNvSpPr>
          <p:nvPr/>
        </p:nvSpPr>
        <p:spPr bwMode="auto">
          <a:xfrm>
            <a:off x="5334000" y="33670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80</a:t>
            </a:r>
            <a:endParaRPr lang="en-GB" altLang="x-none" b="1">
              <a:solidFill>
                <a:schemeClr val="hlink"/>
              </a:solidFill>
            </a:endParaRPr>
          </a:p>
        </p:txBody>
      </p:sp>
      <p:sp>
        <p:nvSpPr>
          <p:cNvPr id="247841" name="Line 33"/>
          <p:cNvSpPr>
            <a:spLocks noChangeShapeType="1"/>
          </p:cNvSpPr>
          <p:nvPr/>
        </p:nvSpPr>
        <p:spPr bwMode="auto">
          <a:xfrm>
            <a:off x="6096000" y="2300288"/>
            <a:ext cx="2362200" cy="671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842" name="Line 34"/>
          <p:cNvSpPr>
            <a:spLocks noChangeShapeType="1"/>
          </p:cNvSpPr>
          <p:nvPr/>
        </p:nvSpPr>
        <p:spPr bwMode="auto">
          <a:xfrm>
            <a:off x="6096000" y="2300288"/>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843" name="Line 35"/>
          <p:cNvSpPr>
            <a:spLocks noChangeShapeType="1"/>
          </p:cNvSpPr>
          <p:nvPr/>
        </p:nvSpPr>
        <p:spPr bwMode="auto">
          <a:xfrm flipH="1">
            <a:off x="3962400" y="2300288"/>
            <a:ext cx="2133600" cy="747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7844" name="Text Box 36"/>
          <p:cNvSpPr txBox="1">
            <a:spLocks noChangeArrowheads="1"/>
          </p:cNvSpPr>
          <p:nvPr/>
        </p:nvSpPr>
        <p:spPr bwMode="auto">
          <a:xfrm>
            <a:off x="64008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t>Start</a:t>
            </a:r>
            <a:endParaRPr lang="en-GB" altLang="x-none" b="1"/>
          </a:p>
        </p:txBody>
      </p:sp>
      <p:sp>
        <p:nvSpPr>
          <p:cNvPr id="247845" name="Text Box 37"/>
          <p:cNvSpPr txBox="1">
            <a:spLocks noChangeArrowheads="1"/>
          </p:cNvSpPr>
          <p:nvPr/>
        </p:nvSpPr>
        <p:spPr bwMode="auto">
          <a:xfrm>
            <a:off x="4953000" y="44958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97</a:t>
            </a:r>
            <a:endParaRPr lang="en-GB" altLang="x-none" b="1">
              <a:solidFill>
                <a:schemeClr val="hlink"/>
              </a:solidFill>
            </a:endParaRPr>
          </a:p>
        </p:txBody>
      </p:sp>
      <p:sp>
        <p:nvSpPr>
          <p:cNvPr id="247846" name="Text Box 38"/>
          <p:cNvSpPr txBox="1">
            <a:spLocks noChangeArrowheads="1"/>
          </p:cNvSpPr>
          <p:nvPr/>
        </p:nvSpPr>
        <p:spPr bwMode="auto">
          <a:xfrm>
            <a:off x="4038600" y="54244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101</a:t>
            </a:r>
            <a:endParaRPr lang="en-GB" altLang="x-none" b="1">
              <a:solidFill>
                <a:schemeClr val="hlink"/>
              </a:solidFill>
            </a:endParaRPr>
          </a:p>
        </p:txBody>
      </p:sp>
      <p:sp>
        <p:nvSpPr>
          <p:cNvPr id="247847" name="Text Box 39"/>
          <p:cNvSpPr txBox="1">
            <a:spLocks noChangeArrowheads="1"/>
          </p:cNvSpPr>
          <p:nvPr/>
        </p:nvSpPr>
        <p:spPr bwMode="auto">
          <a:xfrm>
            <a:off x="7315200" y="23002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75</a:t>
            </a:r>
            <a:endParaRPr lang="en-GB" altLang="x-none" b="1">
              <a:solidFill>
                <a:schemeClr val="hlink"/>
              </a:solidFill>
            </a:endParaRPr>
          </a:p>
        </p:txBody>
      </p:sp>
      <p:sp>
        <p:nvSpPr>
          <p:cNvPr id="247848" name="Text Box 40"/>
          <p:cNvSpPr txBox="1">
            <a:spLocks noChangeArrowheads="1"/>
          </p:cNvSpPr>
          <p:nvPr/>
        </p:nvSpPr>
        <p:spPr bwMode="auto">
          <a:xfrm>
            <a:off x="4343400" y="2300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118</a:t>
            </a:r>
            <a:endParaRPr lang="en-GB" altLang="x-none" b="1">
              <a:solidFill>
                <a:schemeClr val="hlink"/>
              </a:solidFill>
            </a:endParaRPr>
          </a:p>
        </p:txBody>
      </p:sp>
      <p:sp>
        <p:nvSpPr>
          <p:cNvPr id="247849" name="Text Box 41"/>
          <p:cNvSpPr txBox="1">
            <a:spLocks noChangeArrowheads="1"/>
          </p:cNvSpPr>
          <p:nvPr/>
        </p:nvSpPr>
        <p:spPr bwMode="auto">
          <a:xfrm>
            <a:off x="6096000" y="2543176"/>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140</a:t>
            </a:r>
            <a:endParaRPr lang="en-GB" altLang="x-none" b="1">
              <a:solidFill>
                <a:schemeClr val="hlink"/>
              </a:solidFill>
            </a:endParaRPr>
          </a:p>
        </p:txBody>
      </p:sp>
      <p:sp>
        <p:nvSpPr>
          <p:cNvPr id="247856" name="Text Box 48"/>
          <p:cNvSpPr txBox="1">
            <a:spLocks noChangeArrowheads="1"/>
          </p:cNvSpPr>
          <p:nvPr/>
        </p:nvSpPr>
        <p:spPr bwMode="auto">
          <a:xfrm>
            <a:off x="2819400" y="5805488"/>
            <a:ext cx="1219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t>Goal</a:t>
            </a:r>
            <a:endParaRPr lang="en-GB" altLang="x-none" b="1"/>
          </a:p>
        </p:txBody>
      </p:sp>
      <p:grpSp>
        <p:nvGrpSpPr>
          <p:cNvPr id="247858" name="Group 50"/>
          <p:cNvGrpSpPr>
            <a:grpSpLocks/>
          </p:cNvGrpSpPr>
          <p:nvPr/>
        </p:nvGrpSpPr>
        <p:grpSpPr bwMode="auto">
          <a:xfrm>
            <a:off x="7315200" y="4800600"/>
            <a:ext cx="457200" cy="457200"/>
            <a:chOff x="1344" y="1248"/>
            <a:chExt cx="288" cy="288"/>
          </a:xfrm>
        </p:grpSpPr>
        <p:sp>
          <p:nvSpPr>
            <p:cNvPr id="247859" name="Oval 51"/>
            <p:cNvSpPr>
              <a:spLocks noChangeArrowheads="1"/>
            </p:cNvSpPr>
            <p:nvPr/>
          </p:nvSpPr>
          <p:spPr bwMode="auto">
            <a:xfrm>
              <a:off x="1344" y="1248"/>
              <a:ext cx="288" cy="28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7860" name="Text Box 52"/>
            <p:cNvSpPr txBox="1">
              <a:spLocks noChangeArrowheads="1"/>
            </p:cNvSpPr>
            <p:nvPr/>
          </p:nvSpPr>
          <p:spPr bwMode="auto">
            <a:xfrm>
              <a:off x="1392" y="1296"/>
              <a:ext cx="192" cy="23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I</a:t>
              </a:r>
              <a:endParaRPr lang="en-GB" altLang="x-none"/>
            </a:p>
          </p:txBody>
        </p:sp>
      </p:grpSp>
      <p:sp>
        <p:nvSpPr>
          <p:cNvPr id="247861" name="Line 53"/>
          <p:cNvSpPr>
            <a:spLocks noChangeShapeType="1"/>
          </p:cNvSpPr>
          <p:nvPr/>
        </p:nvSpPr>
        <p:spPr bwMode="auto">
          <a:xfrm>
            <a:off x="6934200" y="4343400"/>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 name="Text Box 95"/>
          <p:cNvSpPr txBox="1">
            <a:spLocks noChangeArrowheads="1"/>
          </p:cNvSpPr>
          <p:nvPr/>
        </p:nvSpPr>
        <p:spPr bwMode="auto">
          <a:xfrm>
            <a:off x="3962400" y="5791200"/>
            <a:ext cx="1752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solidFill>
                  <a:srgbClr val="C00000"/>
                </a:solidFill>
              </a:rPr>
              <a:t>[418+0=418]</a:t>
            </a:r>
            <a:endParaRPr lang="en-GB" altLang="x-none" dirty="0">
              <a:solidFill>
                <a:srgbClr val="C00000"/>
              </a:solidFill>
            </a:endParaRPr>
          </a:p>
        </p:txBody>
      </p:sp>
      <p:sp>
        <p:nvSpPr>
          <p:cNvPr id="59" name="Text Box 22"/>
          <p:cNvSpPr txBox="1">
            <a:spLocks noChangeArrowheads="1"/>
          </p:cNvSpPr>
          <p:nvPr/>
        </p:nvSpPr>
        <p:spPr bwMode="auto">
          <a:xfrm>
            <a:off x="6400800" y="3059668"/>
            <a:ext cx="167640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[140+253=393]</a:t>
            </a:r>
            <a:endParaRPr lang="en-GB" altLang="x-none" dirty="0"/>
          </a:p>
        </p:txBody>
      </p:sp>
      <p:sp>
        <p:nvSpPr>
          <p:cNvPr id="60" name="Text Box 23"/>
          <p:cNvSpPr txBox="1">
            <a:spLocks noChangeArrowheads="1"/>
          </p:cNvSpPr>
          <p:nvPr/>
        </p:nvSpPr>
        <p:spPr bwMode="auto">
          <a:xfrm>
            <a:off x="8686800" y="2971800"/>
            <a:ext cx="1752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[75+374=449]</a:t>
            </a:r>
            <a:endParaRPr lang="en-GB" altLang="x-none" dirty="0"/>
          </a:p>
        </p:txBody>
      </p:sp>
      <p:sp>
        <p:nvSpPr>
          <p:cNvPr id="61" name="Text Box 24"/>
          <p:cNvSpPr txBox="1">
            <a:spLocks noChangeArrowheads="1"/>
          </p:cNvSpPr>
          <p:nvPr/>
        </p:nvSpPr>
        <p:spPr bwMode="auto">
          <a:xfrm>
            <a:off x="2133600" y="3124200"/>
            <a:ext cx="1752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[118+329=447]</a:t>
            </a:r>
            <a:endParaRPr lang="en-GB" altLang="x-none" dirty="0"/>
          </a:p>
        </p:txBody>
      </p:sp>
      <p:sp>
        <p:nvSpPr>
          <p:cNvPr id="62" name="Text Box 42"/>
          <p:cNvSpPr txBox="1">
            <a:spLocks noChangeArrowheads="1"/>
          </p:cNvSpPr>
          <p:nvPr/>
        </p:nvSpPr>
        <p:spPr bwMode="auto">
          <a:xfrm>
            <a:off x="2819400" y="4862513"/>
            <a:ext cx="152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[317+98=415]</a:t>
            </a:r>
            <a:endParaRPr lang="en-GB" altLang="x-none" dirty="0"/>
          </a:p>
        </p:txBody>
      </p:sp>
      <p:sp>
        <p:nvSpPr>
          <p:cNvPr id="63" name="Text Box 35"/>
          <p:cNvSpPr txBox="1">
            <a:spLocks noChangeArrowheads="1"/>
          </p:cNvSpPr>
          <p:nvPr/>
        </p:nvSpPr>
        <p:spPr bwMode="auto">
          <a:xfrm>
            <a:off x="7162800" y="3900488"/>
            <a:ext cx="1676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[239+178=417]</a:t>
            </a:r>
            <a:endParaRPr lang="en-GB" altLang="x-none" dirty="0"/>
          </a:p>
        </p:txBody>
      </p:sp>
      <p:sp>
        <p:nvSpPr>
          <p:cNvPr id="64" name="Text Box 36"/>
          <p:cNvSpPr txBox="1">
            <a:spLocks noChangeArrowheads="1"/>
          </p:cNvSpPr>
          <p:nvPr/>
        </p:nvSpPr>
        <p:spPr bwMode="auto">
          <a:xfrm>
            <a:off x="3505200" y="4050268"/>
            <a:ext cx="1981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[220+193=413]</a:t>
            </a:r>
            <a:endParaRPr lang="en-GB" altLang="x-none" dirty="0"/>
          </a:p>
        </p:txBody>
      </p:sp>
      <p:sp>
        <p:nvSpPr>
          <p:cNvPr id="65" name="Text Box 54"/>
          <p:cNvSpPr txBox="1">
            <a:spLocks noChangeArrowheads="1"/>
          </p:cNvSpPr>
          <p:nvPr/>
        </p:nvSpPr>
        <p:spPr bwMode="auto">
          <a:xfrm>
            <a:off x="7772400" y="4876800"/>
            <a:ext cx="139810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[450+0=450]</a:t>
            </a:r>
            <a:endParaRPr lang="en-GB" altLang="x-none" dirty="0"/>
          </a:p>
        </p:txBody>
      </p:sp>
      <p:sp>
        <p:nvSpPr>
          <p:cNvPr id="66" name="Text Box 27"/>
          <p:cNvSpPr txBox="1">
            <a:spLocks noChangeArrowheads="1"/>
          </p:cNvSpPr>
          <p:nvPr/>
        </p:nvSpPr>
        <p:spPr bwMode="auto">
          <a:xfrm>
            <a:off x="7391400" y="44196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dirty="0">
                <a:solidFill>
                  <a:schemeClr val="hlink"/>
                </a:solidFill>
              </a:rPr>
              <a:t>211</a:t>
            </a:r>
            <a:endParaRPr lang="en-GB" altLang="x-none" b="1" dirty="0">
              <a:solidFill>
                <a:schemeClr val="hlink"/>
              </a:solidFill>
            </a:endParaRPr>
          </a:p>
        </p:txBody>
      </p:sp>
    </p:spTree>
    <p:extLst>
      <p:ext uri="{BB962C8B-B14F-4D97-AF65-F5344CB8AC3E}">
        <p14:creationId xmlns:p14="http://schemas.microsoft.com/office/powerpoint/2010/main" val="2094099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p:txBody>
          <a:bodyPr/>
          <a:lstStyle/>
          <a:p>
            <a:r>
              <a:rPr lang="en-US" altLang="x-none"/>
              <a:t>A* Search: Tree Search</a:t>
            </a:r>
            <a:endParaRPr lang="en-GB" altLang="x-none"/>
          </a:p>
        </p:txBody>
      </p:sp>
      <p:sp>
        <p:nvSpPr>
          <p:cNvPr id="55" name="Slide Number Placeholder 6"/>
          <p:cNvSpPr>
            <a:spLocks noGrp="1"/>
          </p:cNvSpPr>
          <p:nvPr>
            <p:ph type="sldNum" sz="quarter" idx="12"/>
          </p:nvPr>
        </p:nvSpPr>
        <p:spPr/>
        <p:txBody>
          <a:bodyPr/>
          <a:lstStyle/>
          <a:p>
            <a:fld id="{D9DC7ECD-73C2-455F-9DCB-22BCA0557FF4}" type="slidenum">
              <a:rPr lang="en-GB" altLang="x-none" smtClean="0"/>
              <a:pPr/>
              <a:t>14</a:t>
            </a:fld>
            <a:endParaRPr lang="en-GB" altLang="x-none"/>
          </a:p>
        </p:txBody>
      </p:sp>
      <p:grpSp>
        <p:nvGrpSpPr>
          <p:cNvPr id="248835" name="Group 3"/>
          <p:cNvGrpSpPr>
            <a:grpSpLocks/>
          </p:cNvGrpSpPr>
          <p:nvPr/>
        </p:nvGrpSpPr>
        <p:grpSpPr bwMode="auto">
          <a:xfrm>
            <a:off x="5867400" y="1843088"/>
            <a:ext cx="457200" cy="457200"/>
            <a:chOff x="1344" y="1248"/>
            <a:chExt cx="288" cy="288"/>
          </a:xfrm>
        </p:grpSpPr>
        <p:sp>
          <p:nvSpPr>
            <p:cNvPr id="248836" name="Oval 4"/>
            <p:cNvSpPr>
              <a:spLocks noChangeArrowheads="1"/>
            </p:cNvSpPr>
            <p:nvPr/>
          </p:nvSpPr>
          <p:spPr bwMode="auto">
            <a:xfrm>
              <a:off x="1344" y="1248"/>
              <a:ext cx="288" cy="28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8837" name="Text Box 5"/>
            <p:cNvSpPr txBox="1">
              <a:spLocks noChangeArrowheads="1"/>
            </p:cNvSpPr>
            <p:nvPr/>
          </p:nvSpPr>
          <p:spPr bwMode="auto">
            <a:xfrm>
              <a:off x="1392" y="1296"/>
              <a:ext cx="192" cy="231"/>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248838" name="Group 6"/>
          <p:cNvGrpSpPr>
            <a:grpSpLocks/>
          </p:cNvGrpSpPr>
          <p:nvPr/>
        </p:nvGrpSpPr>
        <p:grpSpPr bwMode="auto">
          <a:xfrm>
            <a:off x="8229600" y="2971800"/>
            <a:ext cx="457200" cy="457200"/>
            <a:chOff x="1344" y="1248"/>
            <a:chExt cx="288" cy="288"/>
          </a:xfrm>
        </p:grpSpPr>
        <p:sp>
          <p:nvSpPr>
            <p:cNvPr id="248839" name="Oval 7"/>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8840" name="Text Box 8"/>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248841" name="Group 9"/>
          <p:cNvGrpSpPr>
            <a:grpSpLocks/>
          </p:cNvGrpSpPr>
          <p:nvPr/>
        </p:nvGrpSpPr>
        <p:grpSpPr bwMode="auto">
          <a:xfrm>
            <a:off x="3733800" y="3048000"/>
            <a:ext cx="457200" cy="457200"/>
            <a:chOff x="1344" y="1248"/>
            <a:chExt cx="288" cy="288"/>
          </a:xfrm>
        </p:grpSpPr>
        <p:sp>
          <p:nvSpPr>
            <p:cNvPr id="248842" name="Oval 10"/>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8843" name="Text Box 11"/>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248844" name="Group 12"/>
          <p:cNvGrpSpPr>
            <a:grpSpLocks/>
          </p:cNvGrpSpPr>
          <p:nvPr/>
        </p:nvGrpSpPr>
        <p:grpSpPr bwMode="auto">
          <a:xfrm>
            <a:off x="5943600" y="2986088"/>
            <a:ext cx="457200" cy="457200"/>
            <a:chOff x="1344" y="1248"/>
            <a:chExt cx="288" cy="288"/>
          </a:xfrm>
        </p:grpSpPr>
        <p:sp>
          <p:nvSpPr>
            <p:cNvPr id="248845" name="Oval 13"/>
            <p:cNvSpPr>
              <a:spLocks noChangeArrowheads="1"/>
            </p:cNvSpPr>
            <p:nvPr/>
          </p:nvSpPr>
          <p:spPr bwMode="auto">
            <a:xfrm>
              <a:off x="1344" y="1248"/>
              <a:ext cx="288" cy="28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8846" name="Text Box 14"/>
            <p:cNvSpPr txBox="1">
              <a:spLocks noChangeArrowheads="1"/>
            </p:cNvSpPr>
            <p:nvPr/>
          </p:nvSpPr>
          <p:spPr bwMode="auto">
            <a:xfrm>
              <a:off x="1392" y="1296"/>
              <a:ext cx="192" cy="231"/>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grpSp>
        <p:nvGrpSpPr>
          <p:cNvPr id="248847" name="Group 15"/>
          <p:cNvGrpSpPr>
            <a:grpSpLocks/>
          </p:cNvGrpSpPr>
          <p:nvPr/>
        </p:nvGrpSpPr>
        <p:grpSpPr bwMode="auto">
          <a:xfrm>
            <a:off x="6629400" y="3900488"/>
            <a:ext cx="457200" cy="457200"/>
            <a:chOff x="1344" y="1248"/>
            <a:chExt cx="288" cy="288"/>
          </a:xfrm>
        </p:grpSpPr>
        <p:sp>
          <p:nvSpPr>
            <p:cNvPr id="248848" name="Oval 16"/>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8849" name="Text Box 17"/>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F</a:t>
              </a:r>
              <a:endParaRPr lang="en-GB" altLang="x-none"/>
            </a:p>
          </p:txBody>
        </p:sp>
      </p:grpSp>
      <p:grpSp>
        <p:nvGrpSpPr>
          <p:cNvPr id="248850" name="Group 18"/>
          <p:cNvGrpSpPr>
            <a:grpSpLocks/>
          </p:cNvGrpSpPr>
          <p:nvPr/>
        </p:nvGrpSpPr>
        <p:grpSpPr bwMode="auto">
          <a:xfrm>
            <a:off x="3505200" y="5715000"/>
            <a:ext cx="457200" cy="457200"/>
            <a:chOff x="1344" y="1248"/>
            <a:chExt cx="288" cy="288"/>
          </a:xfrm>
        </p:grpSpPr>
        <p:sp>
          <p:nvSpPr>
            <p:cNvPr id="248851" name="Oval 19"/>
            <p:cNvSpPr>
              <a:spLocks noChangeArrowheads="1"/>
            </p:cNvSpPr>
            <p:nvPr/>
          </p:nvSpPr>
          <p:spPr bwMode="auto">
            <a:xfrm>
              <a:off x="1344" y="1248"/>
              <a:ext cx="288" cy="28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8852" name="Text Box 20"/>
            <p:cNvSpPr txBox="1">
              <a:spLocks noChangeArrowheads="1"/>
            </p:cNvSpPr>
            <p:nvPr/>
          </p:nvSpPr>
          <p:spPr bwMode="auto">
            <a:xfrm>
              <a:off x="1392" y="1296"/>
              <a:ext cx="192" cy="231"/>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I</a:t>
              </a:r>
              <a:endParaRPr lang="en-GB" altLang="x-none"/>
            </a:p>
          </p:txBody>
        </p:sp>
      </p:grpSp>
      <p:sp>
        <p:nvSpPr>
          <p:cNvPr id="248853" name="Line 21"/>
          <p:cNvSpPr>
            <a:spLocks noChangeShapeType="1"/>
          </p:cNvSpPr>
          <p:nvPr/>
        </p:nvSpPr>
        <p:spPr bwMode="auto">
          <a:xfrm>
            <a:off x="6172200" y="3443288"/>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8854" name="Text Box 22"/>
          <p:cNvSpPr txBox="1">
            <a:spLocks noChangeArrowheads="1"/>
          </p:cNvSpPr>
          <p:nvPr/>
        </p:nvSpPr>
        <p:spPr bwMode="auto">
          <a:xfrm>
            <a:off x="6400800" y="33670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99</a:t>
            </a:r>
            <a:endParaRPr lang="en-GB" altLang="x-none" b="1">
              <a:solidFill>
                <a:schemeClr val="hlink"/>
              </a:solidFill>
            </a:endParaRPr>
          </a:p>
        </p:txBody>
      </p:sp>
      <p:grpSp>
        <p:nvGrpSpPr>
          <p:cNvPr id="248855" name="Group 23"/>
          <p:cNvGrpSpPr>
            <a:grpSpLocks/>
          </p:cNvGrpSpPr>
          <p:nvPr/>
        </p:nvGrpSpPr>
        <p:grpSpPr bwMode="auto">
          <a:xfrm>
            <a:off x="5105400" y="3900488"/>
            <a:ext cx="457200" cy="457200"/>
            <a:chOff x="1344" y="1248"/>
            <a:chExt cx="288" cy="288"/>
          </a:xfrm>
        </p:grpSpPr>
        <p:sp>
          <p:nvSpPr>
            <p:cNvPr id="248856" name="Oval 24"/>
            <p:cNvSpPr>
              <a:spLocks noChangeArrowheads="1"/>
            </p:cNvSpPr>
            <p:nvPr/>
          </p:nvSpPr>
          <p:spPr bwMode="auto">
            <a:xfrm>
              <a:off x="1344" y="1248"/>
              <a:ext cx="288" cy="28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8857" name="Text Box 25"/>
            <p:cNvSpPr txBox="1">
              <a:spLocks noChangeArrowheads="1"/>
            </p:cNvSpPr>
            <p:nvPr/>
          </p:nvSpPr>
          <p:spPr bwMode="auto">
            <a:xfrm>
              <a:off x="1392" y="1296"/>
              <a:ext cx="192" cy="231"/>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G</a:t>
              </a:r>
              <a:endParaRPr lang="en-GB" altLang="x-none"/>
            </a:p>
          </p:txBody>
        </p:sp>
      </p:grpSp>
      <p:grpSp>
        <p:nvGrpSpPr>
          <p:cNvPr id="248858" name="Group 26"/>
          <p:cNvGrpSpPr>
            <a:grpSpLocks/>
          </p:cNvGrpSpPr>
          <p:nvPr/>
        </p:nvGrpSpPr>
        <p:grpSpPr bwMode="auto">
          <a:xfrm>
            <a:off x="4267200" y="4814888"/>
            <a:ext cx="457200" cy="457200"/>
            <a:chOff x="1344" y="1248"/>
            <a:chExt cx="288" cy="288"/>
          </a:xfrm>
        </p:grpSpPr>
        <p:sp>
          <p:nvSpPr>
            <p:cNvPr id="248859" name="Oval 27"/>
            <p:cNvSpPr>
              <a:spLocks noChangeArrowheads="1"/>
            </p:cNvSpPr>
            <p:nvPr/>
          </p:nvSpPr>
          <p:spPr bwMode="auto">
            <a:xfrm>
              <a:off x="1344" y="1248"/>
              <a:ext cx="288" cy="28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8860" name="Text Box 28"/>
            <p:cNvSpPr txBox="1">
              <a:spLocks noChangeArrowheads="1"/>
            </p:cNvSpPr>
            <p:nvPr/>
          </p:nvSpPr>
          <p:spPr bwMode="auto">
            <a:xfrm>
              <a:off x="1392" y="1296"/>
              <a:ext cx="192" cy="231"/>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H</a:t>
              </a:r>
              <a:endParaRPr lang="en-GB" altLang="x-none"/>
            </a:p>
          </p:txBody>
        </p:sp>
      </p:grpSp>
      <p:sp>
        <p:nvSpPr>
          <p:cNvPr id="248861" name="Line 29"/>
          <p:cNvSpPr>
            <a:spLocks noChangeShapeType="1"/>
          </p:cNvSpPr>
          <p:nvPr/>
        </p:nvSpPr>
        <p:spPr bwMode="auto">
          <a:xfrm flipH="1">
            <a:off x="5257800" y="3443288"/>
            <a:ext cx="914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8862" name="Line 30"/>
          <p:cNvSpPr>
            <a:spLocks noChangeShapeType="1"/>
          </p:cNvSpPr>
          <p:nvPr/>
        </p:nvSpPr>
        <p:spPr bwMode="auto">
          <a:xfrm flipH="1">
            <a:off x="4572000" y="4357688"/>
            <a:ext cx="762000" cy="442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8863" name="Line 31"/>
          <p:cNvSpPr>
            <a:spLocks noChangeShapeType="1"/>
          </p:cNvSpPr>
          <p:nvPr/>
        </p:nvSpPr>
        <p:spPr bwMode="auto">
          <a:xfrm flipH="1">
            <a:off x="3733800" y="5272088"/>
            <a:ext cx="762000" cy="442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8864" name="Text Box 32"/>
          <p:cNvSpPr txBox="1">
            <a:spLocks noChangeArrowheads="1"/>
          </p:cNvSpPr>
          <p:nvPr/>
        </p:nvSpPr>
        <p:spPr bwMode="auto">
          <a:xfrm>
            <a:off x="5334000" y="33670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80</a:t>
            </a:r>
            <a:endParaRPr lang="en-GB" altLang="x-none" b="1">
              <a:solidFill>
                <a:schemeClr val="hlink"/>
              </a:solidFill>
            </a:endParaRPr>
          </a:p>
        </p:txBody>
      </p:sp>
      <p:sp>
        <p:nvSpPr>
          <p:cNvPr id="248865" name="Line 33"/>
          <p:cNvSpPr>
            <a:spLocks noChangeShapeType="1"/>
          </p:cNvSpPr>
          <p:nvPr/>
        </p:nvSpPr>
        <p:spPr bwMode="auto">
          <a:xfrm>
            <a:off x="6096000" y="2300288"/>
            <a:ext cx="2362200" cy="671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8866" name="Line 34"/>
          <p:cNvSpPr>
            <a:spLocks noChangeShapeType="1"/>
          </p:cNvSpPr>
          <p:nvPr/>
        </p:nvSpPr>
        <p:spPr bwMode="auto">
          <a:xfrm>
            <a:off x="6096000" y="2300288"/>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8867" name="Line 35"/>
          <p:cNvSpPr>
            <a:spLocks noChangeShapeType="1"/>
          </p:cNvSpPr>
          <p:nvPr/>
        </p:nvSpPr>
        <p:spPr bwMode="auto">
          <a:xfrm flipH="1">
            <a:off x="3962400" y="2300288"/>
            <a:ext cx="2133600" cy="747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8868" name="Text Box 36"/>
          <p:cNvSpPr txBox="1">
            <a:spLocks noChangeArrowheads="1"/>
          </p:cNvSpPr>
          <p:nvPr/>
        </p:nvSpPr>
        <p:spPr bwMode="auto">
          <a:xfrm>
            <a:off x="64008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t>Start</a:t>
            </a:r>
            <a:endParaRPr lang="en-GB" altLang="x-none" b="1"/>
          </a:p>
        </p:txBody>
      </p:sp>
      <p:sp>
        <p:nvSpPr>
          <p:cNvPr id="248869" name="Text Box 37"/>
          <p:cNvSpPr txBox="1">
            <a:spLocks noChangeArrowheads="1"/>
          </p:cNvSpPr>
          <p:nvPr/>
        </p:nvSpPr>
        <p:spPr bwMode="auto">
          <a:xfrm>
            <a:off x="4953000" y="44958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97</a:t>
            </a:r>
            <a:endParaRPr lang="en-GB" altLang="x-none" b="1">
              <a:solidFill>
                <a:schemeClr val="hlink"/>
              </a:solidFill>
            </a:endParaRPr>
          </a:p>
        </p:txBody>
      </p:sp>
      <p:sp>
        <p:nvSpPr>
          <p:cNvPr id="248870" name="Text Box 38"/>
          <p:cNvSpPr txBox="1">
            <a:spLocks noChangeArrowheads="1"/>
          </p:cNvSpPr>
          <p:nvPr/>
        </p:nvSpPr>
        <p:spPr bwMode="auto">
          <a:xfrm>
            <a:off x="4038600" y="5424488"/>
            <a:ext cx="838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101</a:t>
            </a:r>
            <a:endParaRPr lang="en-GB" altLang="x-none" b="1">
              <a:solidFill>
                <a:schemeClr val="hlink"/>
              </a:solidFill>
            </a:endParaRPr>
          </a:p>
        </p:txBody>
      </p:sp>
      <p:sp>
        <p:nvSpPr>
          <p:cNvPr id="248871" name="Text Box 39"/>
          <p:cNvSpPr txBox="1">
            <a:spLocks noChangeArrowheads="1"/>
          </p:cNvSpPr>
          <p:nvPr/>
        </p:nvSpPr>
        <p:spPr bwMode="auto">
          <a:xfrm>
            <a:off x="7315200" y="23002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75</a:t>
            </a:r>
            <a:endParaRPr lang="en-GB" altLang="x-none" b="1">
              <a:solidFill>
                <a:schemeClr val="hlink"/>
              </a:solidFill>
            </a:endParaRPr>
          </a:p>
        </p:txBody>
      </p:sp>
      <p:sp>
        <p:nvSpPr>
          <p:cNvPr id="248872" name="Text Box 40"/>
          <p:cNvSpPr txBox="1">
            <a:spLocks noChangeArrowheads="1"/>
          </p:cNvSpPr>
          <p:nvPr/>
        </p:nvSpPr>
        <p:spPr bwMode="auto">
          <a:xfrm>
            <a:off x="4343400" y="2300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118</a:t>
            </a:r>
            <a:endParaRPr lang="en-GB" altLang="x-none" b="1">
              <a:solidFill>
                <a:schemeClr val="hlink"/>
              </a:solidFill>
            </a:endParaRPr>
          </a:p>
        </p:txBody>
      </p:sp>
      <p:sp>
        <p:nvSpPr>
          <p:cNvPr id="248873" name="Text Box 41"/>
          <p:cNvSpPr txBox="1">
            <a:spLocks noChangeArrowheads="1"/>
          </p:cNvSpPr>
          <p:nvPr/>
        </p:nvSpPr>
        <p:spPr bwMode="auto">
          <a:xfrm>
            <a:off x="6096000" y="2543176"/>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140</a:t>
            </a:r>
            <a:endParaRPr lang="en-GB" altLang="x-none" b="1">
              <a:solidFill>
                <a:schemeClr val="hlink"/>
              </a:solidFill>
            </a:endParaRPr>
          </a:p>
        </p:txBody>
      </p:sp>
      <p:sp>
        <p:nvSpPr>
          <p:cNvPr id="248880" name="Text Box 48"/>
          <p:cNvSpPr txBox="1">
            <a:spLocks noChangeArrowheads="1"/>
          </p:cNvSpPr>
          <p:nvPr/>
        </p:nvSpPr>
        <p:spPr bwMode="auto">
          <a:xfrm>
            <a:off x="2819400" y="5805488"/>
            <a:ext cx="1219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t>Goal</a:t>
            </a:r>
            <a:endParaRPr lang="en-GB" altLang="x-none" b="1"/>
          </a:p>
        </p:txBody>
      </p:sp>
      <p:grpSp>
        <p:nvGrpSpPr>
          <p:cNvPr id="248882" name="Group 50"/>
          <p:cNvGrpSpPr>
            <a:grpSpLocks/>
          </p:cNvGrpSpPr>
          <p:nvPr/>
        </p:nvGrpSpPr>
        <p:grpSpPr bwMode="auto">
          <a:xfrm>
            <a:off x="7315200" y="4800600"/>
            <a:ext cx="457200" cy="457200"/>
            <a:chOff x="1344" y="1248"/>
            <a:chExt cx="288" cy="288"/>
          </a:xfrm>
        </p:grpSpPr>
        <p:sp>
          <p:nvSpPr>
            <p:cNvPr id="248883" name="Oval 51"/>
            <p:cNvSpPr>
              <a:spLocks noChangeArrowheads="1"/>
            </p:cNvSpPr>
            <p:nvPr/>
          </p:nvSpPr>
          <p:spPr bwMode="auto">
            <a:xfrm>
              <a:off x="1344" y="1248"/>
              <a:ext cx="288" cy="28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8884" name="Text Box 52"/>
            <p:cNvSpPr txBox="1">
              <a:spLocks noChangeArrowheads="1"/>
            </p:cNvSpPr>
            <p:nvPr/>
          </p:nvSpPr>
          <p:spPr bwMode="auto">
            <a:xfrm>
              <a:off x="1392" y="1296"/>
              <a:ext cx="192" cy="23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I</a:t>
              </a:r>
              <a:endParaRPr lang="en-GB" altLang="x-none"/>
            </a:p>
          </p:txBody>
        </p:sp>
      </p:grpSp>
      <p:sp>
        <p:nvSpPr>
          <p:cNvPr id="248885" name="Line 53"/>
          <p:cNvSpPr>
            <a:spLocks noChangeShapeType="1"/>
          </p:cNvSpPr>
          <p:nvPr/>
        </p:nvSpPr>
        <p:spPr bwMode="auto">
          <a:xfrm>
            <a:off x="6934200" y="4343400"/>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8" name="Text Box 95"/>
          <p:cNvSpPr txBox="1">
            <a:spLocks noChangeArrowheads="1"/>
          </p:cNvSpPr>
          <p:nvPr/>
        </p:nvSpPr>
        <p:spPr bwMode="auto">
          <a:xfrm>
            <a:off x="3962400" y="5791200"/>
            <a:ext cx="1752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solidFill>
                  <a:srgbClr val="C00000"/>
                </a:solidFill>
              </a:rPr>
              <a:t>[418+0=418]</a:t>
            </a:r>
            <a:endParaRPr lang="en-GB" altLang="x-none" dirty="0">
              <a:solidFill>
                <a:srgbClr val="C00000"/>
              </a:solidFill>
            </a:endParaRPr>
          </a:p>
        </p:txBody>
      </p:sp>
      <p:sp>
        <p:nvSpPr>
          <p:cNvPr id="59" name="Text Box 22"/>
          <p:cNvSpPr txBox="1">
            <a:spLocks noChangeArrowheads="1"/>
          </p:cNvSpPr>
          <p:nvPr/>
        </p:nvSpPr>
        <p:spPr bwMode="auto">
          <a:xfrm>
            <a:off x="6400800" y="3059668"/>
            <a:ext cx="167640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[140+253=393]</a:t>
            </a:r>
            <a:endParaRPr lang="en-GB" altLang="x-none" dirty="0"/>
          </a:p>
        </p:txBody>
      </p:sp>
      <p:sp>
        <p:nvSpPr>
          <p:cNvPr id="60" name="Text Box 23"/>
          <p:cNvSpPr txBox="1">
            <a:spLocks noChangeArrowheads="1"/>
          </p:cNvSpPr>
          <p:nvPr/>
        </p:nvSpPr>
        <p:spPr bwMode="auto">
          <a:xfrm>
            <a:off x="8686800" y="2971800"/>
            <a:ext cx="1752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[75+374=449]</a:t>
            </a:r>
            <a:endParaRPr lang="en-GB" altLang="x-none" dirty="0"/>
          </a:p>
        </p:txBody>
      </p:sp>
      <p:sp>
        <p:nvSpPr>
          <p:cNvPr id="61" name="Text Box 24"/>
          <p:cNvSpPr txBox="1">
            <a:spLocks noChangeArrowheads="1"/>
          </p:cNvSpPr>
          <p:nvPr/>
        </p:nvSpPr>
        <p:spPr bwMode="auto">
          <a:xfrm>
            <a:off x="2133600" y="3124200"/>
            <a:ext cx="1752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[118+329=447]</a:t>
            </a:r>
            <a:endParaRPr lang="en-GB" altLang="x-none" dirty="0"/>
          </a:p>
        </p:txBody>
      </p:sp>
      <p:sp>
        <p:nvSpPr>
          <p:cNvPr id="62" name="Text Box 42"/>
          <p:cNvSpPr txBox="1">
            <a:spLocks noChangeArrowheads="1"/>
          </p:cNvSpPr>
          <p:nvPr/>
        </p:nvSpPr>
        <p:spPr bwMode="auto">
          <a:xfrm>
            <a:off x="2819400" y="4862513"/>
            <a:ext cx="1524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[317+98=415]</a:t>
            </a:r>
            <a:endParaRPr lang="en-GB" altLang="x-none" dirty="0"/>
          </a:p>
        </p:txBody>
      </p:sp>
      <p:sp>
        <p:nvSpPr>
          <p:cNvPr id="63" name="Text Box 35"/>
          <p:cNvSpPr txBox="1">
            <a:spLocks noChangeArrowheads="1"/>
          </p:cNvSpPr>
          <p:nvPr/>
        </p:nvSpPr>
        <p:spPr bwMode="auto">
          <a:xfrm>
            <a:off x="7162800" y="3900488"/>
            <a:ext cx="16764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[239+178=417]</a:t>
            </a:r>
            <a:endParaRPr lang="en-GB" altLang="x-none" dirty="0"/>
          </a:p>
        </p:txBody>
      </p:sp>
      <p:sp>
        <p:nvSpPr>
          <p:cNvPr id="64" name="Text Box 36"/>
          <p:cNvSpPr txBox="1">
            <a:spLocks noChangeArrowheads="1"/>
          </p:cNvSpPr>
          <p:nvPr/>
        </p:nvSpPr>
        <p:spPr bwMode="auto">
          <a:xfrm>
            <a:off x="3505200" y="4050268"/>
            <a:ext cx="19812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[220+193=413]</a:t>
            </a:r>
            <a:endParaRPr lang="en-GB" altLang="x-none" dirty="0"/>
          </a:p>
        </p:txBody>
      </p:sp>
      <p:sp>
        <p:nvSpPr>
          <p:cNvPr id="65" name="Text Box 54"/>
          <p:cNvSpPr txBox="1">
            <a:spLocks noChangeArrowheads="1"/>
          </p:cNvSpPr>
          <p:nvPr/>
        </p:nvSpPr>
        <p:spPr bwMode="auto">
          <a:xfrm>
            <a:off x="7772400" y="4876800"/>
            <a:ext cx="139810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x-none" dirty="0"/>
              <a:t>[450+0=450]</a:t>
            </a:r>
            <a:endParaRPr lang="en-GB" altLang="x-none" dirty="0"/>
          </a:p>
        </p:txBody>
      </p:sp>
      <p:sp>
        <p:nvSpPr>
          <p:cNvPr id="66" name="Text Box 27"/>
          <p:cNvSpPr txBox="1">
            <a:spLocks noChangeArrowheads="1"/>
          </p:cNvSpPr>
          <p:nvPr/>
        </p:nvSpPr>
        <p:spPr bwMode="auto">
          <a:xfrm>
            <a:off x="7391400" y="44196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dirty="0">
                <a:solidFill>
                  <a:schemeClr val="hlink"/>
                </a:solidFill>
              </a:rPr>
              <a:t>211</a:t>
            </a:r>
            <a:endParaRPr lang="en-GB" altLang="x-none" b="1" dirty="0">
              <a:solidFill>
                <a:schemeClr val="hlink"/>
              </a:solidFill>
            </a:endParaRPr>
          </a:p>
        </p:txBody>
      </p:sp>
      <p:sp>
        <p:nvSpPr>
          <p:cNvPr id="2" name="Rectangle 1"/>
          <p:cNvSpPr/>
          <p:nvPr/>
        </p:nvSpPr>
        <p:spPr>
          <a:xfrm>
            <a:off x="6172200" y="6324600"/>
            <a:ext cx="3769622" cy="369332"/>
          </a:xfrm>
          <a:prstGeom prst="rect">
            <a:avLst/>
          </a:prstGeom>
        </p:spPr>
        <p:txBody>
          <a:bodyPr wrap="none">
            <a:spAutoFit/>
          </a:bodyPr>
          <a:lstStyle/>
          <a:p>
            <a:pPr>
              <a:spcBef>
                <a:spcPct val="50000"/>
              </a:spcBef>
            </a:pPr>
            <a:r>
              <a:rPr lang="en-US" altLang="x-none" b="1" dirty="0" err="1"/>
              <a:t>dist</a:t>
            </a:r>
            <a:r>
              <a:rPr lang="en-US" altLang="x-none" b="1" dirty="0"/>
              <a:t>(A-E-G-H-I) =140+80+97+101=</a:t>
            </a:r>
            <a:r>
              <a:rPr lang="en-US" altLang="x-none" b="1" dirty="0">
                <a:solidFill>
                  <a:srgbClr val="F466E0"/>
                </a:solidFill>
              </a:rPr>
              <a:t>418 </a:t>
            </a:r>
            <a:endParaRPr lang="en-GB" altLang="x-none" b="1" dirty="0">
              <a:solidFill>
                <a:srgbClr val="F466E0"/>
              </a:solidFill>
            </a:endParaRPr>
          </a:p>
        </p:txBody>
      </p:sp>
    </p:spTree>
    <p:extLst>
      <p:ext uri="{BB962C8B-B14F-4D97-AF65-F5344CB8AC3E}">
        <p14:creationId xmlns:p14="http://schemas.microsoft.com/office/powerpoint/2010/main" val="32538061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ltLang="en-US"/>
              <a:t>A</a:t>
            </a:r>
            <a:r>
              <a:rPr lang="en-US" altLang="en-US" baseline="30000"/>
              <a:t>*</a:t>
            </a:r>
            <a:r>
              <a:rPr lang="en-US" altLang="en-US"/>
              <a:t> search example</a:t>
            </a:r>
          </a:p>
        </p:txBody>
      </p:sp>
      <p:pic>
        <p:nvPicPr>
          <p:cNvPr id="16388" name="Picture 4" descr="astar-progress01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981200"/>
            <a:ext cx="7616076" cy="312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0730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2" name="Picture 4" descr="astar-progress02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0372" y="1769164"/>
            <a:ext cx="8270651" cy="3392714"/>
          </a:xfrm>
          <a:prstGeom prst="rect">
            <a:avLst/>
          </a:prstGeom>
          <a:noFill/>
          <a:extLst>
            <a:ext uri="{909E8E84-426E-40DD-AFC4-6F175D3DCCD1}">
              <a14:hiddenFill xmlns:a14="http://schemas.microsoft.com/office/drawing/2010/main">
                <a:solidFill>
                  <a:srgbClr val="FFFFFF"/>
                </a:solidFill>
              </a14:hiddenFill>
            </a:ext>
          </a:extLst>
        </p:spPr>
      </p:pic>
      <p:sp>
        <p:nvSpPr>
          <p:cNvPr id="17410" name="Rectangle 2"/>
          <p:cNvSpPr>
            <a:spLocks noGrp="1" noChangeArrowheads="1"/>
          </p:cNvSpPr>
          <p:nvPr>
            <p:ph type="title"/>
          </p:nvPr>
        </p:nvSpPr>
        <p:spPr/>
        <p:txBody>
          <a:bodyPr/>
          <a:lstStyle/>
          <a:p>
            <a:r>
              <a:rPr lang="en-US" altLang="en-US"/>
              <a:t>A</a:t>
            </a:r>
            <a:r>
              <a:rPr lang="en-US" altLang="en-US" baseline="30000"/>
              <a:t>*</a:t>
            </a:r>
            <a:r>
              <a:rPr lang="en-US" altLang="en-US"/>
              <a:t> search example</a:t>
            </a:r>
          </a:p>
        </p:txBody>
      </p:sp>
    </p:spTree>
    <p:extLst>
      <p:ext uri="{BB962C8B-B14F-4D97-AF65-F5344CB8AC3E}">
        <p14:creationId xmlns:p14="http://schemas.microsoft.com/office/powerpoint/2010/main" val="19553145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altLang="en-US"/>
              <a:t>A</a:t>
            </a:r>
            <a:r>
              <a:rPr lang="en-US" altLang="en-US" baseline="30000"/>
              <a:t>*</a:t>
            </a:r>
            <a:r>
              <a:rPr lang="en-US" altLang="en-US"/>
              <a:t> search example</a:t>
            </a:r>
          </a:p>
        </p:txBody>
      </p:sp>
      <p:pic>
        <p:nvPicPr>
          <p:cNvPr id="18437" name="Picture 5" descr="astar-progress03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1630016"/>
            <a:ext cx="6873044" cy="2819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46117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en-US"/>
              <a:t>A</a:t>
            </a:r>
            <a:r>
              <a:rPr lang="en-US" altLang="en-US" baseline="30000"/>
              <a:t>*</a:t>
            </a:r>
            <a:r>
              <a:rPr lang="en-US" altLang="en-US"/>
              <a:t> search example</a:t>
            </a:r>
          </a:p>
        </p:txBody>
      </p:sp>
      <p:pic>
        <p:nvPicPr>
          <p:cNvPr id="19460" name="Picture 4" descr="astar-progress04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1" y="1505857"/>
            <a:ext cx="8544865" cy="3505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596236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ltLang="en-US"/>
              <a:t>A</a:t>
            </a:r>
            <a:r>
              <a:rPr lang="en-US" altLang="en-US" baseline="30000"/>
              <a:t>*</a:t>
            </a:r>
            <a:r>
              <a:rPr lang="en-US" altLang="en-US"/>
              <a:t> search example</a:t>
            </a:r>
          </a:p>
        </p:txBody>
      </p:sp>
      <p:pic>
        <p:nvPicPr>
          <p:cNvPr id="20484" name="Picture 4" descr="astar-progress05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1683658"/>
            <a:ext cx="8229600" cy="3375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88261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altLang="en-US" dirty="0"/>
              <a:t>A</a:t>
            </a:r>
            <a:r>
              <a:rPr lang="en-US" altLang="en-US" baseline="30000" dirty="0"/>
              <a:t>*</a:t>
            </a:r>
            <a:r>
              <a:rPr lang="en-US" altLang="en-US" dirty="0"/>
              <a:t> search example</a:t>
            </a:r>
          </a:p>
        </p:txBody>
      </p:sp>
      <p:pic>
        <p:nvPicPr>
          <p:cNvPr id="21508" name="Picture 4" descr="astar-progress06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1" y="1676400"/>
            <a:ext cx="7987591" cy="3276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6929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p:cNvSpPr/>
          <p:nvPr/>
        </p:nvSpPr>
        <p:spPr>
          <a:xfrm>
            <a:off x="1855151" y="2276493"/>
            <a:ext cx="685800" cy="5334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a:t>
            </a:r>
          </a:p>
        </p:txBody>
      </p:sp>
      <p:sp>
        <p:nvSpPr>
          <p:cNvPr id="5" name="Oval 4"/>
          <p:cNvSpPr/>
          <p:nvPr/>
        </p:nvSpPr>
        <p:spPr>
          <a:xfrm>
            <a:off x="940751" y="3724293"/>
            <a:ext cx="685800" cy="5334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a:t>
            </a:r>
          </a:p>
        </p:txBody>
      </p:sp>
      <p:sp>
        <p:nvSpPr>
          <p:cNvPr id="6" name="Oval 5"/>
          <p:cNvSpPr/>
          <p:nvPr/>
        </p:nvSpPr>
        <p:spPr>
          <a:xfrm>
            <a:off x="3302951" y="3724293"/>
            <a:ext cx="685800" cy="5334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t>
            </a:r>
          </a:p>
        </p:txBody>
      </p:sp>
      <p:sp>
        <p:nvSpPr>
          <p:cNvPr id="7" name="Oval 6"/>
          <p:cNvSpPr/>
          <p:nvPr/>
        </p:nvSpPr>
        <p:spPr>
          <a:xfrm>
            <a:off x="2146085" y="5549348"/>
            <a:ext cx="685800" cy="5334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D</a:t>
            </a:r>
          </a:p>
        </p:txBody>
      </p:sp>
      <p:sp>
        <p:nvSpPr>
          <p:cNvPr id="8" name="Oval 7"/>
          <p:cNvSpPr/>
          <p:nvPr/>
        </p:nvSpPr>
        <p:spPr>
          <a:xfrm>
            <a:off x="3302951" y="4930226"/>
            <a:ext cx="685800" cy="533400"/>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a:t>
            </a:r>
          </a:p>
        </p:txBody>
      </p:sp>
      <p:cxnSp>
        <p:nvCxnSpPr>
          <p:cNvPr id="12" name="Straight Arrow Connector 11"/>
          <p:cNvCxnSpPr>
            <a:stCxn id="4" idx="3"/>
            <a:endCxn id="5" idx="0"/>
          </p:cNvCxnSpPr>
          <p:nvPr/>
        </p:nvCxnSpPr>
        <p:spPr>
          <a:xfrm flipH="1">
            <a:off x="1283652" y="2731779"/>
            <a:ext cx="671933" cy="99251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4" name="Straight Arrow Connector 13"/>
          <p:cNvCxnSpPr>
            <a:stCxn id="4" idx="5"/>
            <a:endCxn id="6" idx="1"/>
          </p:cNvCxnSpPr>
          <p:nvPr/>
        </p:nvCxnSpPr>
        <p:spPr>
          <a:xfrm>
            <a:off x="2440518" y="2731778"/>
            <a:ext cx="962866" cy="107063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6" name="Straight Arrow Connector 15"/>
          <p:cNvCxnSpPr>
            <a:stCxn id="5" idx="4"/>
            <a:endCxn id="7" idx="0"/>
          </p:cNvCxnSpPr>
          <p:nvPr/>
        </p:nvCxnSpPr>
        <p:spPr>
          <a:xfrm>
            <a:off x="1283651" y="4257693"/>
            <a:ext cx="1205334" cy="1291655"/>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18" name="Straight Arrow Connector 17"/>
          <p:cNvCxnSpPr>
            <a:stCxn id="6" idx="4"/>
            <a:endCxn id="8" idx="0"/>
          </p:cNvCxnSpPr>
          <p:nvPr/>
        </p:nvCxnSpPr>
        <p:spPr>
          <a:xfrm>
            <a:off x="3645851" y="4257693"/>
            <a:ext cx="0" cy="67253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0" name="Straight Arrow Connector 19"/>
          <p:cNvCxnSpPr>
            <a:stCxn id="8" idx="2"/>
            <a:endCxn id="7" idx="6"/>
          </p:cNvCxnSpPr>
          <p:nvPr/>
        </p:nvCxnSpPr>
        <p:spPr>
          <a:xfrm flipH="1">
            <a:off x="2831885" y="5196926"/>
            <a:ext cx="471066" cy="619122"/>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2" name="Straight Arrow Connector 21"/>
          <p:cNvCxnSpPr>
            <a:stCxn id="5" idx="6"/>
            <a:endCxn id="6" idx="2"/>
          </p:cNvCxnSpPr>
          <p:nvPr/>
        </p:nvCxnSpPr>
        <p:spPr>
          <a:xfrm>
            <a:off x="1626551" y="3990993"/>
            <a:ext cx="1676400" cy="0"/>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cxnSp>
        <p:nvCxnSpPr>
          <p:cNvPr id="24" name="Straight Arrow Connector 23"/>
          <p:cNvCxnSpPr>
            <a:stCxn id="5" idx="5"/>
            <a:endCxn id="8" idx="1"/>
          </p:cNvCxnSpPr>
          <p:nvPr/>
        </p:nvCxnSpPr>
        <p:spPr>
          <a:xfrm>
            <a:off x="1526118" y="4179578"/>
            <a:ext cx="1877266" cy="828763"/>
          </a:xfrm>
          <a:prstGeom prst="straightConnector1">
            <a:avLst/>
          </a:prstGeom>
          <a:ln>
            <a:tailEnd type="arrow"/>
          </a:ln>
        </p:spPr>
        <p:style>
          <a:lnRef idx="2">
            <a:schemeClr val="dk1"/>
          </a:lnRef>
          <a:fillRef idx="0">
            <a:schemeClr val="dk1"/>
          </a:fillRef>
          <a:effectRef idx="1">
            <a:schemeClr val="dk1"/>
          </a:effectRef>
          <a:fontRef idx="minor">
            <a:schemeClr val="tx1"/>
          </a:fontRef>
        </p:style>
      </p:cxnSp>
      <p:sp>
        <p:nvSpPr>
          <p:cNvPr id="25" name="TextBox 24"/>
          <p:cNvSpPr txBox="1"/>
          <p:nvPr/>
        </p:nvSpPr>
        <p:spPr>
          <a:xfrm>
            <a:off x="1093152" y="2809893"/>
            <a:ext cx="432967" cy="369332"/>
          </a:xfrm>
          <a:prstGeom prst="rect">
            <a:avLst/>
          </a:prstGeom>
          <a:noFill/>
        </p:spPr>
        <p:txBody>
          <a:bodyPr wrap="square" rtlCol="0">
            <a:spAutoFit/>
          </a:bodyPr>
          <a:lstStyle/>
          <a:p>
            <a:r>
              <a:rPr lang="en-US" dirty="0"/>
              <a:t>1</a:t>
            </a:r>
          </a:p>
        </p:txBody>
      </p:sp>
      <p:sp>
        <p:nvSpPr>
          <p:cNvPr id="26" name="TextBox 25"/>
          <p:cNvSpPr txBox="1"/>
          <p:nvPr/>
        </p:nvSpPr>
        <p:spPr>
          <a:xfrm>
            <a:off x="2957071" y="2858703"/>
            <a:ext cx="432967" cy="369332"/>
          </a:xfrm>
          <a:prstGeom prst="rect">
            <a:avLst/>
          </a:prstGeom>
          <a:noFill/>
        </p:spPr>
        <p:txBody>
          <a:bodyPr wrap="square" rtlCol="0">
            <a:spAutoFit/>
          </a:bodyPr>
          <a:lstStyle/>
          <a:p>
            <a:r>
              <a:rPr lang="en-US" dirty="0"/>
              <a:t>4</a:t>
            </a:r>
          </a:p>
        </p:txBody>
      </p:sp>
      <p:sp>
        <p:nvSpPr>
          <p:cNvPr id="27" name="TextBox 26"/>
          <p:cNvSpPr txBox="1"/>
          <p:nvPr/>
        </p:nvSpPr>
        <p:spPr>
          <a:xfrm>
            <a:off x="771439" y="4606427"/>
            <a:ext cx="432967" cy="369332"/>
          </a:xfrm>
          <a:prstGeom prst="rect">
            <a:avLst/>
          </a:prstGeom>
          <a:noFill/>
        </p:spPr>
        <p:txBody>
          <a:bodyPr wrap="square" rtlCol="0">
            <a:spAutoFit/>
          </a:bodyPr>
          <a:lstStyle/>
          <a:p>
            <a:r>
              <a:rPr lang="en-US" dirty="0"/>
              <a:t>12</a:t>
            </a:r>
          </a:p>
        </p:txBody>
      </p:sp>
      <p:sp>
        <p:nvSpPr>
          <p:cNvPr id="28" name="TextBox 27"/>
          <p:cNvSpPr txBox="1"/>
          <p:nvPr/>
        </p:nvSpPr>
        <p:spPr>
          <a:xfrm>
            <a:off x="2488985" y="4376228"/>
            <a:ext cx="432967" cy="369332"/>
          </a:xfrm>
          <a:prstGeom prst="rect">
            <a:avLst/>
          </a:prstGeom>
          <a:noFill/>
        </p:spPr>
        <p:txBody>
          <a:bodyPr wrap="square" rtlCol="0">
            <a:spAutoFit/>
          </a:bodyPr>
          <a:lstStyle/>
          <a:p>
            <a:r>
              <a:rPr lang="en-US" dirty="0"/>
              <a:t>5</a:t>
            </a:r>
          </a:p>
        </p:txBody>
      </p:sp>
      <p:sp>
        <p:nvSpPr>
          <p:cNvPr id="29" name="TextBox 28"/>
          <p:cNvSpPr txBox="1"/>
          <p:nvPr/>
        </p:nvSpPr>
        <p:spPr>
          <a:xfrm>
            <a:off x="3772268" y="4560894"/>
            <a:ext cx="432967" cy="369332"/>
          </a:xfrm>
          <a:prstGeom prst="rect">
            <a:avLst/>
          </a:prstGeom>
          <a:noFill/>
        </p:spPr>
        <p:txBody>
          <a:bodyPr wrap="square" rtlCol="0">
            <a:spAutoFit/>
          </a:bodyPr>
          <a:lstStyle/>
          <a:p>
            <a:r>
              <a:rPr lang="en-US" dirty="0"/>
              <a:t>2</a:t>
            </a:r>
          </a:p>
        </p:txBody>
      </p:sp>
      <p:sp>
        <p:nvSpPr>
          <p:cNvPr id="30" name="TextBox 29"/>
          <p:cNvSpPr txBox="1"/>
          <p:nvPr/>
        </p:nvSpPr>
        <p:spPr>
          <a:xfrm>
            <a:off x="3067418" y="5613410"/>
            <a:ext cx="432967" cy="369332"/>
          </a:xfrm>
          <a:prstGeom prst="rect">
            <a:avLst/>
          </a:prstGeom>
          <a:noFill/>
        </p:spPr>
        <p:txBody>
          <a:bodyPr wrap="square" rtlCol="0">
            <a:spAutoFit/>
          </a:bodyPr>
          <a:lstStyle/>
          <a:p>
            <a:r>
              <a:rPr lang="en-US" dirty="0"/>
              <a:t>3</a:t>
            </a:r>
          </a:p>
        </p:txBody>
      </p:sp>
      <p:graphicFrame>
        <p:nvGraphicFramePr>
          <p:cNvPr id="31" name="Table 30"/>
          <p:cNvGraphicFramePr>
            <a:graphicFrameLocks noGrp="1"/>
          </p:cNvGraphicFramePr>
          <p:nvPr>
            <p:extLst>
              <p:ext uri="{D42A27DB-BD31-4B8C-83A1-F6EECF244321}">
                <p14:modId xmlns:p14="http://schemas.microsoft.com/office/powerpoint/2010/main" val="3538195230"/>
              </p:ext>
            </p:extLst>
          </p:nvPr>
        </p:nvGraphicFramePr>
        <p:xfrm>
          <a:off x="957138" y="51453"/>
          <a:ext cx="2362200" cy="2225040"/>
        </p:xfrm>
        <a:graphic>
          <a:graphicData uri="http://schemas.openxmlformats.org/drawingml/2006/table">
            <a:tbl>
              <a:tblPr firstRow="1" bandRow="1">
                <a:tableStyleId>{5C22544A-7EE6-4342-B048-85BDC9FD1C3A}</a:tableStyleId>
              </a:tblPr>
              <a:tblGrid>
                <a:gridCol w="1181100">
                  <a:extLst>
                    <a:ext uri="{9D8B030D-6E8A-4147-A177-3AD203B41FA5}">
                      <a16:colId xmlns:a16="http://schemas.microsoft.com/office/drawing/2014/main" val="20000"/>
                    </a:ext>
                  </a:extLst>
                </a:gridCol>
                <a:gridCol w="1181100">
                  <a:extLst>
                    <a:ext uri="{9D8B030D-6E8A-4147-A177-3AD203B41FA5}">
                      <a16:colId xmlns:a16="http://schemas.microsoft.com/office/drawing/2014/main" val="20001"/>
                    </a:ext>
                  </a:extLst>
                </a:gridCol>
              </a:tblGrid>
              <a:tr h="370840">
                <a:tc gridSpan="2">
                  <a:txBody>
                    <a:bodyPr/>
                    <a:lstStyle/>
                    <a:p>
                      <a:pPr algn="ctr"/>
                      <a:r>
                        <a:rPr lang="en-US" dirty="0"/>
                        <a:t>Heuristic</a:t>
                      </a:r>
                      <a:r>
                        <a:rPr lang="en-US" baseline="0" dirty="0"/>
                        <a:t> Value</a:t>
                      </a:r>
                      <a:endParaRPr lang="en-US" dirty="0"/>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r>
                        <a:rPr lang="en-US" dirty="0"/>
                        <a:t>S</a:t>
                      </a:r>
                    </a:p>
                  </a:txBody>
                  <a:tcPr/>
                </a:tc>
                <a:tc>
                  <a:txBody>
                    <a:bodyPr/>
                    <a:lstStyle/>
                    <a:p>
                      <a:r>
                        <a:rPr lang="en-US" dirty="0"/>
                        <a:t>7</a:t>
                      </a:r>
                    </a:p>
                  </a:txBody>
                  <a:tcPr/>
                </a:tc>
                <a:extLst>
                  <a:ext uri="{0D108BD9-81ED-4DB2-BD59-A6C34878D82A}">
                    <a16:rowId xmlns:a16="http://schemas.microsoft.com/office/drawing/2014/main" val="10001"/>
                  </a:ext>
                </a:extLst>
              </a:tr>
              <a:tr h="370840">
                <a:tc>
                  <a:txBody>
                    <a:bodyPr/>
                    <a:lstStyle/>
                    <a:p>
                      <a:r>
                        <a:rPr lang="en-US" dirty="0"/>
                        <a:t>A</a:t>
                      </a:r>
                    </a:p>
                  </a:txBody>
                  <a:tcPr/>
                </a:tc>
                <a:tc>
                  <a:txBody>
                    <a:bodyPr/>
                    <a:lstStyle/>
                    <a:p>
                      <a:r>
                        <a:rPr lang="en-US" dirty="0"/>
                        <a:t>6</a:t>
                      </a:r>
                    </a:p>
                  </a:txBody>
                  <a:tcPr/>
                </a:tc>
                <a:extLst>
                  <a:ext uri="{0D108BD9-81ED-4DB2-BD59-A6C34878D82A}">
                    <a16:rowId xmlns:a16="http://schemas.microsoft.com/office/drawing/2014/main" val="10002"/>
                  </a:ext>
                </a:extLst>
              </a:tr>
              <a:tr h="370840">
                <a:tc>
                  <a:txBody>
                    <a:bodyPr/>
                    <a:lstStyle/>
                    <a:p>
                      <a:r>
                        <a:rPr lang="en-US" dirty="0"/>
                        <a:t>B</a:t>
                      </a:r>
                    </a:p>
                  </a:txBody>
                  <a:tcPr/>
                </a:tc>
                <a:tc>
                  <a:txBody>
                    <a:bodyPr/>
                    <a:lstStyle/>
                    <a:p>
                      <a:r>
                        <a:rPr lang="en-US" dirty="0"/>
                        <a:t>2</a:t>
                      </a:r>
                    </a:p>
                  </a:txBody>
                  <a:tcPr/>
                </a:tc>
                <a:extLst>
                  <a:ext uri="{0D108BD9-81ED-4DB2-BD59-A6C34878D82A}">
                    <a16:rowId xmlns:a16="http://schemas.microsoft.com/office/drawing/2014/main" val="10003"/>
                  </a:ext>
                </a:extLst>
              </a:tr>
              <a:tr h="370840">
                <a:tc>
                  <a:txBody>
                    <a:bodyPr/>
                    <a:lstStyle/>
                    <a:p>
                      <a:r>
                        <a:rPr lang="en-US" dirty="0"/>
                        <a:t>C</a:t>
                      </a:r>
                    </a:p>
                  </a:txBody>
                  <a:tcPr/>
                </a:tc>
                <a:tc>
                  <a:txBody>
                    <a:bodyPr/>
                    <a:lstStyle/>
                    <a:p>
                      <a:r>
                        <a:rPr lang="en-US" dirty="0"/>
                        <a:t>1</a:t>
                      </a:r>
                    </a:p>
                  </a:txBody>
                  <a:tcPr/>
                </a:tc>
                <a:extLst>
                  <a:ext uri="{0D108BD9-81ED-4DB2-BD59-A6C34878D82A}">
                    <a16:rowId xmlns:a16="http://schemas.microsoft.com/office/drawing/2014/main" val="10004"/>
                  </a:ext>
                </a:extLst>
              </a:tr>
              <a:tr h="370840">
                <a:tc>
                  <a:txBody>
                    <a:bodyPr/>
                    <a:lstStyle/>
                    <a:p>
                      <a:r>
                        <a:rPr lang="en-US" dirty="0"/>
                        <a:t>D</a:t>
                      </a:r>
                    </a:p>
                  </a:txBody>
                  <a:tcPr/>
                </a:tc>
                <a:tc>
                  <a:txBody>
                    <a:bodyPr/>
                    <a:lstStyle/>
                    <a:p>
                      <a:r>
                        <a:rPr lang="en-US" dirty="0"/>
                        <a:t>0</a:t>
                      </a:r>
                    </a:p>
                  </a:txBody>
                  <a:tcPr/>
                </a:tc>
                <a:extLst>
                  <a:ext uri="{0D108BD9-81ED-4DB2-BD59-A6C34878D82A}">
                    <a16:rowId xmlns:a16="http://schemas.microsoft.com/office/drawing/2014/main" val="10005"/>
                  </a:ext>
                </a:extLst>
              </a:tr>
            </a:tbl>
          </a:graphicData>
        </a:graphic>
      </p:graphicFrame>
      <p:sp>
        <p:nvSpPr>
          <p:cNvPr id="33" name="TextBox 32"/>
          <p:cNvSpPr txBox="1"/>
          <p:nvPr/>
        </p:nvSpPr>
        <p:spPr>
          <a:xfrm>
            <a:off x="1676702" y="6394953"/>
            <a:ext cx="1969149" cy="369332"/>
          </a:xfrm>
          <a:prstGeom prst="rect">
            <a:avLst/>
          </a:prstGeom>
          <a:noFill/>
        </p:spPr>
        <p:txBody>
          <a:bodyPr wrap="square" rtlCol="0">
            <a:spAutoFit/>
          </a:bodyPr>
          <a:lstStyle/>
          <a:p>
            <a:r>
              <a:rPr lang="en-US" dirty="0"/>
              <a:t>f(n) = g(n)+h(n)</a:t>
            </a:r>
          </a:p>
        </p:txBody>
      </p:sp>
      <p:sp>
        <p:nvSpPr>
          <p:cNvPr id="23" name="TextBox 22"/>
          <p:cNvSpPr txBox="1"/>
          <p:nvPr/>
        </p:nvSpPr>
        <p:spPr>
          <a:xfrm>
            <a:off x="2107985" y="3539627"/>
            <a:ext cx="432967" cy="369332"/>
          </a:xfrm>
          <a:prstGeom prst="rect">
            <a:avLst/>
          </a:prstGeom>
          <a:noFill/>
        </p:spPr>
        <p:txBody>
          <a:bodyPr wrap="square" rtlCol="0">
            <a:spAutoFit/>
          </a:bodyPr>
          <a:lstStyle/>
          <a:p>
            <a:r>
              <a:rPr lang="en-US" dirty="0"/>
              <a:t>2</a:t>
            </a:r>
          </a:p>
        </p:txBody>
      </p:sp>
      <p:graphicFrame>
        <p:nvGraphicFramePr>
          <p:cNvPr id="2" name="Table 1"/>
          <p:cNvGraphicFramePr>
            <a:graphicFrameLocks noGrp="1"/>
          </p:cNvGraphicFramePr>
          <p:nvPr>
            <p:extLst>
              <p:ext uri="{D42A27DB-BD31-4B8C-83A1-F6EECF244321}">
                <p14:modId xmlns:p14="http://schemas.microsoft.com/office/powerpoint/2010/main" val="2863887400"/>
              </p:ext>
            </p:extLst>
          </p:nvPr>
        </p:nvGraphicFramePr>
        <p:xfrm>
          <a:off x="4395371" y="1075508"/>
          <a:ext cx="7796629" cy="3711806"/>
        </p:xfrm>
        <a:graphic>
          <a:graphicData uri="http://schemas.openxmlformats.org/drawingml/2006/table">
            <a:tbl>
              <a:tblPr firstRow="1" bandRow="1">
                <a:tableStyleId>{5C22544A-7EE6-4342-B048-85BDC9FD1C3A}</a:tableStyleId>
              </a:tblPr>
              <a:tblGrid>
                <a:gridCol w="425816">
                  <a:extLst>
                    <a:ext uri="{9D8B030D-6E8A-4147-A177-3AD203B41FA5}">
                      <a16:colId xmlns:a16="http://schemas.microsoft.com/office/drawing/2014/main" val="20000"/>
                    </a:ext>
                  </a:extLst>
                </a:gridCol>
                <a:gridCol w="5066252">
                  <a:extLst>
                    <a:ext uri="{9D8B030D-6E8A-4147-A177-3AD203B41FA5}">
                      <a16:colId xmlns:a16="http://schemas.microsoft.com/office/drawing/2014/main" val="20001"/>
                    </a:ext>
                  </a:extLst>
                </a:gridCol>
                <a:gridCol w="995462">
                  <a:extLst>
                    <a:ext uri="{9D8B030D-6E8A-4147-A177-3AD203B41FA5}">
                      <a16:colId xmlns:a16="http://schemas.microsoft.com/office/drawing/2014/main" val="20002"/>
                    </a:ext>
                  </a:extLst>
                </a:gridCol>
                <a:gridCol w="1309099">
                  <a:extLst>
                    <a:ext uri="{9D8B030D-6E8A-4147-A177-3AD203B41FA5}">
                      <a16:colId xmlns:a16="http://schemas.microsoft.com/office/drawing/2014/main" val="20003"/>
                    </a:ext>
                  </a:extLst>
                </a:gridCol>
              </a:tblGrid>
              <a:tr h="370840">
                <a:tc>
                  <a:txBody>
                    <a:bodyPr/>
                    <a:lstStyle/>
                    <a:p>
                      <a:endParaRPr lang="en-US" dirty="0"/>
                    </a:p>
                  </a:txBody>
                  <a:tcPr/>
                </a:tc>
                <a:tc>
                  <a:txBody>
                    <a:bodyPr/>
                    <a:lstStyle/>
                    <a:p>
                      <a:r>
                        <a:rPr lang="en-US" dirty="0"/>
                        <a:t>FRONTIER</a:t>
                      </a:r>
                    </a:p>
                  </a:txBody>
                  <a:tcPr/>
                </a:tc>
                <a:tc>
                  <a:txBody>
                    <a:bodyPr/>
                    <a:lstStyle/>
                    <a:p>
                      <a:r>
                        <a:rPr lang="en-US" dirty="0"/>
                        <a:t>EXPAND</a:t>
                      </a:r>
                    </a:p>
                  </a:txBody>
                  <a:tcPr/>
                </a:tc>
                <a:tc>
                  <a:txBody>
                    <a:bodyPr/>
                    <a:lstStyle/>
                    <a:p>
                      <a:r>
                        <a:rPr lang="en-US" dirty="0"/>
                        <a:t>EXPLORED</a:t>
                      </a:r>
                    </a:p>
                  </a:txBody>
                  <a:tcPr/>
                </a:tc>
                <a:extLst>
                  <a:ext uri="{0D108BD9-81ED-4DB2-BD59-A6C34878D82A}">
                    <a16:rowId xmlns:a16="http://schemas.microsoft.com/office/drawing/2014/main" val="10000"/>
                  </a:ext>
                </a:extLst>
              </a:tr>
              <a:tr h="370840">
                <a:tc>
                  <a:txBody>
                    <a:bodyPr/>
                    <a:lstStyle/>
                    <a:p>
                      <a:r>
                        <a:rPr lang="en-US" dirty="0"/>
                        <a:t>1</a:t>
                      </a:r>
                    </a:p>
                  </a:txBody>
                  <a:tcPr/>
                </a:tc>
                <a:tc>
                  <a:txBody>
                    <a:bodyPr/>
                    <a:lstStyle/>
                    <a:p>
                      <a:r>
                        <a:rPr lang="en-US" dirty="0"/>
                        <a:t>(S,0+7=7)</a:t>
                      </a:r>
                    </a:p>
                  </a:txBody>
                  <a:tcPr/>
                </a:tc>
                <a:tc>
                  <a:txBody>
                    <a:bodyPr/>
                    <a:lstStyle/>
                    <a:p>
                      <a:r>
                        <a:rPr lang="en-US" dirty="0"/>
                        <a:t>S</a:t>
                      </a:r>
                    </a:p>
                  </a:txBody>
                  <a:tcPr/>
                </a:tc>
                <a:tc>
                  <a:txBody>
                    <a:bodyPr/>
                    <a:lstStyle/>
                    <a:p>
                      <a:r>
                        <a:rPr lang="en-US" dirty="0"/>
                        <a:t>Empty</a:t>
                      </a:r>
                    </a:p>
                  </a:txBody>
                  <a:tcPr/>
                </a:tc>
                <a:extLst>
                  <a:ext uri="{0D108BD9-81ED-4DB2-BD59-A6C34878D82A}">
                    <a16:rowId xmlns:a16="http://schemas.microsoft.com/office/drawing/2014/main" val="10001"/>
                  </a:ext>
                </a:extLst>
              </a:tr>
              <a:tr h="370840">
                <a:tc>
                  <a:txBody>
                    <a:bodyPr/>
                    <a:lstStyle/>
                    <a:p>
                      <a:r>
                        <a:rPr lang="en-US" dirty="0"/>
                        <a:t>2</a:t>
                      </a:r>
                    </a:p>
                  </a:txBody>
                  <a:tcPr/>
                </a:tc>
                <a:tc>
                  <a:txBody>
                    <a:bodyPr/>
                    <a:lstStyle/>
                    <a:p>
                      <a:r>
                        <a:rPr lang="en-US" dirty="0"/>
                        <a:t>(S-A,1+6=7)(S-B,4+2=6)</a:t>
                      </a:r>
                    </a:p>
                  </a:txBody>
                  <a:tcPr/>
                </a:tc>
                <a:tc>
                  <a:txBody>
                    <a:bodyPr/>
                    <a:lstStyle/>
                    <a:p>
                      <a:r>
                        <a:rPr lang="en-US" dirty="0"/>
                        <a:t>B</a:t>
                      </a:r>
                    </a:p>
                  </a:txBody>
                  <a:tcPr/>
                </a:tc>
                <a:tc>
                  <a:txBody>
                    <a:bodyPr/>
                    <a:lstStyle/>
                    <a:p>
                      <a:r>
                        <a:rPr lang="en-US" dirty="0"/>
                        <a:t>S</a:t>
                      </a:r>
                    </a:p>
                  </a:txBody>
                  <a:tcPr/>
                </a:tc>
                <a:extLst>
                  <a:ext uri="{0D108BD9-81ED-4DB2-BD59-A6C34878D82A}">
                    <a16:rowId xmlns:a16="http://schemas.microsoft.com/office/drawing/2014/main" val="10002"/>
                  </a:ext>
                </a:extLst>
              </a:tr>
              <a:tr h="370840">
                <a:tc>
                  <a:txBody>
                    <a:bodyPr/>
                    <a:lstStyle/>
                    <a:p>
                      <a:r>
                        <a:rPr lang="en-US" dirty="0"/>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(S-A,7)(S-B-C,6+1=7)</a:t>
                      </a:r>
                    </a:p>
                  </a:txBody>
                  <a:tcPr/>
                </a:tc>
                <a:tc>
                  <a:txBody>
                    <a:bodyPr/>
                    <a:lstStyle/>
                    <a:p>
                      <a:r>
                        <a:rPr lang="en-US" dirty="0"/>
                        <a:t>A</a:t>
                      </a:r>
                    </a:p>
                  </a:txBody>
                  <a:tcPr/>
                </a:tc>
                <a:tc>
                  <a:txBody>
                    <a:bodyPr/>
                    <a:lstStyle/>
                    <a:p>
                      <a:r>
                        <a:rPr lang="en-US" dirty="0"/>
                        <a:t>S,B</a:t>
                      </a:r>
                    </a:p>
                  </a:txBody>
                  <a:tcPr/>
                </a:tc>
                <a:extLst>
                  <a:ext uri="{0D108BD9-81ED-4DB2-BD59-A6C34878D82A}">
                    <a16:rowId xmlns:a16="http://schemas.microsoft.com/office/drawing/2014/main" val="10003"/>
                  </a:ext>
                </a:extLst>
              </a:tr>
              <a:tr h="370840">
                <a:tc>
                  <a:txBody>
                    <a:bodyPr/>
                    <a:lstStyle/>
                    <a:p>
                      <a:r>
                        <a:rPr lang="en-US" dirty="0"/>
                        <a:t>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trike="sngStrike" dirty="0"/>
                        <a:t>(S-A-B,3+2=5)</a:t>
                      </a:r>
                      <a:r>
                        <a:rPr lang="en-US" dirty="0"/>
                        <a:t>(S-A-C,6+1=7)(S-A-D,13+0=13)(S-B-C,7)</a:t>
                      </a:r>
                    </a:p>
                  </a:txBody>
                  <a:tcPr/>
                </a:tc>
                <a:tc>
                  <a:txBody>
                    <a:bodyPr/>
                    <a:lstStyle/>
                    <a:p>
                      <a:r>
                        <a:rPr lang="en-US" dirty="0"/>
                        <a:t>C</a:t>
                      </a:r>
                    </a:p>
                  </a:txBody>
                  <a:tcPr/>
                </a:tc>
                <a:tc>
                  <a:txBody>
                    <a:bodyPr/>
                    <a:lstStyle/>
                    <a:p>
                      <a:r>
                        <a:rPr lang="en-US" dirty="0"/>
                        <a:t>S,B,A</a:t>
                      </a:r>
                    </a:p>
                  </a:txBody>
                  <a:tcPr/>
                </a:tc>
                <a:extLst>
                  <a:ext uri="{0D108BD9-81ED-4DB2-BD59-A6C34878D82A}">
                    <a16:rowId xmlns:a16="http://schemas.microsoft.com/office/drawing/2014/main" val="10004"/>
                  </a:ext>
                </a:extLst>
              </a:tr>
              <a:tr h="374246">
                <a:tc>
                  <a:txBody>
                    <a:bodyPr/>
                    <a:lstStyle/>
                    <a:p>
                      <a:r>
                        <a:rPr lang="en-US" dirty="0"/>
                        <a:t>5</a:t>
                      </a:r>
                    </a:p>
                  </a:txBody>
                  <a:tcPr/>
                </a:tc>
                <a:tc>
                  <a:txBody>
                    <a:bodyPr/>
                    <a:lstStyle/>
                    <a:p>
                      <a:r>
                        <a:rPr lang="en-US" dirty="0"/>
                        <a:t>(S-A-C-D,9+0=9) )(S-A-D,13+0=13)</a:t>
                      </a:r>
                    </a:p>
                  </a:txBody>
                  <a:tcPr/>
                </a:tc>
                <a:tc>
                  <a:txBody>
                    <a:bodyPr/>
                    <a:lstStyle/>
                    <a:p>
                      <a:r>
                        <a:rPr lang="en-US" dirty="0"/>
                        <a:t>D</a:t>
                      </a:r>
                    </a:p>
                  </a:txBody>
                  <a:tcPr/>
                </a:tc>
                <a:tc>
                  <a:txBody>
                    <a:bodyPr/>
                    <a:lstStyle/>
                    <a:p>
                      <a:r>
                        <a:rPr lang="en-US" dirty="0"/>
                        <a:t>S,B,A,C</a:t>
                      </a:r>
                    </a:p>
                  </a:txBody>
                  <a:tcPr/>
                </a:tc>
                <a:extLst>
                  <a:ext uri="{0D108BD9-81ED-4DB2-BD59-A6C34878D82A}">
                    <a16:rowId xmlns:a16="http://schemas.microsoft.com/office/drawing/2014/main" val="10005"/>
                  </a:ext>
                </a:extLst>
              </a:tr>
              <a:tr h="370840">
                <a:tc>
                  <a:txBody>
                    <a:bodyPr/>
                    <a:lstStyle/>
                    <a:p>
                      <a:r>
                        <a:rPr lang="en-US" dirty="0"/>
                        <a:t>6</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OR (S-B-C-D,9+0=9) )(S-A-D,13+0=13)</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6"/>
                  </a:ext>
                </a:extLst>
              </a:tr>
              <a:tr h="370840">
                <a:tc>
                  <a:txBody>
                    <a:bodyPr/>
                    <a:lstStyle/>
                    <a:p>
                      <a:r>
                        <a:rPr lang="en-US" dirty="0"/>
                        <a:t>7</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7"/>
                  </a:ext>
                </a:extLst>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8"/>
                  </a:ext>
                </a:extLst>
              </a:tr>
              <a:tr h="370840">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dirty="0"/>
                    </a:p>
                  </a:txBody>
                  <a:tcPr/>
                </a:tc>
                <a:extLst>
                  <a:ext uri="{0D108BD9-81ED-4DB2-BD59-A6C34878D82A}">
                    <a16:rowId xmlns:a16="http://schemas.microsoft.com/office/drawing/2014/main" val="10009"/>
                  </a:ext>
                </a:extLst>
              </a:tr>
            </a:tbl>
          </a:graphicData>
        </a:graphic>
      </p:graphicFrame>
      <mc:AlternateContent xmlns:mc="http://schemas.openxmlformats.org/markup-compatibility/2006" xmlns:p14="http://schemas.microsoft.com/office/powerpoint/2010/main">
        <mc:Choice Requires="p14">
          <p:contentPart p14:bwMode="auto" r:id="rId2">
            <p14:nvContentPartPr>
              <p14:cNvPr id="21" name="Ink 20">
                <a:extLst>
                  <a:ext uri="{FF2B5EF4-FFF2-40B4-BE49-F238E27FC236}">
                    <a16:creationId xmlns:a16="http://schemas.microsoft.com/office/drawing/2014/main" id="{D96234CB-020A-63E9-24D4-B41AAB1D6F73}"/>
                  </a:ext>
                </a:extLst>
              </p14:cNvPr>
              <p14:cNvContentPartPr/>
              <p14:nvPr/>
            </p14:nvContentPartPr>
            <p14:xfrm>
              <a:off x="5621756" y="1760627"/>
              <a:ext cx="88560" cy="360"/>
            </p14:xfrm>
          </p:contentPart>
        </mc:Choice>
        <mc:Fallback xmlns="">
          <p:pic>
            <p:nvPicPr>
              <p:cNvPr id="21" name="Ink 20">
                <a:extLst>
                  <a:ext uri="{FF2B5EF4-FFF2-40B4-BE49-F238E27FC236}">
                    <a16:creationId xmlns:a16="http://schemas.microsoft.com/office/drawing/2014/main" id="{D96234CB-020A-63E9-24D4-B41AAB1D6F73}"/>
                  </a:ext>
                </a:extLst>
              </p:cNvPr>
              <p:cNvPicPr/>
              <p:nvPr/>
            </p:nvPicPr>
            <p:blipFill>
              <a:blip r:embed="rId17"/>
              <a:stretch>
                <a:fillRect/>
              </a:stretch>
            </p:blipFill>
            <p:spPr>
              <a:xfrm>
                <a:off x="5615636" y="1754507"/>
                <a:ext cx="1008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 name="Ink 10">
                <a:extLst>
                  <a:ext uri="{FF2B5EF4-FFF2-40B4-BE49-F238E27FC236}">
                    <a16:creationId xmlns:a16="http://schemas.microsoft.com/office/drawing/2014/main" id="{4BE5980C-1461-EBED-17BE-99BAD7700F37}"/>
                  </a:ext>
                </a:extLst>
              </p14:cNvPr>
              <p14:cNvContentPartPr/>
              <p14:nvPr/>
            </p14:nvContentPartPr>
            <p14:xfrm>
              <a:off x="948956" y="2109467"/>
              <a:ext cx="1557360" cy="173160"/>
            </p14:xfrm>
          </p:contentPart>
        </mc:Choice>
        <mc:Fallback xmlns="">
          <p:pic>
            <p:nvPicPr>
              <p:cNvPr id="11" name="Ink 10">
                <a:extLst>
                  <a:ext uri="{FF2B5EF4-FFF2-40B4-BE49-F238E27FC236}">
                    <a16:creationId xmlns:a16="http://schemas.microsoft.com/office/drawing/2014/main" id="{4BE5980C-1461-EBED-17BE-99BAD7700F37}"/>
                  </a:ext>
                </a:extLst>
              </p:cNvPr>
              <p:cNvPicPr/>
              <p:nvPr/>
            </p:nvPicPr>
            <p:blipFill>
              <a:blip r:embed="rId19"/>
              <a:stretch>
                <a:fillRect/>
              </a:stretch>
            </p:blipFill>
            <p:spPr>
              <a:xfrm>
                <a:off x="942836" y="2103347"/>
                <a:ext cx="1569600" cy="1854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60" name="Ink 59">
                <a:extLst>
                  <a:ext uri="{FF2B5EF4-FFF2-40B4-BE49-F238E27FC236}">
                    <a16:creationId xmlns:a16="http://schemas.microsoft.com/office/drawing/2014/main" id="{72F86AC1-8128-9440-AF7A-B79CDC6A69BF}"/>
                  </a:ext>
                </a:extLst>
              </p14:cNvPr>
              <p14:cNvContentPartPr/>
              <p14:nvPr/>
            </p14:nvContentPartPr>
            <p14:xfrm>
              <a:off x="10261436" y="1535267"/>
              <a:ext cx="681480" cy="441720"/>
            </p14:xfrm>
          </p:contentPart>
        </mc:Choice>
        <mc:Fallback xmlns="">
          <p:pic>
            <p:nvPicPr>
              <p:cNvPr id="60" name="Ink 59">
                <a:extLst>
                  <a:ext uri="{FF2B5EF4-FFF2-40B4-BE49-F238E27FC236}">
                    <a16:creationId xmlns:a16="http://schemas.microsoft.com/office/drawing/2014/main" id="{72F86AC1-8128-9440-AF7A-B79CDC6A69BF}"/>
                  </a:ext>
                </a:extLst>
              </p:cNvPr>
              <p:cNvPicPr/>
              <p:nvPr/>
            </p:nvPicPr>
            <p:blipFill>
              <a:blip r:embed="rId21"/>
              <a:stretch>
                <a:fillRect/>
              </a:stretch>
            </p:blipFill>
            <p:spPr>
              <a:xfrm>
                <a:off x="10255316" y="1529147"/>
                <a:ext cx="693720" cy="453960"/>
              </a:xfrm>
              <a:prstGeom prst="rect">
                <a:avLst/>
              </a:prstGeom>
            </p:spPr>
          </p:pic>
        </mc:Fallback>
      </mc:AlternateContent>
      <p:grpSp>
        <p:nvGrpSpPr>
          <p:cNvPr id="63" name="Group 62">
            <a:extLst>
              <a:ext uri="{FF2B5EF4-FFF2-40B4-BE49-F238E27FC236}">
                <a16:creationId xmlns:a16="http://schemas.microsoft.com/office/drawing/2014/main" id="{61EEF8F5-9D34-B9FF-801C-4617C503750C}"/>
              </a:ext>
            </a:extLst>
          </p:cNvPr>
          <p:cNvGrpSpPr/>
          <p:nvPr/>
        </p:nvGrpSpPr>
        <p:grpSpPr>
          <a:xfrm>
            <a:off x="2201036" y="1738307"/>
            <a:ext cx="394920" cy="91080"/>
            <a:chOff x="2201036" y="1738307"/>
            <a:chExt cx="394920" cy="91080"/>
          </a:xfrm>
        </p:grpSpPr>
        <mc:AlternateContent xmlns:mc="http://schemas.openxmlformats.org/markup-compatibility/2006" xmlns:p14="http://schemas.microsoft.com/office/powerpoint/2010/main">
          <mc:Choice Requires="p14">
            <p:contentPart p14:bwMode="auto" r:id="rId22">
              <p14:nvContentPartPr>
                <p14:cNvPr id="61" name="Ink 60">
                  <a:extLst>
                    <a:ext uri="{FF2B5EF4-FFF2-40B4-BE49-F238E27FC236}">
                      <a16:creationId xmlns:a16="http://schemas.microsoft.com/office/drawing/2014/main" id="{CB35C6EE-CDCC-5444-2A0B-BA382EEEAF4A}"/>
                    </a:ext>
                  </a:extLst>
                </p14:cNvPr>
                <p14:cNvContentPartPr/>
                <p14:nvPr/>
              </p14:nvContentPartPr>
              <p14:xfrm>
                <a:off x="2268716" y="1738307"/>
                <a:ext cx="360" cy="360"/>
              </p14:xfrm>
            </p:contentPart>
          </mc:Choice>
          <mc:Fallback xmlns="">
            <p:pic>
              <p:nvPicPr>
                <p:cNvPr id="61" name="Ink 60">
                  <a:extLst>
                    <a:ext uri="{FF2B5EF4-FFF2-40B4-BE49-F238E27FC236}">
                      <a16:creationId xmlns:a16="http://schemas.microsoft.com/office/drawing/2014/main" id="{CB35C6EE-CDCC-5444-2A0B-BA382EEEAF4A}"/>
                    </a:ext>
                  </a:extLst>
                </p:cNvPr>
                <p:cNvPicPr/>
                <p:nvPr/>
              </p:nvPicPr>
              <p:blipFill>
                <a:blip r:embed="rId23"/>
                <a:stretch>
                  <a:fillRect/>
                </a:stretch>
              </p:blipFill>
              <p:spPr>
                <a:xfrm>
                  <a:off x="2262596" y="173218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62" name="Ink 61">
                  <a:extLst>
                    <a:ext uri="{FF2B5EF4-FFF2-40B4-BE49-F238E27FC236}">
                      <a16:creationId xmlns:a16="http://schemas.microsoft.com/office/drawing/2014/main" id="{429BD8BE-74C5-9228-FF97-53F952B71298}"/>
                    </a:ext>
                  </a:extLst>
                </p14:cNvPr>
                <p14:cNvContentPartPr/>
                <p14:nvPr/>
              </p14:nvContentPartPr>
              <p14:xfrm>
                <a:off x="2201036" y="1772147"/>
                <a:ext cx="394920" cy="57240"/>
              </p14:xfrm>
            </p:contentPart>
          </mc:Choice>
          <mc:Fallback xmlns="">
            <p:pic>
              <p:nvPicPr>
                <p:cNvPr id="62" name="Ink 61">
                  <a:extLst>
                    <a:ext uri="{FF2B5EF4-FFF2-40B4-BE49-F238E27FC236}">
                      <a16:creationId xmlns:a16="http://schemas.microsoft.com/office/drawing/2014/main" id="{429BD8BE-74C5-9228-FF97-53F952B71298}"/>
                    </a:ext>
                  </a:extLst>
                </p:cNvPr>
                <p:cNvPicPr/>
                <p:nvPr/>
              </p:nvPicPr>
              <p:blipFill>
                <a:blip r:embed="rId25"/>
                <a:stretch>
                  <a:fillRect/>
                </a:stretch>
              </p:blipFill>
              <p:spPr>
                <a:xfrm>
                  <a:off x="2194916" y="1766027"/>
                  <a:ext cx="407160" cy="69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6">
            <p14:nvContentPartPr>
              <p14:cNvPr id="65" name="Ink 64">
                <a:extLst>
                  <a:ext uri="{FF2B5EF4-FFF2-40B4-BE49-F238E27FC236}">
                    <a16:creationId xmlns:a16="http://schemas.microsoft.com/office/drawing/2014/main" id="{AC952133-15E4-5BAE-4A31-567F46C4785E}"/>
                  </a:ext>
                </a:extLst>
              </p14:cNvPr>
              <p14:cNvContentPartPr/>
              <p14:nvPr/>
            </p14:nvContentPartPr>
            <p14:xfrm>
              <a:off x="10407956" y="2381987"/>
              <a:ext cx="360" cy="360"/>
            </p14:xfrm>
          </p:contentPart>
        </mc:Choice>
        <mc:Fallback xmlns="">
          <p:pic>
            <p:nvPicPr>
              <p:cNvPr id="65" name="Ink 64">
                <a:extLst>
                  <a:ext uri="{FF2B5EF4-FFF2-40B4-BE49-F238E27FC236}">
                    <a16:creationId xmlns:a16="http://schemas.microsoft.com/office/drawing/2014/main" id="{AC952133-15E4-5BAE-4A31-567F46C4785E}"/>
                  </a:ext>
                </a:extLst>
              </p:cNvPr>
              <p:cNvPicPr/>
              <p:nvPr/>
            </p:nvPicPr>
            <p:blipFill>
              <a:blip r:embed="rId23"/>
              <a:stretch>
                <a:fillRect/>
              </a:stretch>
            </p:blipFill>
            <p:spPr>
              <a:xfrm>
                <a:off x="10401836" y="237586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66" name="Ink 65">
                <a:extLst>
                  <a:ext uri="{FF2B5EF4-FFF2-40B4-BE49-F238E27FC236}">
                    <a16:creationId xmlns:a16="http://schemas.microsoft.com/office/drawing/2014/main" id="{24337924-B0AE-8A8B-608D-333277C96CC7}"/>
                  </a:ext>
                </a:extLst>
              </p14:cNvPr>
              <p14:cNvContentPartPr/>
              <p14:nvPr/>
            </p14:nvContentPartPr>
            <p14:xfrm>
              <a:off x="10972796" y="2494307"/>
              <a:ext cx="394920" cy="11880"/>
            </p14:xfrm>
          </p:contentPart>
        </mc:Choice>
        <mc:Fallback xmlns="">
          <p:pic>
            <p:nvPicPr>
              <p:cNvPr id="66" name="Ink 65">
                <a:extLst>
                  <a:ext uri="{FF2B5EF4-FFF2-40B4-BE49-F238E27FC236}">
                    <a16:creationId xmlns:a16="http://schemas.microsoft.com/office/drawing/2014/main" id="{24337924-B0AE-8A8B-608D-333277C96CC7}"/>
                  </a:ext>
                </a:extLst>
              </p:cNvPr>
              <p:cNvPicPr/>
              <p:nvPr/>
            </p:nvPicPr>
            <p:blipFill>
              <a:blip r:embed="rId28"/>
              <a:stretch>
                <a:fillRect/>
              </a:stretch>
            </p:blipFill>
            <p:spPr>
              <a:xfrm>
                <a:off x="10966676" y="2488187"/>
                <a:ext cx="40716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67" name="Ink 66">
                <a:extLst>
                  <a:ext uri="{FF2B5EF4-FFF2-40B4-BE49-F238E27FC236}">
                    <a16:creationId xmlns:a16="http://schemas.microsoft.com/office/drawing/2014/main" id="{F25A6D1A-C840-A703-4F27-8ADA21BF818E}"/>
                  </a:ext>
                </a:extLst>
              </p14:cNvPr>
              <p14:cNvContentPartPr/>
              <p14:nvPr/>
            </p14:nvContentPartPr>
            <p14:xfrm>
              <a:off x="1805756" y="2743067"/>
              <a:ext cx="360" cy="360"/>
            </p14:xfrm>
          </p:contentPart>
        </mc:Choice>
        <mc:Fallback xmlns="">
          <p:pic>
            <p:nvPicPr>
              <p:cNvPr id="67" name="Ink 66">
                <a:extLst>
                  <a:ext uri="{FF2B5EF4-FFF2-40B4-BE49-F238E27FC236}">
                    <a16:creationId xmlns:a16="http://schemas.microsoft.com/office/drawing/2014/main" id="{F25A6D1A-C840-A703-4F27-8ADA21BF818E}"/>
                  </a:ext>
                </a:extLst>
              </p:cNvPr>
              <p:cNvPicPr/>
              <p:nvPr/>
            </p:nvPicPr>
            <p:blipFill>
              <a:blip r:embed="rId23"/>
              <a:stretch>
                <a:fillRect/>
              </a:stretch>
            </p:blipFill>
            <p:spPr>
              <a:xfrm>
                <a:off x="1799636" y="273694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70" name="Ink 69">
                <a:extLst>
                  <a:ext uri="{FF2B5EF4-FFF2-40B4-BE49-F238E27FC236}">
                    <a16:creationId xmlns:a16="http://schemas.microsoft.com/office/drawing/2014/main" id="{96504C11-C18A-673B-7F19-EAB4266D72C2}"/>
                  </a:ext>
                </a:extLst>
              </p14:cNvPr>
              <p14:cNvContentPartPr/>
              <p14:nvPr/>
            </p14:nvContentPartPr>
            <p14:xfrm>
              <a:off x="9177476" y="2878067"/>
              <a:ext cx="472680" cy="34560"/>
            </p14:xfrm>
          </p:contentPart>
        </mc:Choice>
        <mc:Fallback xmlns="">
          <p:pic>
            <p:nvPicPr>
              <p:cNvPr id="70" name="Ink 69">
                <a:extLst>
                  <a:ext uri="{FF2B5EF4-FFF2-40B4-BE49-F238E27FC236}">
                    <a16:creationId xmlns:a16="http://schemas.microsoft.com/office/drawing/2014/main" id="{96504C11-C18A-673B-7F19-EAB4266D72C2}"/>
                  </a:ext>
                </a:extLst>
              </p:cNvPr>
              <p:cNvPicPr/>
              <p:nvPr/>
            </p:nvPicPr>
            <p:blipFill>
              <a:blip r:embed="rId31"/>
              <a:stretch>
                <a:fillRect/>
              </a:stretch>
            </p:blipFill>
            <p:spPr>
              <a:xfrm>
                <a:off x="9171356" y="2871947"/>
                <a:ext cx="48492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74" name="Ink 73">
                <a:extLst>
                  <a:ext uri="{FF2B5EF4-FFF2-40B4-BE49-F238E27FC236}">
                    <a16:creationId xmlns:a16="http://schemas.microsoft.com/office/drawing/2014/main" id="{F005E12E-1D62-3FD1-89F5-C24C96C43A17}"/>
                  </a:ext>
                </a:extLst>
              </p14:cNvPr>
              <p14:cNvContentPartPr/>
              <p14:nvPr/>
            </p14:nvContentPartPr>
            <p14:xfrm>
              <a:off x="10261436" y="3013787"/>
              <a:ext cx="315000" cy="115920"/>
            </p14:xfrm>
          </p:contentPart>
        </mc:Choice>
        <mc:Fallback xmlns="">
          <p:pic>
            <p:nvPicPr>
              <p:cNvPr id="74" name="Ink 73">
                <a:extLst>
                  <a:ext uri="{FF2B5EF4-FFF2-40B4-BE49-F238E27FC236}">
                    <a16:creationId xmlns:a16="http://schemas.microsoft.com/office/drawing/2014/main" id="{F005E12E-1D62-3FD1-89F5-C24C96C43A17}"/>
                  </a:ext>
                </a:extLst>
              </p:cNvPr>
              <p:cNvPicPr/>
              <p:nvPr/>
            </p:nvPicPr>
            <p:blipFill>
              <a:blip r:embed="rId33"/>
              <a:stretch>
                <a:fillRect/>
              </a:stretch>
            </p:blipFill>
            <p:spPr>
              <a:xfrm>
                <a:off x="10255316" y="3007667"/>
                <a:ext cx="327240" cy="1281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75" name="Ink 74">
                <a:extLst>
                  <a:ext uri="{FF2B5EF4-FFF2-40B4-BE49-F238E27FC236}">
                    <a16:creationId xmlns:a16="http://schemas.microsoft.com/office/drawing/2014/main" id="{E79B7988-A205-7DD5-F8F5-F9791CFFC37E}"/>
                  </a:ext>
                </a:extLst>
              </p14:cNvPr>
              <p14:cNvContentPartPr/>
              <p14:nvPr/>
            </p14:nvContentPartPr>
            <p14:xfrm>
              <a:off x="6107036" y="2167067"/>
              <a:ext cx="925200" cy="360"/>
            </p14:xfrm>
          </p:contentPart>
        </mc:Choice>
        <mc:Fallback xmlns="">
          <p:pic>
            <p:nvPicPr>
              <p:cNvPr id="75" name="Ink 74">
                <a:extLst>
                  <a:ext uri="{FF2B5EF4-FFF2-40B4-BE49-F238E27FC236}">
                    <a16:creationId xmlns:a16="http://schemas.microsoft.com/office/drawing/2014/main" id="{E79B7988-A205-7DD5-F8F5-F9791CFFC37E}"/>
                  </a:ext>
                </a:extLst>
              </p:cNvPr>
              <p:cNvPicPr/>
              <p:nvPr/>
            </p:nvPicPr>
            <p:blipFill>
              <a:blip r:embed="rId35"/>
              <a:stretch>
                <a:fillRect/>
              </a:stretch>
            </p:blipFill>
            <p:spPr>
              <a:xfrm>
                <a:off x="6100916" y="2160947"/>
                <a:ext cx="93744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76" name="Ink 75">
                <a:extLst>
                  <a:ext uri="{FF2B5EF4-FFF2-40B4-BE49-F238E27FC236}">
                    <a16:creationId xmlns:a16="http://schemas.microsoft.com/office/drawing/2014/main" id="{E9BF1FFA-4955-D1BB-6522-DAFC6131391E}"/>
                  </a:ext>
                </a:extLst>
              </p14:cNvPr>
              <p14:cNvContentPartPr/>
              <p14:nvPr/>
            </p14:nvContentPartPr>
            <p14:xfrm>
              <a:off x="6953756" y="1745147"/>
              <a:ext cx="299520" cy="139680"/>
            </p14:xfrm>
          </p:contentPart>
        </mc:Choice>
        <mc:Fallback xmlns="">
          <p:pic>
            <p:nvPicPr>
              <p:cNvPr id="76" name="Ink 75">
                <a:extLst>
                  <a:ext uri="{FF2B5EF4-FFF2-40B4-BE49-F238E27FC236}">
                    <a16:creationId xmlns:a16="http://schemas.microsoft.com/office/drawing/2014/main" id="{E9BF1FFA-4955-D1BB-6522-DAFC6131391E}"/>
                  </a:ext>
                </a:extLst>
              </p:cNvPr>
              <p:cNvPicPr/>
              <p:nvPr/>
            </p:nvPicPr>
            <p:blipFill>
              <a:blip r:embed="rId37"/>
              <a:stretch>
                <a:fillRect/>
              </a:stretch>
            </p:blipFill>
            <p:spPr>
              <a:xfrm>
                <a:off x="6947636" y="1739027"/>
                <a:ext cx="31176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77" name="Ink 76">
                <a:extLst>
                  <a:ext uri="{FF2B5EF4-FFF2-40B4-BE49-F238E27FC236}">
                    <a16:creationId xmlns:a16="http://schemas.microsoft.com/office/drawing/2014/main" id="{032C498B-FF31-E06A-740E-04C4E57E31B1}"/>
                  </a:ext>
                </a:extLst>
              </p14:cNvPr>
              <p14:cNvContentPartPr/>
              <p14:nvPr/>
            </p14:nvContentPartPr>
            <p14:xfrm>
              <a:off x="4820396" y="2923787"/>
              <a:ext cx="1322280" cy="9000"/>
            </p14:xfrm>
          </p:contentPart>
        </mc:Choice>
        <mc:Fallback xmlns="">
          <p:pic>
            <p:nvPicPr>
              <p:cNvPr id="77" name="Ink 76">
                <a:extLst>
                  <a:ext uri="{FF2B5EF4-FFF2-40B4-BE49-F238E27FC236}">
                    <a16:creationId xmlns:a16="http://schemas.microsoft.com/office/drawing/2014/main" id="{032C498B-FF31-E06A-740E-04C4E57E31B1}"/>
                  </a:ext>
                </a:extLst>
              </p:cNvPr>
              <p:cNvPicPr/>
              <p:nvPr/>
            </p:nvPicPr>
            <p:blipFill>
              <a:blip r:embed="rId39"/>
              <a:stretch>
                <a:fillRect/>
              </a:stretch>
            </p:blipFill>
            <p:spPr>
              <a:xfrm>
                <a:off x="4814276" y="2917667"/>
                <a:ext cx="1334520" cy="212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78" name="Ink 77">
                <a:extLst>
                  <a:ext uri="{FF2B5EF4-FFF2-40B4-BE49-F238E27FC236}">
                    <a16:creationId xmlns:a16="http://schemas.microsoft.com/office/drawing/2014/main" id="{B07630BD-8088-CCCA-17B1-1E869F6AC3D4}"/>
                  </a:ext>
                </a:extLst>
              </p14:cNvPr>
              <p14:cNvContentPartPr/>
              <p14:nvPr/>
            </p14:nvContentPartPr>
            <p14:xfrm>
              <a:off x="5418716" y="3645947"/>
              <a:ext cx="597240" cy="360"/>
            </p14:xfrm>
          </p:contentPart>
        </mc:Choice>
        <mc:Fallback xmlns="">
          <p:pic>
            <p:nvPicPr>
              <p:cNvPr id="78" name="Ink 77">
                <a:extLst>
                  <a:ext uri="{FF2B5EF4-FFF2-40B4-BE49-F238E27FC236}">
                    <a16:creationId xmlns:a16="http://schemas.microsoft.com/office/drawing/2014/main" id="{B07630BD-8088-CCCA-17B1-1E869F6AC3D4}"/>
                  </a:ext>
                </a:extLst>
              </p:cNvPr>
              <p:cNvPicPr/>
              <p:nvPr/>
            </p:nvPicPr>
            <p:blipFill>
              <a:blip r:embed="rId41"/>
              <a:stretch>
                <a:fillRect/>
              </a:stretch>
            </p:blipFill>
            <p:spPr>
              <a:xfrm>
                <a:off x="5412596" y="3639827"/>
                <a:ext cx="609480" cy="12600"/>
              </a:xfrm>
              <a:prstGeom prst="rect">
                <a:avLst/>
              </a:prstGeom>
            </p:spPr>
          </p:pic>
        </mc:Fallback>
      </mc:AlternateContent>
    </p:spTree>
    <p:extLst>
      <p:ext uri="{BB962C8B-B14F-4D97-AF65-F5344CB8AC3E}">
        <p14:creationId xmlns:p14="http://schemas.microsoft.com/office/powerpoint/2010/main" val="13575371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591313" y="632533"/>
            <a:ext cx="6735567" cy="5153547"/>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6DEF076B-5BB6-B704-0D61-133A7D640F86}"/>
                  </a:ext>
                </a:extLst>
              </p14:cNvPr>
              <p14:cNvContentPartPr/>
              <p14:nvPr/>
            </p14:nvContentPartPr>
            <p14:xfrm>
              <a:off x="9321836" y="2077427"/>
              <a:ext cx="151560" cy="295200"/>
            </p14:xfrm>
          </p:contentPart>
        </mc:Choice>
        <mc:Fallback xmlns="">
          <p:pic>
            <p:nvPicPr>
              <p:cNvPr id="2" name="Ink 1">
                <a:extLst>
                  <a:ext uri="{FF2B5EF4-FFF2-40B4-BE49-F238E27FC236}">
                    <a16:creationId xmlns:a16="http://schemas.microsoft.com/office/drawing/2014/main" id="{6DEF076B-5BB6-B704-0D61-133A7D640F86}"/>
                  </a:ext>
                </a:extLst>
              </p:cNvPr>
              <p:cNvPicPr/>
              <p:nvPr/>
            </p:nvPicPr>
            <p:blipFill>
              <a:blip r:embed="rId4"/>
              <a:stretch>
                <a:fillRect/>
              </a:stretch>
            </p:blipFill>
            <p:spPr>
              <a:xfrm>
                <a:off x="9315716" y="2071307"/>
                <a:ext cx="163800" cy="307440"/>
              </a:xfrm>
              <a:prstGeom prst="rect">
                <a:avLst/>
              </a:prstGeom>
            </p:spPr>
          </p:pic>
        </mc:Fallback>
      </mc:AlternateContent>
    </p:spTree>
    <p:extLst>
      <p:ext uri="{BB962C8B-B14F-4D97-AF65-F5344CB8AC3E}">
        <p14:creationId xmlns:p14="http://schemas.microsoft.com/office/powerpoint/2010/main" val="26905211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sz="4000" dirty="0">
                <a:latin typeface="Calibri"/>
                <a:cs typeface="Calibri"/>
              </a:rPr>
              <a:t>Is A* Optimal?</a:t>
            </a:r>
          </a:p>
        </p:txBody>
      </p:sp>
      <p:sp>
        <p:nvSpPr>
          <p:cNvPr id="803856" name="Rectangle 16"/>
          <p:cNvSpPr>
            <a:spLocks noGrp="1" noChangeArrowheads="1"/>
          </p:cNvSpPr>
          <p:nvPr>
            <p:ph idx="1"/>
          </p:nvPr>
        </p:nvSpPr>
        <p:spPr>
          <a:xfrm>
            <a:off x="838200" y="4818479"/>
            <a:ext cx="10515600" cy="1455183"/>
          </a:xfrm>
        </p:spPr>
        <p:txBody>
          <a:bodyPr>
            <a:normAutofit/>
          </a:bodyPr>
          <a:lstStyle/>
          <a:p>
            <a:pPr eaLnBrk="1" hangingPunct="1">
              <a:lnSpc>
                <a:spcPct val="90000"/>
              </a:lnSpc>
            </a:pPr>
            <a:r>
              <a:rPr lang="en-US" sz="2800" dirty="0">
                <a:latin typeface="Calibri"/>
                <a:cs typeface="Calibri"/>
              </a:rPr>
              <a:t>What went wrong?</a:t>
            </a:r>
          </a:p>
          <a:p>
            <a:pPr lvl="1"/>
            <a:r>
              <a:rPr lang="en-US" sz="2400" dirty="0">
                <a:latin typeface="Calibri"/>
                <a:cs typeface="Calibri"/>
              </a:rPr>
              <a:t>Actual bad goal cost &lt; estimated good goal cost</a:t>
            </a:r>
          </a:p>
          <a:p>
            <a:pPr lvl="1"/>
            <a:r>
              <a:rPr lang="en-US" sz="2400" dirty="0">
                <a:latin typeface="Calibri"/>
                <a:cs typeface="Calibri"/>
              </a:rPr>
              <a:t>We need estimates to be less than actual costs!</a:t>
            </a:r>
          </a:p>
        </p:txBody>
      </p:sp>
      <p:sp>
        <p:nvSpPr>
          <p:cNvPr id="16387" name="AutoShape 3"/>
          <p:cNvSpPr>
            <a:spLocks noChangeArrowheads="1"/>
          </p:cNvSpPr>
          <p:nvPr/>
        </p:nvSpPr>
        <p:spPr bwMode="auto">
          <a:xfrm>
            <a:off x="5791200" y="1752598"/>
            <a:ext cx="609600" cy="571501"/>
          </a:xfrm>
          <a:prstGeom prst="roundRect">
            <a:avLst>
              <a:gd name="adj" fmla="val 50000"/>
            </a:avLst>
          </a:prstGeom>
          <a:noFill/>
          <a:ln w="28575">
            <a:solidFill>
              <a:schemeClr val="tx1"/>
            </a:solidFill>
            <a:round/>
            <a:headEnd/>
            <a:tailEnd/>
          </a:ln>
        </p:spPr>
        <p:txBody>
          <a:bodyPr wrap="none" lIns="91438" tIns="45719" rIns="91438" bIns="45719" anchor="ctr"/>
          <a:lstStyle/>
          <a:p>
            <a:pPr algn="ctr"/>
            <a:r>
              <a:rPr lang="en-US" sz="2800" b="1" dirty="0">
                <a:latin typeface="Calibri"/>
                <a:cs typeface="Calibri"/>
              </a:rPr>
              <a:t>A</a:t>
            </a:r>
          </a:p>
        </p:txBody>
      </p:sp>
      <p:sp>
        <p:nvSpPr>
          <p:cNvPr id="16388" name="AutoShape 4"/>
          <p:cNvSpPr>
            <a:spLocks noChangeArrowheads="1"/>
          </p:cNvSpPr>
          <p:nvPr/>
        </p:nvSpPr>
        <p:spPr bwMode="auto">
          <a:xfrm>
            <a:off x="8763000" y="3238499"/>
            <a:ext cx="609600" cy="571501"/>
          </a:xfrm>
          <a:prstGeom prst="roundRect">
            <a:avLst>
              <a:gd name="adj" fmla="val 50000"/>
            </a:avLst>
          </a:prstGeom>
          <a:noFill/>
          <a:ln w="28575">
            <a:solidFill>
              <a:schemeClr val="tx1"/>
            </a:solidFill>
            <a:round/>
            <a:headEnd/>
            <a:tailEnd/>
          </a:ln>
        </p:spPr>
        <p:txBody>
          <a:bodyPr wrap="none" lIns="91438" tIns="45719" rIns="91438" bIns="45719" anchor="ctr"/>
          <a:lstStyle/>
          <a:p>
            <a:pPr algn="ctr"/>
            <a:r>
              <a:rPr lang="en-US" sz="2800" b="1" dirty="0">
                <a:latin typeface="Calibri"/>
                <a:cs typeface="Calibri"/>
              </a:rPr>
              <a:t>G</a:t>
            </a:r>
          </a:p>
        </p:txBody>
      </p:sp>
      <p:sp>
        <p:nvSpPr>
          <p:cNvPr id="16389" name="AutoShape 5"/>
          <p:cNvSpPr>
            <a:spLocks noChangeArrowheads="1"/>
          </p:cNvSpPr>
          <p:nvPr/>
        </p:nvSpPr>
        <p:spPr bwMode="auto">
          <a:xfrm>
            <a:off x="2819400" y="3124198"/>
            <a:ext cx="609600" cy="571501"/>
          </a:xfrm>
          <a:prstGeom prst="roundRect">
            <a:avLst>
              <a:gd name="adj" fmla="val 50000"/>
            </a:avLst>
          </a:prstGeom>
          <a:noFill/>
          <a:ln w="28575">
            <a:solidFill>
              <a:schemeClr val="tx1"/>
            </a:solidFill>
            <a:round/>
            <a:headEnd/>
            <a:tailEnd/>
          </a:ln>
        </p:spPr>
        <p:txBody>
          <a:bodyPr wrap="none" lIns="91438" tIns="45719" rIns="91438" bIns="45719" anchor="ctr"/>
          <a:lstStyle/>
          <a:p>
            <a:pPr algn="ctr"/>
            <a:r>
              <a:rPr lang="en-US" sz="2800" b="1" dirty="0">
                <a:latin typeface="Calibri"/>
                <a:cs typeface="Calibri"/>
              </a:rPr>
              <a:t>S</a:t>
            </a:r>
          </a:p>
        </p:txBody>
      </p:sp>
      <p:sp>
        <p:nvSpPr>
          <p:cNvPr id="16391" name="Text Box 7"/>
          <p:cNvSpPr txBox="1">
            <a:spLocks noChangeArrowheads="1"/>
          </p:cNvSpPr>
          <p:nvPr/>
        </p:nvSpPr>
        <p:spPr bwMode="auto">
          <a:xfrm>
            <a:off x="3886200" y="1752599"/>
            <a:ext cx="457200" cy="519113"/>
          </a:xfrm>
          <a:prstGeom prst="rect">
            <a:avLst/>
          </a:prstGeom>
          <a:noFill/>
          <a:ln w="9525">
            <a:noFill/>
            <a:miter lim="800000"/>
            <a:headEnd/>
            <a:tailEnd/>
          </a:ln>
        </p:spPr>
        <p:txBody>
          <a:bodyPr lIns="91438" tIns="45719" rIns="91438" bIns="45719">
            <a:spAutoFit/>
          </a:bodyPr>
          <a:lstStyle/>
          <a:p>
            <a:pPr>
              <a:spcBef>
                <a:spcPct val="50000"/>
              </a:spcBef>
            </a:pPr>
            <a:r>
              <a:rPr lang="en-US" sz="2800" b="1" dirty="0">
                <a:latin typeface="Calibri"/>
                <a:cs typeface="Calibri"/>
              </a:rPr>
              <a:t>1</a:t>
            </a:r>
          </a:p>
        </p:txBody>
      </p:sp>
      <p:sp>
        <p:nvSpPr>
          <p:cNvPr id="16392" name="Text Box 8"/>
          <p:cNvSpPr txBox="1">
            <a:spLocks noChangeArrowheads="1"/>
          </p:cNvSpPr>
          <p:nvPr/>
        </p:nvSpPr>
        <p:spPr bwMode="auto">
          <a:xfrm>
            <a:off x="7848600" y="1752599"/>
            <a:ext cx="457200" cy="519113"/>
          </a:xfrm>
          <a:prstGeom prst="rect">
            <a:avLst/>
          </a:prstGeom>
          <a:noFill/>
          <a:ln w="9525">
            <a:noFill/>
            <a:miter lim="800000"/>
            <a:headEnd/>
            <a:tailEnd/>
          </a:ln>
        </p:spPr>
        <p:txBody>
          <a:bodyPr lIns="91438" tIns="45719" rIns="91438" bIns="45719">
            <a:spAutoFit/>
          </a:bodyPr>
          <a:lstStyle/>
          <a:p>
            <a:pPr>
              <a:spcBef>
                <a:spcPct val="50000"/>
              </a:spcBef>
            </a:pPr>
            <a:r>
              <a:rPr lang="en-US" sz="2800" b="1" dirty="0">
                <a:latin typeface="Calibri"/>
                <a:cs typeface="Calibri"/>
              </a:rPr>
              <a:t>3</a:t>
            </a:r>
          </a:p>
        </p:txBody>
      </p:sp>
      <p:sp>
        <p:nvSpPr>
          <p:cNvPr id="16393" name="Text Box 9"/>
          <p:cNvSpPr txBox="1">
            <a:spLocks noChangeArrowheads="1"/>
          </p:cNvSpPr>
          <p:nvPr/>
        </p:nvSpPr>
        <p:spPr bwMode="auto">
          <a:xfrm>
            <a:off x="5715000" y="1295399"/>
            <a:ext cx="914400" cy="400108"/>
          </a:xfrm>
          <a:prstGeom prst="rect">
            <a:avLst/>
          </a:prstGeom>
          <a:noFill/>
          <a:ln w="9525">
            <a:noFill/>
            <a:miter lim="800000"/>
            <a:headEnd/>
            <a:tailEnd/>
          </a:ln>
        </p:spPr>
        <p:txBody>
          <a:bodyPr lIns="91438" tIns="45719" rIns="91438" bIns="45719">
            <a:spAutoFit/>
          </a:bodyPr>
          <a:lstStyle/>
          <a:p>
            <a:pPr>
              <a:spcBef>
                <a:spcPct val="50000"/>
              </a:spcBef>
            </a:pPr>
            <a:r>
              <a:rPr lang="en-US" sz="2000" i="1" dirty="0">
                <a:latin typeface="Calibri"/>
                <a:cs typeface="Calibri"/>
              </a:rPr>
              <a:t>h = 6</a:t>
            </a:r>
          </a:p>
        </p:txBody>
      </p:sp>
      <p:sp>
        <p:nvSpPr>
          <p:cNvPr id="16394" name="Text Box 10"/>
          <p:cNvSpPr txBox="1">
            <a:spLocks noChangeArrowheads="1"/>
          </p:cNvSpPr>
          <p:nvPr/>
        </p:nvSpPr>
        <p:spPr bwMode="auto">
          <a:xfrm>
            <a:off x="9448800" y="3288269"/>
            <a:ext cx="914400" cy="400108"/>
          </a:xfrm>
          <a:prstGeom prst="rect">
            <a:avLst/>
          </a:prstGeom>
          <a:noFill/>
          <a:ln w="9525">
            <a:noFill/>
            <a:miter lim="800000"/>
            <a:headEnd/>
            <a:tailEnd/>
          </a:ln>
        </p:spPr>
        <p:txBody>
          <a:bodyPr lIns="91438" tIns="45719" rIns="91438" bIns="45719">
            <a:spAutoFit/>
          </a:bodyPr>
          <a:lstStyle/>
          <a:p>
            <a:pPr>
              <a:spcBef>
                <a:spcPct val="50000"/>
              </a:spcBef>
            </a:pPr>
            <a:r>
              <a:rPr lang="en-US" sz="2000" i="1" dirty="0">
                <a:latin typeface="Calibri"/>
                <a:cs typeface="Calibri"/>
              </a:rPr>
              <a:t>h = 0</a:t>
            </a:r>
          </a:p>
        </p:txBody>
      </p:sp>
      <p:sp>
        <p:nvSpPr>
          <p:cNvPr id="16396" name="Text Box 12"/>
          <p:cNvSpPr txBox="1">
            <a:spLocks noChangeArrowheads="1"/>
          </p:cNvSpPr>
          <p:nvPr/>
        </p:nvSpPr>
        <p:spPr bwMode="auto">
          <a:xfrm>
            <a:off x="0" y="4038600"/>
            <a:ext cx="12192000" cy="519113"/>
          </a:xfrm>
          <a:prstGeom prst="rect">
            <a:avLst/>
          </a:prstGeom>
          <a:noFill/>
          <a:ln w="9525">
            <a:noFill/>
            <a:miter lim="800000"/>
            <a:headEnd/>
            <a:tailEnd/>
          </a:ln>
        </p:spPr>
        <p:txBody>
          <a:bodyPr wrap="square" lIns="91438" tIns="45719" rIns="91438" bIns="45719">
            <a:spAutoFit/>
          </a:bodyPr>
          <a:lstStyle/>
          <a:p>
            <a:pPr algn="ctr">
              <a:spcBef>
                <a:spcPct val="50000"/>
              </a:spcBef>
            </a:pPr>
            <a:r>
              <a:rPr lang="en-US" sz="2800" b="1" dirty="0">
                <a:latin typeface="Calibri"/>
                <a:cs typeface="Calibri"/>
              </a:rPr>
              <a:t>5</a:t>
            </a:r>
          </a:p>
        </p:txBody>
      </p:sp>
      <p:sp>
        <p:nvSpPr>
          <p:cNvPr id="16398" name="Text Box 15"/>
          <p:cNvSpPr txBox="1">
            <a:spLocks noChangeArrowheads="1"/>
          </p:cNvSpPr>
          <p:nvPr/>
        </p:nvSpPr>
        <p:spPr bwMode="auto">
          <a:xfrm>
            <a:off x="3505200" y="3200399"/>
            <a:ext cx="762000" cy="400108"/>
          </a:xfrm>
          <a:prstGeom prst="rect">
            <a:avLst/>
          </a:prstGeom>
          <a:noFill/>
          <a:ln w="9525">
            <a:noFill/>
            <a:miter lim="800000"/>
            <a:headEnd/>
            <a:tailEnd/>
          </a:ln>
        </p:spPr>
        <p:txBody>
          <a:bodyPr lIns="91438" tIns="45719" rIns="91438" bIns="45719">
            <a:spAutoFit/>
          </a:bodyPr>
          <a:lstStyle/>
          <a:p>
            <a:pPr>
              <a:spcBef>
                <a:spcPct val="50000"/>
              </a:spcBef>
            </a:pPr>
            <a:r>
              <a:rPr lang="en-US" sz="2000" i="1" dirty="0">
                <a:latin typeface="Calibri"/>
                <a:cs typeface="Calibri"/>
              </a:rPr>
              <a:t>h</a:t>
            </a:r>
            <a:r>
              <a:rPr lang="en-US" sz="2000" dirty="0">
                <a:latin typeface="Calibri"/>
                <a:cs typeface="Calibri"/>
              </a:rPr>
              <a:t> = </a:t>
            </a:r>
            <a:r>
              <a:rPr lang="en-US" sz="2000" i="1" dirty="0">
                <a:latin typeface="Calibri"/>
                <a:cs typeface="Calibri"/>
              </a:rPr>
              <a:t>7</a:t>
            </a:r>
          </a:p>
        </p:txBody>
      </p:sp>
      <p:cxnSp>
        <p:nvCxnSpPr>
          <p:cNvPr id="26" name="Curved Connector 25"/>
          <p:cNvCxnSpPr>
            <a:stCxn id="16389" idx="2"/>
            <a:endCxn id="16388" idx="2"/>
          </p:cNvCxnSpPr>
          <p:nvPr/>
        </p:nvCxnSpPr>
        <p:spPr>
          <a:xfrm rot="16200000" flipH="1">
            <a:off x="6038850" y="781049"/>
            <a:ext cx="114301" cy="5943600"/>
          </a:xfrm>
          <a:prstGeom prst="curvedConnector3">
            <a:avLst>
              <a:gd name="adj1" fmla="val 792305"/>
            </a:avLst>
          </a:prstGeom>
          <a:ln w="28575">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28" name="Curved Connector 27"/>
          <p:cNvCxnSpPr>
            <a:stCxn id="16389" idx="0"/>
            <a:endCxn id="16387" idx="1"/>
          </p:cNvCxnSpPr>
          <p:nvPr/>
        </p:nvCxnSpPr>
        <p:spPr>
          <a:xfrm rot="5400000" flipH="1" flipV="1">
            <a:off x="3914776" y="1247774"/>
            <a:ext cx="1085849" cy="2667000"/>
          </a:xfrm>
          <a:prstGeom prst="curvedConnector2">
            <a:avLst/>
          </a:prstGeom>
          <a:ln w="28575">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cxnSp>
        <p:nvCxnSpPr>
          <p:cNvPr id="31" name="Curved Connector 27"/>
          <p:cNvCxnSpPr>
            <a:stCxn id="16387" idx="3"/>
            <a:endCxn id="16388" idx="0"/>
          </p:cNvCxnSpPr>
          <p:nvPr/>
        </p:nvCxnSpPr>
        <p:spPr>
          <a:xfrm>
            <a:off x="6400800" y="2038349"/>
            <a:ext cx="2667000" cy="1200150"/>
          </a:xfrm>
          <a:prstGeom prst="curvedConnector2">
            <a:avLst/>
          </a:prstGeom>
          <a:ln w="28575">
            <a:solidFill>
              <a:schemeClr val="tx1"/>
            </a:solidFill>
            <a:headEnd type="none" w="med" len="med"/>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9851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385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0385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noAutofit/>
          </a:bodyPr>
          <a:lstStyle/>
          <a:p>
            <a:r>
              <a:rPr lang="en-US" altLang="en-US" dirty="0"/>
              <a:t>Admissible Heuristic Functions</a:t>
            </a:r>
            <a:endParaRPr lang="en-GB" altLang="en-US" dirty="0"/>
          </a:p>
        </p:txBody>
      </p:sp>
      <mc:AlternateContent xmlns:mc="http://schemas.openxmlformats.org/markup-compatibility/2006" xmlns:a14="http://schemas.microsoft.com/office/drawing/2010/main">
        <mc:Choice Requires="a14">
          <p:sp>
            <p:nvSpPr>
              <p:cNvPr id="11268" name="Rectangle 3"/>
              <p:cNvSpPr>
                <a:spLocks noGrp="1" noChangeArrowheads="1"/>
              </p:cNvSpPr>
              <p:nvPr>
                <p:ph idx="1"/>
              </p:nvPr>
            </p:nvSpPr>
            <p:spPr/>
            <p:txBody>
              <a:bodyPr>
                <a:normAutofit/>
              </a:bodyPr>
              <a:lstStyle/>
              <a:p>
                <a:r>
                  <a:rPr lang="en-US" altLang="en-US" dirty="0"/>
                  <a:t>A heuristic </a:t>
                </a:r>
                <a14:m>
                  <m:oMath xmlns:m="http://schemas.openxmlformats.org/officeDocument/2006/math">
                    <m:r>
                      <a:rPr lang="en-US" altLang="en-US" i="1" dirty="0" smtClean="0">
                        <a:latin typeface="Cambria Math"/>
                      </a:rPr>
                      <m:t>ℎ</m:t>
                    </m:r>
                    <m:r>
                      <a:rPr lang="en-US" altLang="en-US" i="1" dirty="0" smtClean="0">
                        <a:latin typeface="Cambria Math"/>
                      </a:rPr>
                      <m:t>(</m:t>
                    </m:r>
                    <m:r>
                      <a:rPr lang="en-US" altLang="en-US" i="1" dirty="0" smtClean="0">
                        <a:latin typeface="Cambria Math"/>
                      </a:rPr>
                      <m:t>𝑛</m:t>
                    </m:r>
                    <m:r>
                      <a:rPr lang="en-US" altLang="en-US" i="1" dirty="0" smtClean="0">
                        <a:latin typeface="Cambria Math"/>
                      </a:rPr>
                      <m:t>)</m:t>
                    </m:r>
                  </m:oMath>
                </a14:m>
                <a:r>
                  <a:rPr lang="en-US" altLang="en-US" dirty="0"/>
                  <a:t> </a:t>
                </a:r>
                <a:r>
                  <a:rPr lang="en-US" altLang="en-US" dirty="0">
                    <a:solidFill>
                      <a:srgbClr val="FF0000"/>
                    </a:solidFill>
                  </a:rPr>
                  <a:t>is admissible </a:t>
                </a:r>
                <a:r>
                  <a:rPr lang="en-US" altLang="en-US" dirty="0"/>
                  <a:t>if </a:t>
                </a:r>
                <a14:m>
                  <m:oMath xmlns:m="http://schemas.openxmlformats.org/officeDocument/2006/math">
                    <m:r>
                      <a:rPr lang="en-US" altLang="en-US" i="1" dirty="0" smtClean="0">
                        <a:solidFill>
                          <a:schemeClr val="tx1"/>
                        </a:solidFill>
                        <a:latin typeface="Cambria Math"/>
                      </a:rPr>
                      <m:t>ℎ</m:t>
                    </m:r>
                    <m:r>
                      <a:rPr lang="en-US" altLang="en-US" i="1" dirty="0" smtClean="0">
                        <a:solidFill>
                          <a:schemeClr val="tx1"/>
                        </a:solidFill>
                        <a:latin typeface="Cambria Math"/>
                      </a:rPr>
                      <m:t>(</m:t>
                    </m:r>
                    <m:r>
                      <a:rPr lang="en-US" altLang="en-US" i="1" dirty="0" smtClean="0">
                        <a:solidFill>
                          <a:schemeClr val="tx1"/>
                        </a:solidFill>
                        <a:latin typeface="Cambria Math"/>
                      </a:rPr>
                      <m:t>𝑛</m:t>
                    </m:r>
                    <m:r>
                      <a:rPr lang="en-US" altLang="en-US" i="1" dirty="0" smtClean="0">
                        <a:solidFill>
                          <a:schemeClr val="tx1"/>
                        </a:solidFill>
                        <a:latin typeface="Cambria Math"/>
                      </a:rPr>
                      <m:t>)</m:t>
                    </m:r>
                  </m:oMath>
                </a14:m>
                <a:r>
                  <a:rPr lang="en-US" altLang="en-US" dirty="0"/>
                  <a:t> </a:t>
                </a:r>
                <a:r>
                  <a:rPr lang="en-US" altLang="en-US" dirty="0">
                    <a:solidFill>
                      <a:srgbClr val="0000FF"/>
                    </a:solidFill>
                  </a:rPr>
                  <a:t>never overestimates the cost to reach the goal</a:t>
                </a:r>
                <a:r>
                  <a:rPr lang="en-US" altLang="en-US" dirty="0"/>
                  <a:t>.</a:t>
                </a:r>
              </a:p>
              <a:p>
                <a:pPr lvl="1"/>
                <a:r>
                  <a:rPr lang="en-US" altLang="en-US" dirty="0"/>
                  <a:t>Admissible heuristics are “optimistic” approximation</a:t>
                </a:r>
              </a:p>
              <a:p>
                <a:endParaRPr lang="en-US" altLang="en-US" sz="1800" i="1" dirty="0"/>
              </a:p>
              <a:p>
                <a:r>
                  <a:rPr lang="en-US" altLang="en-US" dirty="0"/>
                  <a:t>Mathematically</a:t>
                </a:r>
                <a:r>
                  <a:rPr lang="en-US" altLang="en-US" i="1" dirty="0"/>
                  <a:t> h</a:t>
                </a:r>
                <a:r>
                  <a:rPr lang="en-US" altLang="en-US" dirty="0"/>
                  <a:t> is admissible if </a:t>
                </a:r>
              </a:p>
              <a:p>
                <a:pPr marL="0" indent="0">
                  <a:buNone/>
                </a:pPr>
                <a:r>
                  <a:rPr lang="en-US" altLang="en-US" dirty="0"/>
                  <a:t>	For all n, </a:t>
                </a:r>
                <a14:m>
                  <m:oMath xmlns:m="http://schemas.openxmlformats.org/officeDocument/2006/math">
                    <m:r>
                      <a:rPr lang="en-US" altLang="en-US" i="1" dirty="0">
                        <a:latin typeface="Cambria Math"/>
                      </a:rPr>
                      <m:t>ℎ</m:t>
                    </m:r>
                    <m:d>
                      <m:dPr>
                        <m:ctrlPr>
                          <a:rPr lang="en-US" altLang="en-US" i="1" dirty="0">
                            <a:latin typeface="Cambria Math"/>
                          </a:rPr>
                        </m:ctrlPr>
                      </m:dPr>
                      <m:e>
                        <m:r>
                          <a:rPr lang="en-US" altLang="en-US" i="1" dirty="0">
                            <a:latin typeface="Cambria Math"/>
                          </a:rPr>
                          <m:t>𝑛</m:t>
                        </m:r>
                      </m:e>
                    </m:d>
                    <m:r>
                      <a:rPr lang="en-US" altLang="en-US" i="1" dirty="0">
                        <a:latin typeface="Cambria Math"/>
                      </a:rPr>
                      <m:t>≤</m:t>
                    </m:r>
                    <m:r>
                      <a:rPr lang="en-US" altLang="en-US" i="1" dirty="0">
                        <a:latin typeface="Cambria Math"/>
                      </a:rPr>
                      <m:t>𝐶</m:t>
                    </m:r>
                    <m:r>
                      <a:rPr lang="en-US" altLang="en-US" i="1" dirty="0">
                        <a:latin typeface="Cambria Math"/>
                      </a:rPr>
                      <m:t>(</m:t>
                    </m:r>
                    <m:r>
                      <a:rPr lang="en-US" altLang="en-US" i="1" dirty="0">
                        <a:latin typeface="Cambria Math"/>
                      </a:rPr>
                      <m:t>𝑛</m:t>
                    </m:r>
                    <m:r>
                      <a:rPr lang="en-US" altLang="en-US" i="1" dirty="0">
                        <a:latin typeface="Cambria Math"/>
                      </a:rPr>
                      <m:t>)</m:t>
                    </m:r>
                  </m:oMath>
                </a14:m>
                <a:endParaRPr lang="en-US" altLang="en-US" dirty="0"/>
              </a:p>
              <a:p>
                <a:pPr marL="0" indent="0">
                  <a:buNone/>
                </a:pPr>
                <a:r>
                  <a:rPr lang="en-US" altLang="en-US" dirty="0"/>
                  <a:t>where</a:t>
                </a:r>
              </a:p>
              <a:p>
                <a:pPr lvl="1"/>
                <a:r>
                  <a:rPr lang="en-US" altLang="en-US" i="1" dirty="0"/>
                  <a:t>n</a:t>
                </a:r>
                <a:r>
                  <a:rPr lang="en-US" altLang="en-US" dirty="0"/>
                  <a:t> is the node, </a:t>
                </a:r>
                <a:r>
                  <a:rPr lang="en-US" altLang="en-US" i="1" dirty="0"/>
                  <a:t>h</a:t>
                </a:r>
                <a:r>
                  <a:rPr lang="en-US" altLang="en-US" dirty="0"/>
                  <a:t> is heuristic</a:t>
                </a:r>
              </a:p>
              <a:p>
                <a:pPr lvl="1"/>
                <a:r>
                  <a:rPr lang="en-US" altLang="en-US" i="1" dirty="0"/>
                  <a:t>h(n)</a:t>
                </a:r>
                <a:r>
                  <a:rPr lang="en-US" altLang="en-US" dirty="0"/>
                  <a:t> is the cost indicated by </a:t>
                </a:r>
                <a:r>
                  <a:rPr lang="en-US" altLang="en-US" i="1" dirty="0"/>
                  <a:t>h</a:t>
                </a:r>
                <a:r>
                  <a:rPr lang="en-US" altLang="en-US" dirty="0"/>
                  <a:t> to reach goal from </a:t>
                </a:r>
                <a:r>
                  <a:rPr lang="en-US" altLang="en-US" i="1" dirty="0"/>
                  <a:t>n</a:t>
                </a:r>
              </a:p>
              <a:p>
                <a:pPr lvl="1"/>
                <a:r>
                  <a:rPr lang="en-US" altLang="en-US" i="1" dirty="0"/>
                  <a:t>C(n)</a:t>
                </a:r>
                <a:r>
                  <a:rPr lang="en-US" altLang="en-US" dirty="0"/>
                  <a:t> is actual cost to reach a goal from </a:t>
                </a:r>
                <a:r>
                  <a:rPr lang="en-US" altLang="en-US" i="1" dirty="0"/>
                  <a:t>n</a:t>
                </a:r>
                <a:endParaRPr lang="en-US" altLang="en-US" dirty="0"/>
              </a:p>
            </p:txBody>
          </p:sp>
        </mc:Choice>
        <mc:Fallback xmlns="">
          <p:sp>
            <p:nvSpPr>
              <p:cNvPr id="11268" name="Rectangle 3"/>
              <p:cNvSpPr>
                <a:spLocks noGrp="1" noRot="1" noChangeAspect="1" noMove="1" noResize="1" noEditPoints="1" noAdjustHandles="1" noChangeArrowheads="1" noChangeShapeType="1" noTextEdit="1"/>
              </p:cNvSpPr>
              <p:nvPr>
                <p:ph idx="1"/>
              </p:nvPr>
            </p:nvSpPr>
            <p:spPr>
              <a:blipFill rotWithShape="0">
                <a:blip r:embed="rId2"/>
                <a:stretch>
                  <a:fillRect l="-1217" t="-2241" r="-174" b="-2801"/>
                </a:stretch>
              </a:blipFill>
            </p:spPr>
            <p:txBody>
              <a:bodyPr/>
              <a:lstStyle/>
              <a:p>
                <a:r>
                  <a:rPr lang="en-US">
                    <a:noFill/>
                  </a:rPr>
                  <a:t> </a:t>
                </a:r>
              </a:p>
            </p:txBody>
          </p:sp>
        </mc:Fallback>
      </mc:AlternateContent>
      <p:sp>
        <p:nvSpPr>
          <p:cNvPr id="11266" name="Slide Number Placeholder 6"/>
          <p:cNvSpPr>
            <a:spLocks noGrp="1"/>
          </p:cNvSpPr>
          <p:nvPr>
            <p:ph type="sldNum" sz="quarter" idx="12"/>
          </p:nvPr>
        </p:nvSpPr>
        <p:spPr/>
        <p:txBody>
          <a:bodyPr/>
          <a:lstStyle>
            <a:lvl1pPr eaLnBrk="0" hangingPunct="0">
              <a:defRPr sz="2400">
                <a:solidFill>
                  <a:schemeClr val="tx1"/>
                </a:solidFill>
                <a:latin typeface="Tahoma" pitchFamily="34" charset="0"/>
                <a:cs typeface="Arial" charset="0"/>
              </a:defRPr>
            </a:lvl1pPr>
            <a:lvl2pPr marL="742950" indent="-285750" eaLnBrk="0" hangingPunct="0">
              <a:defRPr sz="2400">
                <a:solidFill>
                  <a:schemeClr val="tx1"/>
                </a:solidFill>
                <a:latin typeface="Tahoma" pitchFamily="34" charset="0"/>
                <a:cs typeface="Arial" charset="0"/>
              </a:defRPr>
            </a:lvl2pPr>
            <a:lvl3pPr marL="1143000" indent="-228600" eaLnBrk="0" hangingPunct="0">
              <a:defRPr sz="2400">
                <a:solidFill>
                  <a:schemeClr val="tx1"/>
                </a:solidFill>
                <a:latin typeface="Tahoma" pitchFamily="34" charset="0"/>
                <a:cs typeface="Arial" charset="0"/>
              </a:defRPr>
            </a:lvl3pPr>
            <a:lvl4pPr marL="1600200" indent="-228600" eaLnBrk="0" hangingPunct="0">
              <a:defRPr sz="2400">
                <a:solidFill>
                  <a:schemeClr val="tx1"/>
                </a:solidFill>
                <a:latin typeface="Tahoma" pitchFamily="34" charset="0"/>
                <a:cs typeface="Arial" charset="0"/>
              </a:defRPr>
            </a:lvl4pPr>
            <a:lvl5pPr marL="2057400" indent="-228600" eaLnBrk="0" hangingPunct="0">
              <a:defRPr sz="2400">
                <a:solidFill>
                  <a:schemeClr val="tx1"/>
                </a:solidFill>
                <a:latin typeface="Tahoma" pitchFamily="34" charset="0"/>
                <a:cs typeface="Arial" charset="0"/>
              </a:defRPr>
            </a:lvl5pPr>
            <a:lvl6pPr marL="2514600" indent="-228600" eaLnBrk="0" fontAlgn="base" hangingPunct="0">
              <a:spcBef>
                <a:spcPct val="0"/>
              </a:spcBef>
              <a:spcAft>
                <a:spcPct val="0"/>
              </a:spcAft>
              <a:defRPr sz="2400">
                <a:solidFill>
                  <a:schemeClr val="tx1"/>
                </a:solidFill>
                <a:latin typeface="Tahoma" pitchFamily="34" charset="0"/>
                <a:cs typeface="Arial" charset="0"/>
              </a:defRPr>
            </a:lvl6pPr>
            <a:lvl7pPr marL="2971800" indent="-228600" eaLnBrk="0" fontAlgn="base" hangingPunct="0">
              <a:spcBef>
                <a:spcPct val="0"/>
              </a:spcBef>
              <a:spcAft>
                <a:spcPct val="0"/>
              </a:spcAft>
              <a:defRPr sz="2400">
                <a:solidFill>
                  <a:schemeClr val="tx1"/>
                </a:solidFill>
                <a:latin typeface="Tahoma" pitchFamily="34" charset="0"/>
                <a:cs typeface="Arial" charset="0"/>
              </a:defRPr>
            </a:lvl7pPr>
            <a:lvl8pPr marL="3429000" indent="-228600" eaLnBrk="0" fontAlgn="base" hangingPunct="0">
              <a:spcBef>
                <a:spcPct val="0"/>
              </a:spcBef>
              <a:spcAft>
                <a:spcPct val="0"/>
              </a:spcAft>
              <a:defRPr sz="2400">
                <a:solidFill>
                  <a:schemeClr val="tx1"/>
                </a:solidFill>
                <a:latin typeface="Tahoma" pitchFamily="34" charset="0"/>
                <a:cs typeface="Arial" charset="0"/>
              </a:defRPr>
            </a:lvl8pPr>
            <a:lvl9pPr marL="3886200" indent="-228600" eaLnBrk="0" fontAlgn="base" hangingPunct="0">
              <a:spcBef>
                <a:spcPct val="0"/>
              </a:spcBef>
              <a:spcAft>
                <a:spcPct val="0"/>
              </a:spcAft>
              <a:defRPr sz="2400">
                <a:solidFill>
                  <a:schemeClr val="tx1"/>
                </a:solidFill>
                <a:latin typeface="Tahoma" pitchFamily="34" charset="0"/>
                <a:cs typeface="Arial" charset="0"/>
              </a:defRPr>
            </a:lvl9pPr>
          </a:lstStyle>
          <a:p>
            <a:fld id="{630C87D7-4B89-413A-A226-EADA9A75366A}" type="slidenum">
              <a:rPr lang="en-GB" altLang="en-US" smtClean="0"/>
              <a:pPr/>
              <a:t>24</a:t>
            </a:fld>
            <a:endParaRPr lang="en-GB" altLang="en-US"/>
          </a:p>
        </p:txBody>
      </p:sp>
    </p:spTree>
    <p:extLst>
      <p:ext uri="{BB962C8B-B14F-4D97-AF65-F5344CB8AC3E}">
        <p14:creationId xmlns:p14="http://schemas.microsoft.com/office/powerpoint/2010/main" val="2936101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68">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268">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268">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268">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268">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268">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26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a:lnSpc>
                <a:spcPct val="80000"/>
              </a:lnSpc>
            </a:pPr>
            <a:r>
              <a:rPr lang="en-US" altLang="en-US" dirty="0"/>
              <a:t>Admissible heuristics Examples</a:t>
            </a:r>
          </a:p>
        </p:txBody>
      </p:sp>
      <mc:AlternateContent xmlns:mc="http://schemas.openxmlformats.org/markup-compatibility/2006" xmlns:a14="http://schemas.microsoft.com/office/drawing/2010/main">
        <mc:Choice Requires="a14">
          <p:sp>
            <p:nvSpPr>
              <p:cNvPr id="34819" name="Rectangle 3"/>
              <p:cNvSpPr>
                <a:spLocks noGrp="1" noChangeArrowheads="1"/>
              </p:cNvSpPr>
              <p:nvPr>
                <p:ph idx="1"/>
              </p:nvPr>
            </p:nvSpPr>
            <p:spPr/>
            <p:txBody>
              <a:bodyPr>
                <a:normAutofit/>
              </a:bodyPr>
              <a:lstStyle/>
              <a:p>
                <a:pPr>
                  <a:lnSpc>
                    <a:spcPct val="80000"/>
                  </a:lnSpc>
                </a:pPr>
                <a14:m>
                  <m:oMath xmlns:m="http://schemas.openxmlformats.org/officeDocument/2006/math">
                    <m:sSub>
                      <m:sSubPr>
                        <m:ctrlPr>
                          <a:rPr lang="en-US" altLang="en-US" b="0" i="1" smtClean="0">
                            <a:latin typeface="Cambria Math" panose="02040503050406030204" pitchFamily="18" charset="0"/>
                          </a:rPr>
                        </m:ctrlPr>
                      </m:sSubPr>
                      <m:e>
                        <m:r>
                          <a:rPr lang="en-US" altLang="en-US" b="0" i="1" smtClean="0">
                            <a:latin typeface="Cambria Math" panose="02040503050406030204" pitchFamily="18" charset="0"/>
                          </a:rPr>
                          <m:t>ℎ</m:t>
                        </m:r>
                      </m:e>
                      <m:sub>
                        <m:r>
                          <a:rPr lang="en-US" altLang="en-US" b="0" i="1" smtClean="0">
                            <a:latin typeface="Cambria Math" panose="02040503050406030204" pitchFamily="18" charset="0"/>
                          </a:rPr>
                          <m:t>𝑆𝐿𝐷</m:t>
                        </m:r>
                      </m:sub>
                    </m:sSub>
                    <m:d>
                      <m:dPr>
                        <m:ctrlPr>
                          <a:rPr lang="en-US" altLang="en-US" b="0" i="1" smtClean="0">
                            <a:latin typeface="Cambria Math" panose="02040503050406030204" pitchFamily="18" charset="0"/>
                          </a:rPr>
                        </m:ctrlPr>
                      </m:dPr>
                      <m:e>
                        <m:r>
                          <a:rPr lang="en-US" altLang="en-US" b="0" i="1" smtClean="0">
                            <a:latin typeface="Cambria Math" panose="02040503050406030204" pitchFamily="18" charset="0"/>
                          </a:rPr>
                          <m:t>𝑛</m:t>
                        </m:r>
                      </m:e>
                    </m:d>
                  </m:oMath>
                </a14:m>
                <a:r>
                  <a:rPr lang="en-US" altLang="en-US" i="1" dirty="0"/>
                  <a:t> </a:t>
                </a:r>
                <a:r>
                  <a:rPr lang="en-US" altLang="en-US" dirty="0"/>
                  <a:t>Straight line distance </a:t>
                </a:r>
                <a:r>
                  <a:rPr lang="en-US" dirty="0"/>
                  <a:t>heuristic</a:t>
                </a:r>
                <a:r>
                  <a:rPr lang="en-US" dirty="0">
                    <a:solidFill>
                      <a:srgbClr val="FF0000"/>
                    </a:solidFill>
                  </a:rPr>
                  <a:t> </a:t>
                </a:r>
              </a:p>
              <a:p>
                <a:pPr lvl="1">
                  <a:lnSpc>
                    <a:spcPct val="80000"/>
                  </a:lnSpc>
                </a:pPr>
                <a:endParaRPr lang="en-US" dirty="0"/>
              </a:p>
              <a:p>
                <a:pPr lvl="1">
                  <a:lnSpc>
                    <a:spcPct val="80000"/>
                  </a:lnSpc>
                </a:pPr>
                <a:r>
                  <a:rPr lang="en-US" dirty="0"/>
                  <a:t>Because never overestimate the actual road distance.</a:t>
                </a:r>
              </a:p>
              <a:p>
                <a:pPr>
                  <a:lnSpc>
                    <a:spcPct val="150000"/>
                  </a:lnSpc>
                </a:pPr>
                <a:r>
                  <a:rPr lang="en-US" altLang="en-US" dirty="0"/>
                  <a:t>Number of misplaced tiles in n-puzzle problem</a:t>
                </a:r>
              </a:p>
              <a:p>
                <a:pPr marL="0" indent="0">
                  <a:lnSpc>
                    <a:spcPct val="80000"/>
                  </a:lnSpc>
                  <a:buNone/>
                </a:pPr>
                <a:br>
                  <a:rPr lang="en-US" altLang="en-US" sz="2600" dirty="0"/>
                </a:br>
                <a:r>
                  <a:rPr lang="en-US" altLang="en-US" sz="2600" dirty="0"/>
                  <a:t>
</a:t>
                </a:r>
              </a:p>
            </p:txBody>
          </p:sp>
        </mc:Choice>
        <mc:Fallback xmlns="">
          <p:sp>
            <p:nvSpPr>
              <p:cNvPr id="34819" name="Rectangle 3"/>
              <p:cNvSpPr>
                <a:spLocks noGrp="1" noRot="1" noChangeAspect="1" noMove="1" noResize="1" noEditPoints="1" noAdjustHandles="1" noChangeArrowheads="1" noChangeShapeType="1" noTextEdit="1"/>
              </p:cNvSpPr>
              <p:nvPr>
                <p:ph idx="1"/>
              </p:nvPr>
            </p:nvSpPr>
            <p:spPr>
              <a:blipFill rotWithShape="0">
                <a:blip r:embed="rId2"/>
                <a:stretch>
                  <a:fillRect l="-1043" t="-3081"/>
                </a:stretch>
              </a:blipFill>
            </p:spPr>
            <p:txBody>
              <a:bodyPr/>
              <a:lstStyle/>
              <a:p>
                <a:r>
                  <a:rPr lang="en-US">
                    <a:noFill/>
                  </a:rPr>
                  <a:t> </a:t>
                </a:r>
              </a:p>
            </p:txBody>
          </p:sp>
        </mc:Fallback>
      </mc:AlternateContent>
    </p:spTree>
    <p:extLst>
      <p:ext uri="{BB962C8B-B14F-4D97-AF65-F5344CB8AC3E}">
        <p14:creationId xmlns:p14="http://schemas.microsoft.com/office/powerpoint/2010/main" val="37310909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noAutofit/>
          </a:bodyPr>
          <a:lstStyle/>
          <a:p>
            <a:r>
              <a:rPr lang="en-US" altLang="en-US" sz="3600" dirty="0"/>
              <a:t>Admissible Heuristic Functions</a:t>
            </a:r>
            <a:endParaRPr lang="en-GB" altLang="en-US" sz="3600" dirty="0"/>
          </a:p>
        </p:txBody>
      </p:sp>
      <mc:AlternateContent xmlns:mc="http://schemas.openxmlformats.org/markup-compatibility/2006" xmlns:a14="http://schemas.microsoft.com/office/drawing/2010/main">
        <mc:Choice Requires="a14">
          <p:sp>
            <p:nvSpPr>
              <p:cNvPr id="11268" name="Rectangle 3"/>
              <p:cNvSpPr>
                <a:spLocks noGrp="1" noChangeArrowheads="1"/>
              </p:cNvSpPr>
              <p:nvPr>
                <p:ph idx="1"/>
              </p:nvPr>
            </p:nvSpPr>
            <p:spPr/>
            <p:txBody>
              <a:bodyPr>
                <a:normAutofit/>
              </a:bodyPr>
              <a:lstStyle/>
              <a:p>
                <a:r>
                  <a:rPr lang="en-US" altLang="en-US" dirty="0"/>
                  <a:t>Evaluation function </a:t>
                </a:r>
                <a14:m>
                  <m:oMath xmlns:m="http://schemas.openxmlformats.org/officeDocument/2006/math">
                    <m:r>
                      <a:rPr lang="en-US" altLang="en-US" i="1" dirty="0" smtClean="0">
                        <a:latin typeface="Cambria Math"/>
                      </a:rPr>
                      <m:t>𝑓</m:t>
                    </m:r>
                    <m:r>
                      <a:rPr lang="en-US" altLang="en-US" i="1" dirty="0" smtClean="0">
                        <a:latin typeface="Cambria Math"/>
                      </a:rPr>
                      <m:t>(</m:t>
                    </m:r>
                    <m:r>
                      <a:rPr lang="en-US" altLang="en-US" i="1" dirty="0" smtClean="0">
                        <a:latin typeface="Cambria Math"/>
                      </a:rPr>
                      <m:t>𝑛</m:t>
                    </m:r>
                    <m:r>
                      <a:rPr lang="en-US" altLang="en-US" i="1" dirty="0" smtClean="0">
                        <a:latin typeface="Cambria Math"/>
                      </a:rPr>
                      <m:t>) = </m:t>
                    </m:r>
                    <m:r>
                      <a:rPr lang="en-US" altLang="en-US" i="1" dirty="0" smtClean="0">
                        <a:latin typeface="Cambria Math"/>
                      </a:rPr>
                      <m:t>𝑔</m:t>
                    </m:r>
                    <m:r>
                      <a:rPr lang="en-US" altLang="en-US" i="1" dirty="0" smtClean="0">
                        <a:latin typeface="Cambria Math"/>
                      </a:rPr>
                      <m:t>(</m:t>
                    </m:r>
                    <m:r>
                      <a:rPr lang="en-US" altLang="en-US" i="1" dirty="0" smtClean="0">
                        <a:latin typeface="Cambria Math"/>
                      </a:rPr>
                      <m:t>𝑛</m:t>
                    </m:r>
                    <m:r>
                      <a:rPr lang="en-US" altLang="en-US" i="1" dirty="0" smtClean="0">
                        <a:latin typeface="Cambria Math"/>
                      </a:rPr>
                      <m:t>) + </m:t>
                    </m:r>
                    <m:r>
                      <a:rPr lang="en-US" altLang="en-US" i="1" dirty="0" smtClean="0">
                        <a:latin typeface="Cambria Math"/>
                      </a:rPr>
                      <m:t>ℎ</m:t>
                    </m:r>
                    <m:r>
                      <a:rPr lang="en-US" altLang="en-US" i="1" dirty="0" smtClean="0">
                        <a:latin typeface="Cambria Math"/>
                      </a:rPr>
                      <m:t>(</m:t>
                    </m:r>
                    <m:r>
                      <a:rPr lang="en-US" altLang="en-US" i="1" dirty="0" smtClean="0">
                        <a:latin typeface="Cambria Math"/>
                      </a:rPr>
                      <m:t>𝑛</m:t>
                    </m:r>
                    <m:r>
                      <a:rPr lang="en-US" altLang="en-US" i="1" dirty="0" smtClean="0">
                        <a:latin typeface="Cambria Math"/>
                      </a:rPr>
                      <m:t>)</m:t>
                    </m:r>
                  </m:oMath>
                </a14:m>
                <a:r>
                  <a:rPr lang="en-US" altLang="en-US" dirty="0"/>
                  <a:t> </a:t>
                </a:r>
                <a:r>
                  <a:rPr lang="en-US" altLang="en-US" dirty="0">
                    <a:solidFill>
                      <a:srgbClr val="FF0000"/>
                    </a:solidFill>
                  </a:rPr>
                  <a:t>is admissible </a:t>
                </a:r>
                <a:r>
                  <a:rPr lang="en-US" altLang="en-US" dirty="0"/>
                  <a:t>if </a:t>
                </a:r>
                <a14:m>
                  <m:oMath xmlns:m="http://schemas.openxmlformats.org/officeDocument/2006/math">
                    <m:r>
                      <a:rPr lang="en-US" altLang="en-US" i="1" dirty="0" smtClean="0">
                        <a:solidFill>
                          <a:schemeClr val="tx1"/>
                        </a:solidFill>
                        <a:latin typeface="Cambria Math"/>
                      </a:rPr>
                      <m:t>ℎ</m:t>
                    </m:r>
                    <m:r>
                      <a:rPr lang="en-US" altLang="en-US" i="1" dirty="0" smtClean="0">
                        <a:solidFill>
                          <a:schemeClr val="tx1"/>
                        </a:solidFill>
                        <a:latin typeface="Cambria Math"/>
                      </a:rPr>
                      <m:t>(</m:t>
                    </m:r>
                    <m:r>
                      <a:rPr lang="en-US" altLang="en-US" i="1" dirty="0" smtClean="0">
                        <a:solidFill>
                          <a:schemeClr val="tx1"/>
                        </a:solidFill>
                        <a:latin typeface="Cambria Math"/>
                      </a:rPr>
                      <m:t>𝑛</m:t>
                    </m:r>
                    <m:r>
                      <a:rPr lang="en-US" altLang="en-US" i="1" dirty="0" smtClean="0">
                        <a:solidFill>
                          <a:schemeClr val="tx1"/>
                        </a:solidFill>
                        <a:latin typeface="Cambria Math"/>
                      </a:rPr>
                      <m:t>)</m:t>
                    </m:r>
                  </m:oMath>
                </a14:m>
                <a:r>
                  <a:rPr lang="en-US" altLang="en-US" dirty="0"/>
                  <a:t> is admissible.</a:t>
                </a:r>
              </a:p>
              <a:p>
                <a:r>
                  <a:rPr lang="en-US" altLang="en-US" dirty="0"/>
                  <a:t>However, </a:t>
                </a:r>
                <a14:m>
                  <m:oMath xmlns:m="http://schemas.openxmlformats.org/officeDocument/2006/math">
                    <m:r>
                      <a:rPr lang="en-US" altLang="en-US" i="1" dirty="0" smtClean="0">
                        <a:latin typeface="Cambria Math"/>
                      </a:rPr>
                      <m:t>𝑔</m:t>
                    </m:r>
                    <m:r>
                      <a:rPr lang="en-US" altLang="en-US" i="1" dirty="0" smtClean="0">
                        <a:latin typeface="Cambria Math"/>
                      </a:rPr>
                      <m:t>(</m:t>
                    </m:r>
                    <m:r>
                      <a:rPr lang="en-US" altLang="en-US" i="1" dirty="0" smtClean="0">
                        <a:latin typeface="Cambria Math"/>
                      </a:rPr>
                      <m:t>𝑛</m:t>
                    </m:r>
                    <m:r>
                      <a:rPr lang="en-US" altLang="en-US" i="1" dirty="0" smtClean="0">
                        <a:latin typeface="Cambria Math"/>
                      </a:rPr>
                      <m:t>)</m:t>
                    </m:r>
                  </m:oMath>
                </a14:m>
                <a:r>
                  <a:rPr lang="en-US" altLang="en-US" dirty="0"/>
                  <a:t> is the exact cost to reach node </a:t>
                </a:r>
                <a:r>
                  <a:rPr lang="en-US" altLang="en-US" i="1" dirty="0"/>
                  <a:t>n</a:t>
                </a:r>
                <a:r>
                  <a:rPr lang="en-US" altLang="en-US" dirty="0"/>
                  <a:t> from the initial state.</a:t>
                </a:r>
              </a:p>
              <a:p>
                <a:r>
                  <a:rPr lang="en-US" altLang="en-US" dirty="0"/>
                  <a:t>Therefore, </a:t>
                </a:r>
                <a14:m>
                  <m:oMath xmlns:m="http://schemas.openxmlformats.org/officeDocument/2006/math">
                    <m:r>
                      <a:rPr lang="en-US" altLang="en-US" i="1" dirty="0" smtClean="0">
                        <a:latin typeface="Cambria Math"/>
                      </a:rPr>
                      <m:t>𝑓</m:t>
                    </m:r>
                    <m:r>
                      <a:rPr lang="en-US" altLang="en-US" i="1" dirty="0" smtClean="0">
                        <a:latin typeface="Cambria Math"/>
                      </a:rPr>
                      <m:t>(</m:t>
                    </m:r>
                    <m:r>
                      <a:rPr lang="en-US" altLang="en-US" i="1" dirty="0" smtClean="0">
                        <a:latin typeface="Cambria Math"/>
                      </a:rPr>
                      <m:t>𝑛</m:t>
                    </m:r>
                    <m:r>
                      <a:rPr lang="en-US" altLang="en-US" i="1" dirty="0" smtClean="0">
                        <a:latin typeface="Cambria Math"/>
                      </a:rPr>
                      <m:t>)</m:t>
                    </m:r>
                  </m:oMath>
                </a14:m>
                <a:r>
                  <a:rPr lang="en-US" altLang="en-US" dirty="0"/>
                  <a:t> never over-estimate the true cost to reach the goal state through node </a:t>
                </a:r>
                <a:r>
                  <a:rPr lang="en-US" altLang="en-US" i="1" dirty="0"/>
                  <a:t>n</a:t>
                </a:r>
                <a:r>
                  <a:rPr lang="en-US" altLang="en-US" dirty="0"/>
                  <a:t>.</a:t>
                </a:r>
              </a:p>
              <a:p>
                <a:endParaRPr lang="en-US" altLang="en-US" dirty="0"/>
              </a:p>
              <a:p>
                <a:r>
                  <a:rPr lang="en-US" altLang="en-US" b="1" dirty="0"/>
                  <a:t>Theorem</a:t>
                </a:r>
                <a:r>
                  <a:rPr lang="en-US" altLang="en-US" dirty="0"/>
                  <a:t>: If </a:t>
                </a:r>
                <a:r>
                  <a:rPr lang="en-US" altLang="en-US" i="1" dirty="0"/>
                  <a:t>h(n) </a:t>
                </a:r>
                <a:r>
                  <a:rPr lang="en-US" altLang="en-US" dirty="0"/>
                  <a:t>is admissible, A</a:t>
                </a:r>
                <a:r>
                  <a:rPr lang="en-US" altLang="en-US" baseline="30000" dirty="0"/>
                  <a:t>*</a:t>
                </a:r>
                <a:r>
                  <a:rPr lang="en-US" altLang="en-US" dirty="0"/>
                  <a:t> using </a:t>
                </a:r>
                <a:r>
                  <a:rPr lang="en-US" altLang="en-US" dirty="0">
                    <a:latin typeface="Courier New" charset="0"/>
                  </a:rPr>
                  <a:t>TREE-SEARCH</a:t>
                </a:r>
                <a:r>
                  <a:rPr lang="en-US" altLang="en-US" dirty="0"/>
                  <a:t> is optimal </a:t>
                </a:r>
              </a:p>
            </p:txBody>
          </p:sp>
        </mc:Choice>
        <mc:Fallback xmlns="">
          <p:sp>
            <p:nvSpPr>
              <p:cNvPr id="11268" name="Rectangle 3"/>
              <p:cNvSpPr>
                <a:spLocks noGrp="1" noRot="1" noChangeAspect="1" noMove="1" noResize="1" noEditPoints="1" noAdjustHandles="1" noChangeArrowheads="1" noChangeShapeType="1" noTextEdit="1"/>
              </p:cNvSpPr>
              <p:nvPr>
                <p:ph idx="1"/>
              </p:nvPr>
            </p:nvSpPr>
            <p:spPr>
              <a:blipFill rotWithShape="0">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050833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26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26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6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26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F0B4A3A-7811-255D-B7F5-63049F647722}"/>
              </a:ext>
            </a:extLst>
          </p:cNvPr>
          <p:cNvPicPr>
            <a:picLocks noChangeAspect="1"/>
          </p:cNvPicPr>
          <p:nvPr/>
        </p:nvPicPr>
        <p:blipFill>
          <a:blip r:embed="rId3"/>
          <a:stretch>
            <a:fillRect/>
          </a:stretch>
        </p:blipFill>
        <p:spPr>
          <a:xfrm>
            <a:off x="8096810" y="621253"/>
            <a:ext cx="2990850" cy="695325"/>
          </a:xfrm>
          <a:prstGeom prst="rect">
            <a:avLst/>
          </a:prstGeom>
        </p:spPr>
      </p:pic>
      <p:pic>
        <p:nvPicPr>
          <p:cNvPr id="7" name="Picture 6">
            <a:extLst>
              <a:ext uri="{FF2B5EF4-FFF2-40B4-BE49-F238E27FC236}">
                <a16:creationId xmlns:a16="http://schemas.microsoft.com/office/drawing/2014/main" id="{A4C31458-CABA-F456-E348-3522B18DD915}"/>
              </a:ext>
            </a:extLst>
          </p:cNvPr>
          <p:cNvPicPr>
            <a:picLocks noChangeAspect="1"/>
          </p:cNvPicPr>
          <p:nvPr/>
        </p:nvPicPr>
        <p:blipFill>
          <a:blip r:embed="rId4"/>
          <a:stretch>
            <a:fillRect/>
          </a:stretch>
        </p:blipFill>
        <p:spPr>
          <a:xfrm>
            <a:off x="2233053" y="2133938"/>
            <a:ext cx="3724275" cy="2762250"/>
          </a:xfrm>
          <a:prstGeom prst="rect">
            <a:avLst/>
          </a:prstGeom>
        </p:spPr>
      </p:pic>
      <p:sp>
        <p:nvSpPr>
          <p:cNvPr id="8" name="TextBox 7">
            <a:extLst>
              <a:ext uri="{FF2B5EF4-FFF2-40B4-BE49-F238E27FC236}">
                <a16:creationId xmlns:a16="http://schemas.microsoft.com/office/drawing/2014/main" id="{1764BC84-9581-5196-1E11-2DE49F6AB7BF}"/>
              </a:ext>
            </a:extLst>
          </p:cNvPr>
          <p:cNvSpPr txBox="1"/>
          <p:nvPr/>
        </p:nvSpPr>
        <p:spPr>
          <a:xfrm flipH="1">
            <a:off x="594357" y="537882"/>
            <a:ext cx="1638695" cy="461665"/>
          </a:xfrm>
          <a:prstGeom prst="rect">
            <a:avLst/>
          </a:prstGeom>
          <a:noFill/>
        </p:spPr>
        <p:txBody>
          <a:bodyPr wrap="square" rtlCol="0">
            <a:spAutoFit/>
          </a:bodyPr>
          <a:lstStyle/>
          <a:p>
            <a:r>
              <a:rPr lang="en-US" sz="2400" b="1" dirty="0"/>
              <a:t>Example</a:t>
            </a:r>
            <a:endParaRPr lang="en-PK" sz="2400" b="1" dirty="0"/>
          </a:p>
        </p:txBody>
      </p:sp>
      <p:sp>
        <p:nvSpPr>
          <p:cNvPr id="6" name="Title 5">
            <a:extLst>
              <a:ext uri="{FF2B5EF4-FFF2-40B4-BE49-F238E27FC236}">
                <a16:creationId xmlns:a16="http://schemas.microsoft.com/office/drawing/2014/main" id="{3507C343-5066-5F2B-473F-77B3BB412F96}"/>
              </a:ext>
            </a:extLst>
          </p:cNvPr>
          <p:cNvSpPr>
            <a:spLocks noGrp="1"/>
          </p:cNvSpPr>
          <p:nvPr>
            <p:ph type="title"/>
          </p:nvPr>
        </p:nvSpPr>
        <p:spPr/>
        <p:txBody>
          <a:bodyPr/>
          <a:lstStyle/>
          <a:p>
            <a:endParaRPr lang="en-US"/>
          </a:p>
        </p:txBody>
      </p:sp>
      <p:sp>
        <p:nvSpPr>
          <p:cNvPr id="9" name="Content Placeholder 8">
            <a:extLst>
              <a:ext uri="{FF2B5EF4-FFF2-40B4-BE49-F238E27FC236}">
                <a16:creationId xmlns:a16="http://schemas.microsoft.com/office/drawing/2014/main" id="{0C51C2A7-95AB-3C8A-DA47-F4147589E69E}"/>
              </a:ext>
            </a:extLst>
          </p:cNvPr>
          <p:cNvSpPr>
            <a:spLocks noGrp="1"/>
          </p:cNvSpPr>
          <p:nvPr>
            <p:ph idx="1"/>
          </p:nvPr>
        </p:nvSpPr>
        <p:spPr/>
        <p:txBody>
          <a:bodyPr>
            <a:normAutofit/>
          </a:bodyPr>
          <a:lstStyle/>
          <a:p>
            <a:endParaRPr lang="en-US" dirty="0"/>
          </a:p>
          <a:p>
            <a:endParaRPr lang="en-US" dirty="0"/>
          </a:p>
          <a:p>
            <a:endParaRPr lang="en-US" dirty="0"/>
          </a:p>
          <a:p>
            <a:r>
              <a:rPr lang="en-US" dirty="0"/>
              <a:t>         </a:t>
            </a:r>
            <a:r>
              <a:rPr lang="en-US" sz="1200" b="1" dirty="0"/>
              <a:t>h=80</a:t>
            </a:r>
          </a:p>
          <a:p>
            <a:endParaRPr lang="en-US" dirty="0"/>
          </a:p>
          <a:p>
            <a:endParaRPr lang="en-US" dirty="0"/>
          </a:p>
          <a:p>
            <a:endParaRPr lang="en-US" dirty="0"/>
          </a:p>
          <a:p>
            <a:r>
              <a:rPr lang="en-US" dirty="0"/>
              <a:t>h∗(n) = Actual cost of the optimal path from node n to the goal node</a:t>
            </a:r>
          </a:p>
        </p:txBody>
      </p:sp>
      <mc:AlternateContent xmlns:mc="http://schemas.openxmlformats.org/markup-compatibility/2006" xmlns:p14="http://schemas.microsoft.com/office/powerpoint/2010/main">
        <mc:Choice Requires="p14">
          <p:contentPart p14:bwMode="auto" r:id="rId5">
            <p14:nvContentPartPr>
              <p14:cNvPr id="4" name="Ink 3">
                <a:extLst>
                  <a:ext uri="{FF2B5EF4-FFF2-40B4-BE49-F238E27FC236}">
                    <a16:creationId xmlns:a16="http://schemas.microsoft.com/office/drawing/2014/main" id="{3C3BF652-4297-3445-7D15-6BBDEF859530}"/>
                  </a:ext>
                </a:extLst>
              </p14:cNvPr>
              <p14:cNvContentPartPr/>
              <p14:nvPr/>
            </p14:nvContentPartPr>
            <p14:xfrm>
              <a:off x="3714116" y="2047907"/>
              <a:ext cx="224640" cy="187200"/>
            </p14:xfrm>
          </p:contentPart>
        </mc:Choice>
        <mc:Fallback xmlns="">
          <p:pic>
            <p:nvPicPr>
              <p:cNvPr id="4" name="Ink 3">
                <a:extLst>
                  <a:ext uri="{FF2B5EF4-FFF2-40B4-BE49-F238E27FC236}">
                    <a16:creationId xmlns:a16="http://schemas.microsoft.com/office/drawing/2014/main" id="{3C3BF652-4297-3445-7D15-6BBDEF859530}"/>
                  </a:ext>
                </a:extLst>
              </p:cNvPr>
              <p:cNvPicPr/>
              <p:nvPr/>
            </p:nvPicPr>
            <p:blipFill>
              <a:blip r:embed="rId6"/>
              <a:stretch>
                <a:fillRect/>
              </a:stretch>
            </p:blipFill>
            <p:spPr>
              <a:xfrm>
                <a:off x="3707996" y="2041787"/>
                <a:ext cx="236880" cy="199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80EFEE87-3EF0-F0B0-9CB2-7CCD7B469B21}"/>
                  </a:ext>
                </a:extLst>
              </p14:cNvPr>
              <p14:cNvContentPartPr/>
              <p14:nvPr/>
            </p14:nvContentPartPr>
            <p14:xfrm>
              <a:off x="4740116" y="2955827"/>
              <a:ext cx="442440" cy="363240"/>
            </p14:xfrm>
          </p:contentPart>
        </mc:Choice>
        <mc:Fallback xmlns="">
          <p:pic>
            <p:nvPicPr>
              <p:cNvPr id="10" name="Ink 9">
                <a:extLst>
                  <a:ext uri="{FF2B5EF4-FFF2-40B4-BE49-F238E27FC236}">
                    <a16:creationId xmlns:a16="http://schemas.microsoft.com/office/drawing/2014/main" id="{80EFEE87-3EF0-F0B0-9CB2-7CCD7B469B21}"/>
                  </a:ext>
                </a:extLst>
              </p:cNvPr>
              <p:cNvPicPr/>
              <p:nvPr/>
            </p:nvPicPr>
            <p:blipFill>
              <a:blip r:embed="rId8"/>
              <a:stretch>
                <a:fillRect/>
              </a:stretch>
            </p:blipFill>
            <p:spPr>
              <a:xfrm>
                <a:off x="4733996" y="2949707"/>
                <a:ext cx="454680" cy="37548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3E94B2D9-6409-718E-CE29-CF77519ED9CE}"/>
                  </a:ext>
                </a:extLst>
              </p14:cNvPr>
              <p14:cNvContentPartPr/>
              <p14:nvPr/>
            </p14:nvContentPartPr>
            <p14:xfrm>
              <a:off x="4820396" y="4095587"/>
              <a:ext cx="420480" cy="318600"/>
            </p14:xfrm>
          </p:contentPart>
        </mc:Choice>
        <mc:Fallback xmlns="">
          <p:pic>
            <p:nvPicPr>
              <p:cNvPr id="11" name="Ink 10">
                <a:extLst>
                  <a:ext uri="{FF2B5EF4-FFF2-40B4-BE49-F238E27FC236}">
                    <a16:creationId xmlns:a16="http://schemas.microsoft.com/office/drawing/2014/main" id="{3E94B2D9-6409-718E-CE29-CF77519ED9CE}"/>
                  </a:ext>
                </a:extLst>
              </p:cNvPr>
              <p:cNvPicPr/>
              <p:nvPr/>
            </p:nvPicPr>
            <p:blipFill>
              <a:blip r:embed="rId10"/>
              <a:stretch>
                <a:fillRect/>
              </a:stretch>
            </p:blipFill>
            <p:spPr>
              <a:xfrm>
                <a:off x="4814276" y="4089467"/>
                <a:ext cx="432720" cy="3308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4" name="Ink 13">
                <a:extLst>
                  <a:ext uri="{FF2B5EF4-FFF2-40B4-BE49-F238E27FC236}">
                    <a16:creationId xmlns:a16="http://schemas.microsoft.com/office/drawing/2014/main" id="{62329B8C-73A5-591F-4BB6-BE4FA1D3518F}"/>
                  </a:ext>
                </a:extLst>
              </p14:cNvPr>
              <p14:cNvContentPartPr/>
              <p14:nvPr/>
            </p14:nvContentPartPr>
            <p14:xfrm>
              <a:off x="3646436" y="2336627"/>
              <a:ext cx="541440" cy="360"/>
            </p14:xfrm>
          </p:contentPart>
        </mc:Choice>
        <mc:Fallback xmlns="">
          <p:pic>
            <p:nvPicPr>
              <p:cNvPr id="14" name="Ink 13">
                <a:extLst>
                  <a:ext uri="{FF2B5EF4-FFF2-40B4-BE49-F238E27FC236}">
                    <a16:creationId xmlns:a16="http://schemas.microsoft.com/office/drawing/2014/main" id="{62329B8C-73A5-591F-4BB6-BE4FA1D3518F}"/>
                  </a:ext>
                </a:extLst>
              </p:cNvPr>
              <p:cNvPicPr/>
              <p:nvPr/>
            </p:nvPicPr>
            <p:blipFill>
              <a:blip r:embed="rId12"/>
              <a:stretch>
                <a:fillRect/>
              </a:stretch>
            </p:blipFill>
            <p:spPr>
              <a:xfrm>
                <a:off x="3640316" y="2330507"/>
                <a:ext cx="55368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5" name="Ink 14">
                <a:extLst>
                  <a:ext uri="{FF2B5EF4-FFF2-40B4-BE49-F238E27FC236}">
                    <a16:creationId xmlns:a16="http://schemas.microsoft.com/office/drawing/2014/main" id="{6BF70C99-54AB-41A9-9379-0ED0E754BAF3}"/>
                  </a:ext>
                </a:extLst>
              </p14:cNvPr>
              <p14:cNvContentPartPr/>
              <p14:nvPr/>
            </p14:nvContentPartPr>
            <p14:xfrm>
              <a:off x="3691076" y="4741067"/>
              <a:ext cx="360720" cy="34920"/>
            </p14:xfrm>
          </p:contentPart>
        </mc:Choice>
        <mc:Fallback xmlns="">
          <p:pic>
            <p:nvPicPr>
              <p:cNvPr id="15" name="Ink 14">
                <a:extLst>
                  <a:ext uri="{FF2B5EF4-FFF2-40B4-BE49-F238E27FC236}">
                    <a16:creationId xmlns:a16="http://schemas.microsoft.com/office/drawing/2014/main" id="{6BF70C99-54AB-41A9-9379-0ED0E754BAF3}"/>
                  </a:ext>
                </a:extLst>
              </p:cNvPr>
              <p:cNvPicPr/>
              <p:nvPr/>
            </p:nvPicPr>
            <p:blipFill>
              <a:blip r:embed="rId14"/>
              <a:stretch>
                <a:fillRect/>
              </a:stretch>
            </p:blipFill>
            <p:spPr>
              <a:xfrm>
                <a:off x="3684956" y="4734947"/>
                <a:ext cx="37296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6" name="Ink 15">
                <a:extLst>
                  <a:ext uri="{FF2B5EF4-FFF2-40B4-BE49-F238E27FC236}">
                    <a16:creationId xmlns:a16="http://schemas.microsoft.com/office/drawing/2014/main" id="{03C83F62-DC3F-FA35-5E63-1396A11720F8}"/>
                  </a:ext>
                </a:extLst>
              </p14:cNvPr>
              <p14:cNvContentPartPr/>
              <p14:nvPr/>
            </p14:nvContentPartPr>
            <p14:xfrm>
              <a:off x="4752356" y="2092187"/>
              <a:ext cx="138960" cy="143280"/>
            </p14:xfrm>
          </p:contentPart>
        </mc:Choice>
        <mc:Fallback xmlns="">
          <p:pic>
            <p:nvPicPr>
              <p:cNvPr id="16" name="Ink 15">
                <a:extLst>
                  <a:ext uri="{FF2B5EF4-FFF2-40B4-BE49-F238E27FC236}">
                    <a16:creationId xmlns:a16="http://schemas.microsoft.com/office/drawing/2014/main" id="{03C83F62-DC3F-FA35-5E63-1396A11720F8}"/>
                  </a:ext>
                </a:extLst>
              </p:cNvPr>
              <p:cNvPicPr/>
              <p:nvPr/>
            </p:nvPicPr>
            <p:blipFill>
              <a:blip r:embed="rId16"/>
              <a:stretch>
                <a:fillRect/>
              </a:stretch>
            </p:blipFill>
            <p:spPr>
              <a:xfrm>
                <a:off x="4746236" y="2086067"/>
                <a:ext cx="15120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7" name="Ink 16">
                <a:extLst>
                  <a:ext uri="{FF2B5EF4-FFF2-40B4-BE49-F238E27FC236}">
                    <a16:creationId xmlns:a16="http://schemas.microsoft.com/office/drawing/2014/main" id="{36875FBA-A652-FE42-31D7-4676212622F8}"/>
                  </a:ext>
                </a:extLst>
              </p14:cNvPr>
              <p14:cNvContentPartPr/>
              <p14:nvPr/>
            </p14:nvContentPartPr>
            <p14:xfrm>
              <a:off x="4605836" y="4785347"/>
              <a:ext cx="393840" cy="125640"/>
            </p14:xfrm>
          </p:contentPart>
        </mc:Choice>
        <mc:Fallback xmlns="">
          <p:pic>
            <p:nvPicPr>
              <p:cNvPr id="17" name="Ink 16">
                <a:extLst>
                  <a:ext uri="{FF2B5EF4-FFF2-40B4-BE49-F238E27FC236}">
                    <a16:creationId xmlns:a16="http://schemas.microsoft.com/office/drawing/2014/main" id="{36875FBA-A652-FE42-31D7-4676212622F8}"/>
                  </a:ext>
                </a:extLst>
              </p:cNvPr>
              <p:cNvPicPr/>
              <p:nvPr/>
            </p:nvPicPr>
            <p:blipFill>
              <a:blip r:embed="rId18"/>
              <a:stretch>
                <a:fillRect/>
              </a:stretch>
            </p:blipFill>
            <p:spPr>
              <a:xfrm>
                <a:off x="4599716" y="4779227"/>
                <a:ext cx="406080" cy="137880"/>
              </a:xfrm>
              <a:prstGeom prst="rect">
                <a:avLst/>
              </a:prstGeom>
            </p:spPr>
          </p:pic>
        </mc:Fallback>
      </mc:AlternateContent>
      <p:grpSp>
        <p:nvGrpSpPr>
          <p:cNvPr id="28" name="Group 27">
            <a:extLst>
              <a:ext uri="{FF2B5EF4-FFF2-40B4-BE49-F238E27FC236}">
                <a16:creationId xmlns:a16="http://schemas.microsoft.com/office/drawing/2014/main" id="{9FA29F4D-E116-56DC-EFFD-3F1B0491C96A}"/>
              </a:ext>
            </a:extLst>
          </p:cNvPr>
          <p:cNvGrpSpPr/>
          <p:nvPr/>
        </p:nvGrpSpPr>
        <p:grpSpPr>
          <a:xfrm>
            <a:off x="6750356" y="2541107"/>
            <a:ext cx="1545840" cy="523440"/>
            <a:chOff x="6750356" y="2541107"/>
            <a:chExt cx="1545840" cy="523440"/>
          </a:xfrm>
        </p:grpSpPr>
        <mc:AlternateContent xmlns:mc="http://schemas.openxmlformats.org/markup-compatibility/2006" xmlns:p14="http://schemas.microsoft.com/office/powerpoint/2010/main">
          <mc:Choice Requires="p14">
            <p:contentPart p14:bwMode="auto" r:id="rId19">
              <p14:nvContentPartPr>
                <p14:cNvPr id="18" name="Ink 17">
                  <a:extLst>
                    <a:ext uri="{FF2B5EF4-FFF2-40B4-BE49-F238E27FC236}">
                      <a16:creationId xmlns:a16="http://schemas.microsoft.com/office/drawing/2014/main" id="{E94300C0-EAFE-41CE-FA2E-A154FF078048}"/>
                    </a:ext>
                  </a:extLst>
                </p14:cNvPr>
                <p14:cNvContentPartPr/>
                <p14:nvPr/>
              </p14:nvContentPartPr>
              <p14:xfrm>
                <a:off x="6750356" y="2630027"/>
                <a:ext cx="450360" cy="198000"/>
              </p14:xfrm>
            </p:contentPart>
          </mc:Choice>
          <mc:Fallback xmlns="">
            <p:pic>
              <p:nvPicPr>
                <p:cNvPr id="18" name="Ink 17">
                  <a:extLst>
                    <a:ext uri="{FF2B5EF4-FFF2-40B4-BE49-F238E27FC236}">
                      <a16:creationId xmlns:a16="http://schemas.microsoft.com/office/drawing/2014/main" id="{E94300C0-EAFE-41CE-FA2E-A154FF078048}"/>
                    </a:ext>
                  </a:extLst>
                </p:cNvPr>
                <p:cNvPicPr/>
                <p:nvPr/>
              </p:nvPicPr>
              <p:blipFill>
                <a:blip r:embed="rId20"/>
                <a:stretch>
                  <a:fillRect/>
                </a:stretch>
              </p:blipFill>
              <p:spPr>
                <a:xfrm>
                  <a:off x="6744236" y="2623907"/>
                  <a:ext cx="462600" cy="2102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9" name="Ink 18">
                  <a:extLst>
                    <a:ext uri="{FF2B5EF4-FFF2-40B4-BE49-F238E27FC236}">
                      <a16:creationId xmlns:a16="http://schemas.microsoft.com/office/drawing/2014/main" id="{B75BED69-703F-9FFE-D264-923B75B4DA22}"/>
                    </a:ext>
                  </a:extLst>
                </p14:cNvPr>
                <p14:cNvContentPartPr/>
                <p14:nvPr/>
              </p14:nvContentPartPr>
              <p14:xfrm>
                <a:off x="6909836" y="2708867"/>
                <a:ext cx="247320" cy="281160"/>
              </p14:xfrm>
            </p:contentPart>
          </mc:Choice>
          <mc:Fallback xmlns="">
            <p:pic>
              <p:nvPicPr>
                <p:cNvPr id="19" name="Ink 18">
                  <a:extLst>
                    <a:ext uri="{FF2B5EF4-FFF2-40B4-BE49-F238E27FC236}">
                      <a16:creationId xmlns:a16="http://schemas.microsoft.com/office/drawing/2014/main" id="{B75BED69-703F-9FFE-D264-923B75B4DA22}"/>
                    </a:ext>
                  </a:extLst>
                </p:cNvPr>
                <p:cNvPicPr/>
                <p:nvPr/>
              </p:nvPicPr>
              <p:blipFill>
                <a:blip r:embed="rId22"/>
                <a:stretch>
                  <a:fillRect/>
                </a:stretch>
              </p:blipFill>
              <p:spPr>
                <a:xfrm>
                  <a:off x="6903716" y="2702747"/>
                  <a:ext cx="259560" cy="2934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0" name="Ink 19">
                  <a:extLst>
                    <a:ext uri="{FF2B5EF4-FFF2-40B4-BE49-F238E27FC236}">
                      <a16:creationId xmlns:a16="http://schemas.microsoft.com/office/drawing/2014/main" id="{AF16F09C-429C-F77C-A91D-BDDFB67DAA16}"/>
                    </a:ext>
                  </a:extLst>
                </p14:cNvPr>
                <p14:cNvContentPartPr/>
                <p14:nvPr/>
              </p14:nvContentPartPr>
              <p14:xfrm>
                <a:off x="7382876" y="2680067"/>
                <a:ext cx="218160" cy="97200"/>
              </p14:xfrm>
            </p:contentPart>
          </mc:Choice>
          <mc:Fallback xmlns="">
            <p:pic>
              <p:nvPicPr>
                <p:cNvPr id="20" name="Ink 19">
                  <a:extLst>
                    <a:ext uri="{FF2B5EF4-FFF2-40B4-BE49-F238E27FC236}">
                      <a16:creationId xmlns:a16="http://schemas.microsoft.com/office/drawing/2014/main" id="{AF16F09C-429C-F77C-A91D-BDDFB67DAA16}"/>
                    </a:ext>
                  </a:extLst>
                </p:cNvPr>
                <p:cNvPicPr/>
                <p:nvPr/>
              </p:nvPicPr>
              <p:blipFill>
                <a:blip r:embed="rId24"/>
                <a:stretch>
                  <a:fillRect/>
                </a:stretch>
              </p:blipFill>
              <p:spPr>
                <a:xfrm>
                  <a:off x="7376756" y="2673947"/>
                  <a:ext cx="23040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1" name="Ink 20">
                  <a:extLst>
                    <a:ext uri="{FF2B5EF4-FFF2-40B4-BE49-F238E27FC236}">
                      <a16:creationId xmlns:a16="http://schemas.microsoft.com/office/drawing/2014/main" id="{5CDB2ECD-A4C8-6B4A-3D9B-F337C11C6C7D}"/>
                    </a:ext>
                  </a:extLst>
                </p14:cNvPr>
                <p14:cNvContentPartPr/>
                <p14:nvPr/>
              </p14:nvContentPartPr>
              <p14:xfrm>
                <a:off x="7766276" y="2541107"/>
                <a:ext cx="216360" cy="523440"/>
              </p14:xfrm>
            </p:contentPart>
          </mc:Choice>
          <mc:Fallback xmlns="">
            <p:pic>
              <p:nvPicPr>
                <p:cNvPr id="21" name="Ink 20">
                  <a:extLst>
                    <a:ext uri="{FF2B5EF4-FFF2-40B4-BE49-F238E27FC236}">
                      <a16:creationId xmlns:a16="http://schemas.microsoft.com/office/drawing/2014/main" id="{5CDB2ECD-A4C8-6B4A-3D9B-F337C11C6C7D}"/>
                    </a:ext>
                  </a:extLst>
                </p:cNvPr>
                <p:cNvPicPr/>
                <p:nvPr/>
              </p:nvPicPr>
              <p:blipFill>
                <a:blip r:embed="rId26"/>
                <a:stretch>
                  <a:fillRect/>
                </a:stretch>
              </p:blipFill>
              <p:spPr>
                <a:xfrm>
                  <a:off x="7760156" y="2534987"/>
                  <a:ext cx="228600" cy="53568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2" name="Ink 21">
                  <a:extLst>
                    <a:ext uri="{FF2B5EF4-FFF2-40B4-BE49-F238E27FC236}">
                      <a16:creationId xmlns:a16="http://schemas.microsoft.com/office/drawing/2014/main" id="{668F81F6-638C-B70E-9295-FA1E6E924AF0}"/>
                    </a:ext>
                  </a:extLst>
                </p14:cNvPr>
                <p14:cNvContentPartPr/>
                <p14:nvPr/>
              </p14:nvContentPartPr>
              <p14:xfrm>
                <a:off x="7778156" y="2855387"/>
                <a:ext cx="236520" cy="46080"/>
              </p14:xfrm>
            </p:contentPart>
          </mc:Choice>
          <mc:Fallback xmlns="">
            <p:pic>
              <p:nvPicPr>
                <p:cNvPr id="22" name="Ink 21">
                  <a:extLst>
                    <a:ext uri="{FF2B5EF4-FFF2-40B4-BE49-F238E27FC236}">
                      <a16:creationId xmlns:a16="http://schemas.microsoft.com/office/drawing/2014/main" id="{668F81F6-638C-B70E-9295-FA1E6E924AF0}"/>
                    </a:ext>
                  </a:extLst>
                </p:cNvPr>
                <p:cNvPicPr/>
                <p:nvPr/>
              </p:nvPicPr>
              <p:blipFill>
                <a:blip r:embed="rId28"/>
                <a:stretch>
                  <a:fillRect/>
                </a:stretch>
              </p:blipFill>
              <p:spPr>
                <a:xfrm>
                  <a:off x="7772036" y="2849267"/>
                  <a:ext cx="248760" cy="583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3" name="Ink 22">
                  <a:extLst>
                    <a:ext uri="{FF2B5EF4-FFF2-40B4-BE49-F238E27FC236}">
                      <a16:creationId xmlns:a16="http://schemas.microsoft.com/office/drawing/2014/main" id="{D65C50A7-7BED-1062-44C5-3FF2D9F99E1E}"/>
                    </a:ext>
                  </a:extLst>
                </p14:cNvPr>
                <p14:cNvContentPartPr/>
                <p14:nvPr/>
              </p14:nvContentPartPr>
              <p14:xfrm>
                <a:off x="8116916" y="2710667"/>
                <a:ext cx="179280" cy="100440"/>
              </p14:xfrm>
            </p:contentPart>
          </mc:Choice>
          <mc:Fallback xmlns="">
            <p:pic>
              <p:nvPicPr>
                <p:cNvPr id="23" name="Ink 22">
                  <a:extLst>
                    <a:ext uri="{FF2B5EF4-FFF2-40B4-BE49-F238E27FC236}">
                      <a16:creationId xmlns:a16="http://schemas.microsoft.com/office/drawing/2014/main" id="{D65C50A7-7BED-1062-44C5-3FF2D9F99E1E}"/>
                    </a:ext>
                  </a:extLst>
                </p:cNvPr>
                <p:cNvPicPr/>
                <p:nvPr/>
              </p:nvPicPr>
              <p:blipFill>
                <a:blip r:embed="rId30"/>
                <a:stretch>
                  <a:fillRect/>
                </a:stretch>
              </p:blipFill>
              <p:spPr>
                <a:xfrm>
                  <a:off x="8110796" y="2704547"/>
                  <a:ext cx="191520" cy="112680"/>
                </a:xfrm>
                <a:prstGeom prst="rect">
                  <a:avLst/>
                </a:prstGeom>
              </p:spPr>
            </p:pic>
          </mc:Fallback>
        </mc:AlternateContent>
      </p:grpSp>
      <p:grpSp>
        <p:nvGrpSpPr>
          <p:cNvPr id="31" name="Group 30">
            <a:extLst>
              <a:ext uri="{FF2B5EF4-FFF2-40B4-BE49-F238E27FC236}">
                <a16:creationId xmlns:a16="http://schemas.microsoft.com/office/drawing/2014/main" id="{C495E47C-43C3-B45C-1826-C8084534E5D2}"/>
              </a:ext>
            </a:extLst>
          </p:cNvPr>
          <p:cNvGrpSpPr/>
          <p:nvPr/>
        </p:nvGrpSpPr>
        <p:grpSpPr>
          <a:xfrm>
            <a:off x="7269836" y="2154107"/>
            <a:ext cx="429840" cy="273600"/>
            <a:chOff x="7269836" y="2154107"/>
            <a:chExt cx="429840" cy="273600"/>
          </a:xfrm>
        </p:grpSpPr>
        <mc:AlternateContent xmlns:mc="http://schemas.openxmlformats.org/markup-compatibility/2006" xmlns:p14="http://schemas.microsoft.com/office/powerpoint/2010/main">
          <mc:Choice Requires="p14">
            <p:contentPart p14:bwMode="auto" r:id="rId31">
              <p14:nvContentPartPr>
                <p14:cNvPr id="29" name="Ink 28">
                  <a:extLst>
                    <a:ext uri="{FF2B5EF4-FFF2-40B4-BE49-F238E27FC236}">
                      <a16:creationId xmlns:a16="http://schemas.microsoft.com/office/drawing/2014/main" id="{74C3FE78-7285-7423-A7A6-518399F499B5}"/>
                    </a:ext>
                  </a:extLst>
                </p14:cNvPr>
                <p14:cNvContentPartPr/>
                <p14:nvPr/>
              </p14:nvContentPartPr>
              <p14:xfrm>
                <a:off x="7269836" y="2280107"/>
                <a:ext cx="66240" cy="147600"/>
              </p14:xfrm>
            </p:contentPart>
          </mc:Choice>
          <mc:Fallback xmlns="">
            <p:pic>
              <p:nvPicPr>
                <p:cNvPr id="29" name="Ink 28">
                  <a:extLst>
                    <a:ext uri="{FF2B5EF4-FFF2-40B4-BE49-F238E27FC236}">
                      <a16:creationId xmlns:a16="http://schemas.microsoft.com/office/drawing/2014/main" id="{74C3FE78-7285-7423-A7A6-518399F499B5}"/>
                    </a:ext>
                  </a:extLst>
                </p:cNvPr>
                <p:cNvPicPr/>
                <p:nvPr/>
              </p:nvPicPr>
              <p:blipFill>
                <a:blip r:embed="rId32"/>
                <a:stretch>
                  <a:fillRect/>
                </a:stretch>
              </p:blipFill>
              <p:spPr>
                <a:xfrm>
                  <a:off x="7263716" y="2273987"/>
                  <a:ext cx="7848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0" name="Ink 29">
                  <a:extLst>
                    <a:ext uri="{FF2B5EF4-FFF2-40B4-BE49-F238E27FC236}">
                      <a16:creationId xmlns:a16="http://schemas.microsoft.com/office/drawing/2014/main" id="{AD926923-1100-2AEB-B979-F6F7953E9F42}"/>
                    </a:ext>
                  </a:extLst>
                </p14:cNvPr>
                <p14:cNvContentPartPr/>
                <p14:nvPr/>
              </p14:nvContentPartPr>
              <p14:xfrm>
                <a:off x="7416356" y="2154107"/>
                <a:ext cx="283320" cy="253440"/>
              </p14:xfrm>
            </p:contentPart>
          </mc:Choice>
          <mc:Fallback xmlns="">
            <p:pic>
              <p:nvPicPr>
                <p:cNvPr id="30" name="Ink 29">
                  <a:extLst>
                    <a:ext uri="{FF2B5EF4-FFF2-40B4-BE49-F238E27FC236}">
                      <a16:creationId xmlns:a16="http://schemas.microsoft.com/office/drawing/2014/main" id="{AD926923-1100-2AEB-B979-F6F7953E9F42}"/>
                    </a:ext>
                  </a:extLst>
                </p:cNvPr>
                <p:cNvPicPr/>
                <p:nvPr/>
              </p:nvPicPr>
              <p:blipFill>
                <a:blip r:embed="rId34"/>
                <a:stretch>
                  <a:fillRect/>
                </a:stretch>
              </p:blipFill>
              <p:spPr>
                <a:xfrm>
                  <a:off x="7410236" y="2147987"/>
                  <a:ext cx="295560" cy="265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5">
            <p14:nvContentPartPr>
              <p14:cNvPr id="32" name="Ink 31">
                <a:extLst>
                  <a:ext uri="{FF2B5EF4-FFF2-40B4-BE49-F238E27FC236}">
                    <a16:creationId xmlns:a16="http://schemas.microsoft.com/office/drawing/2014/main" id="{C5BB498A-031F-DB1A-5B38-E72688AFABBC}"/>
                  </a:ext>
                </a:extLst>
              </p14:cNvPr>
              <p14:cNvContentPartPr/>
              <p14:nvPr/>
            </p14:nvContentPartPr>
            <p14:xfrm>
              <a:off x="8037356" y="2327627"/>
              <a:ext cx="272880" cy="220680"/>
            </p14:xfrm>
          </p:contentPart>
        </mc:Choice>
        <mc:Fallback xmlns="">
          <p:pic>
            <p:nvPicPr>
              <p:cNvPr id="32" name="Ink 31">
                <a:extLst>
                  <a:ext uri="{FF2B5EF4-FFF2-40B4-BE49-F238E27FC236}">
                    <a16:creationId xmlns:a16="http://schemas.microsoft.com/office/drawing/2014/main" id="{C5BB498A-031F-DB1A-5B38-E72688AFABBC}"/>
                  </a:ext>
                </a:extLst>
              </p:cNvPr>
              <p:cNvPicPr/>
              <p:nvPr/>
            </p:nvPicPr>
            <p:blipFill>
              <a:blip r:embed="rId36"/>
              <a:stretch>
                <a:fillRect/>
              </a:stretch>
            </p:blipFill>
            <p:spPr>
              <a:xfrm>
                <a:off x="8031236" y="2321507"/>
                <a:ext cx="285120" cy="232920"/>
              </a:xfrm>
              <a:prstGeom prst="rect">
                <a:avLst/>
              </a:prstGeom>
            </p:spPr>
          </p:pic>
        </mc:Fallback>
      </mc:AlternateContent>
      <p:grpSp>
        <p:nvGrpSpPr>
          <p:cNvPr id="35" name="Group 34">
            <a:extLst>
              <a:ext uri="{FF2B5EF4-FFF2-40B4-BE49-F238E27FC236}">
                <a16:creationId xmlns:a16="http://schemas.microsoft.com/office/drawing/2014/main" id="{461FCB37-B1ED-6424-329E-9F5EB361F5BC}"/>
              </a:ext>
            </a:extLst>
          </p:cNvPr>
          <p:cNvGrpSpPr/>
          <p:nvPr/>
        </p:nvGrpSpPr>
        <p:grpSpPr>
          <a:xfrm>
            <a:off x="8635316" y="2280107"/>
            <a:ext cx="1175760" cy="732960"/>
            <a:chOff x="8635316" y="2280107"/>
            <a:chExt cx="1175760" cy="732960"/>
          </a:xfrm>
        </p:grpSpPr>
        <mc:AlternateContent xmlns:mc="http://schemas.openxmlformats.org/markup-compatibility/2006" xmlns:p14="http://schemas.microsoft.com/office/powerpoint/2010/main">
          <mc:Choice Requires="p14">
            <p:contentPart p14:bwMode="auto" r:id="rId37">
              <p14:nvContentPartPr>
                <p14:cNvPr id="24" name="Ink 23">
                  <a:extLst>
                    <a:ext uri="{FF2B5EF4-FFF2-40B4-BE49-F238E27FC236}">
                      <a16:creationId xmlns:a16="http://schemas.microsoft.com/office/drawing/2014/main" id="{27080622-3CC5-863F-0E88-0DCB69B8CE83}"/>
                    </a:ext>
                  </a:extLst>
                </p14:cNvPr>
                <p14:cNvContentPartPr/>
                <p14:nvPr/>
              </p14:nvContentPartPr>
              <p14:xfrm>
                <a:off x="8635316" y="2468747"/>
                <a:ext cx="261360" cy="394560"/>
              </p14:xfrm>
            </p:contentPart>
          </mc:Choice>
          <mc:Fallback xmlns="">
            <p:pic>
              <p:nvPicPr>
                <p:cNvPr id="24" name="Ink 23">
                  <a:extLst>
                    <a:ext uri="{FF2B5EF4-FFF2-40B4-BE49-F238E27FC236}">
                      <a16:creationId xmlns:a16="http://schemas.microsoft.com/office/drawing/2014/main" id="{27080622-3CC5-863F-0E88-0DCB69B8CE83}"/>
                    </a:ext>
                  </a:extLst>
                </p:cNvPr>
                <p:cNvPicPr/>
                <p:nvPr/>
              </p:nvPicPr>
              <p:blipFill>
                <a:blip r:embed="rId38"/>
                <a:stretch>
                  <a:fillRect/>
                </a:stretch>
              </p:blipFill>
              <p:spPr>
                <a:xfrm>
                  <a:off x="8629196" y="2462627"/>
                  <a:ext cx="273600" cy="4068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5" name="Ink 24">
                  <a:extLst>
                    <a:ext uri="{FF2B5EF4-FFF2-40B4-BE49-F238E27FC236}">
                      <a16:creationId xmlns:a16="http://schemas.microsoft.com/office/drawing/2014/main" id="{E2D59330-A40D-0651-47BC-B1E54E660BF3}"/>
                    </a:ext>
                  </a:extLst>
                </p14:cNvPr>
                <p14:cNvContentPartPr/>
                <p14:nvPr/>
              </p14:nvContentPartPr>
              <p14:xfrm>
                <a:off x="9030956" y="2572427"/>
                <a:ext cx="292320" cy="125640"/>
              </p14:xfrm>
            </p:contentPart>
          </mc:Choice>
          <mc:Fallback xmlns="">
            <p:pic>
              <p:nvPicPr>
                <p:cNvPr id="25" name="Ink 24">
                  <a:extLst>
                    <a:ext uri="{FF2B5EF4-FFF2-40B4-BE49-F238E27FC236}">
                      <a16:creationId xmlns:a16="http://schemas.microsoft.com/office/drawing/2014/main" id="{E2D59330-A40D-0651-47BC-B1E54E660BF3}"/>
                    </a:ext>
                  </a:extLst>
                </p:cNvPr>
                <p:cNvPicPr/>
                <p:nvPr/>
              </p:nvPicPr>
              <p:blipFill>
                <a:blip r:embed="rId40"/>
                <a:stretch>
                  <a:fillRect/>
                </a:stretch>
              </p:blipFill>
              <p:spPr>
                <a:xfrm>
                  <a:off x="9024836" y="2566307"/>
                  <a:ext cx="304560" cy="13788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6" name="Ink 25">
                  <a:extLst>
                    <a:ext uri="{FF2B5EF4-FFF2-40B4-BE49-F238E27FC236}">
                      <a16:creationId xmlns:a16="http://schemas.microsoft.com/office/drawing/2014/main" id="{5F9E50CB-DF4F-0BED-227B-88830082F8DF}"/>
                    </a:ext>
                  </a:extLst>
                </p14:cNvPr>
                <p14:cNvContentPartPr/>
                <p14:nvPr/>
              </p14:nvContentPartPr>
              <p14:xfrm>
                <a:off x="9482756" y="2280107"/>
                <a:ext cx="328320" cy="732960"/>
              </p14:xfrm>
            </p:contentPart>
          </mc:Choice>
          <mc:Fallback xmlns="">
            <p:pic>
              <p:nvPicPr>
                <p:cNvPr id="26" name="Ink 25">
                  <a:extLst>
                    <a:ext uri="{FF2B5EF4-FFF2-40B4-BE49-F238E27FC236}">
                      <a16:creationId xmlns:a16="http://schemas.microsoft.com/office/drawing/2014/main" id="{5F9E50CB-DF4F-0BED-227B-88830082F8DF}"/>
                    </a:ext>
                  </a:extLst>
                </p:cNvPr>
                <p:cNvPicPr/>
                <p:nvPr/>
              </p:nvPicPr>
              <p:blipFill>
                <a:blip r:embed="rId42"/>
                <a:stretch>
                  <a:fillRect/>
                </a:stretch>
              </p:blipFill>
              <p:spPr>
                <a:xfrm>
                  <a:off x="9476636" y="2273987"/>
                  <a:ext cx="340560" cy="74520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3" name="Ink 32">
                  <a:extLst>
                    <a:ext uri="{FF2B5EF4-FFF2-40B4-BE49-F238E27FC236}">
                      <a16:creationId xmlns:a16="http://schemas.microsoft.com/office/drawing/2014/main" id="{FC3E1B4E-DC45-6AB2-5A15-E4B45F150826}"/>
                    </a:ext>
                  </a:extLst>
                </p14:cNvPr>
                <p14:cNvContentPartPr/>
                <p14:nvPr/>
              </p14:nvContentPartPr>
              <p14:xfrm>
                <a:off x="9052916" y="2308547"/>
                <a:ext cx="53640" cy="221400"/>
              </p14:xfrm>
            </p:contentPart>
          </mc:Choice>
          <mc:Fallback xmlns="">
            <p:pic>
              <p:nvPicPr>
                <p:cNvPr id="33" name="Ink 32">
                  <a:extLst>
                    <a:ext uri="{FF2B5EF4-FFF2-40B4-BE49-F238E27FC236}">
                      <a16:creationId xmlns:a16="http://schemas.microsoft.com/office/drawing/2014/main" id="{FC3E1B4E-DC45-6AB2-5A15-E4B45F150826}"/>
                    </a:ext>
                  </a:extLst>
                </p:cNvPr>
                <p:cNvPicPr/>
                <p:nvPr/>
              </p:nvPicPr>
              <p:blipFill>
                <a:blip r:embed="rId44"/>
                <a:stretch>
                  <a:fillRect/>
                </a:stretch>
              </p:blipFill>
              <p:spPr>
                <a:xfrm>
                  <a:off x="9046796" y="2302427"/>
                  <a:ext cx="6588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4" name="Ink 33">
                  <a:extLst>
                    <a:ext uri="{FF2B5EF4-FFF2-40B4-BE49-F238E27FC236}">
                      <a16:creationId xmlns:a16="http://schemas.microsoft.com/office/drawing/2014/main" id="{CB47C24A-FBF0-BA3F-690F-E7CC5B2ED474}"/>
                    </a:ext>
                  </a:extLst>
                </p14:cNvPr>
                <p14:cNvContentPartPr/>
                <p14:nvPr/>
              </p14:nvContentPartPr>
              <p14:xfrm>
                <a:off x="9222476" y="2348867"/>
                <a:ext cx="121320" cy="187920"/>
              </p14:xfrm>
            </p:contentPart>
          </mc:Choice>
          <mc:Fallback xmlns="">
            <p:pic>
              <p:nvPicPr>
                <p:cNvPr id="34" name="Ink 33">
                  <a:extLst>
                    <a:ext uri="{FF2B5EF4-FFF2-40B4-BE49-F238E27FC236}">
                      <a16:creationId xmlns:a16="http://schemas.microsoft.com/office/drawing/2014/main" id="{CB47C24A-FBF0-BA3F-690F-E7CC5B2ED474}"/>
                    </a:ext>
                  </a:extLst>
                </p:cNvPr>
                <p:cNvPicPr/>
                <p:nvPr/>
              </p:nvPicPr>
              <p:blipFill>
                <a:blip r:embed="rId46"/>
                <a:stretch>
                  <a:fillRect/>
                </a:stretch>
              </p:blipFill>
              <p:spPr>
                <a:xfrm>
                  <a:off x="9216356" y="2342747"/>
                  <a:ext cx="133560" cy="200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7">
            <p14:nvContentPartPr>
              <p14:cNvPr id="36" name="Ink 35">
                <a:extLst>
                  <a:ext uri="{FF2B5EF4-FFF2-40B4-BE49-F238E27FC236}">
                    <a16:creationId xmlns:a16="http://schemas.microsoft.com/office/drawing/2014/main" id="{B8FCDA45-C2EA-ACF1-CB26-7F41ECC598E7}"/>
                  </a:ext>
                </a:extLst>
              </p14:cNvPr>
              <p14:cNvContentPartPr/>
              <p14:nvPr/>
            </p14:nvContentPartPr>
            <p14:xfrm>
              <a:off x="6911276" y="3101627"/>
              <a:ext cx="203040" cy="279000"/>
            </p14:xfrm>
          </p:contentPart>
        </mc:Choice>
        <mc:Fallback xmlns="">
          <p:pic>
            <p:nvPicPr>
              <p:cNvPr id="36" name="Ink 35">
                <a:extLst>
                  <a:ext uri="{FF2B5EF4-FFF2-40B4-BE49-F238E27FC236}">
                    <a16:creationId xmlns:a16="http://schemas.microsoft.com/office/drawing/2014/main" id="{B8FCDA45-C2EA-ACF1-CB26-7F41ECC598E7}"/>
                  </a:ext>
                </a:extLst>
              </p:cNvPr>
              <p:cNvPicPr/>
              <p:nvPr/>
            </p:nvPicPr>
            <p:blipFill>
              <a:blip r:embed="rId48"/>
              <a:stretch>
                <a:fillRect/>
              </a:stretch>
            </p:blipFill>
            <p:spPr>
              <a:xfrm>
                <a:off x="6905156" y="3095507"/>
                <a:ext cx="215280" cy="2912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7" name="Ink 36">
                <a:extLst>
                  <a:ext uri="{FF2B5EF4-FFF2-40B4-BE49-F238E27FC236}">
                    <a16:creationId xmlns:a16="http://schemas.microsoft.com/office/drawing/2014/main" id="{73704648-471D-197C-2CE3-3747898C3D0D}"/>
                  </a:ext>
                </a:extLst>
              </p14:cNvPr>
              <p14:cNvContentPartPr/>
              <p14:nvPr/>
            </p14:nvContentPartPr>
            <p14:xfrm>
              <a:off x="7845836" y="3158147"/>
              <a:ext cx="325080" cy="127080"/>
            </p14:xfrm>
          </p:contentPart>
        </mc:Choice>
        <mc:Fallback xmlns="">
          <p:pic>
            <p:nvPicPr>
              <p:cNvPr id="37" name="Ink 36">
                <a:extLst>
                  <a:ext uri="{FF2B5EF4-FFF2-40B4-BE49-F238E27FC236}">
                    <a16:creationId xmlns:a16="http://schemas.microsoft.com/office/drawing/2014/main" id="{73704648-471D-197C-2CE3-3747898C3D0D}"/>
                  </a:ext>
                </a:extLst>
              </p:cNvPr>
              <p:cNvPicPr/>
              <p:nvPr/>
            </p:nvPicPr>
            <p:blipFill>
              <a:blip r:embed="rId50"/>
              <a:stretch>
                <a:fillRect/>
              </a:stretch>
            </p:blipFill>
            <p:spPr>
              <a:xfrm>
                <a:off x="7839716" y="3152027"/>
                <a:ext cx="337320" cy="139320"/>
              </a:xfrm>
              <a:prstGeom prst="rect">
                <a:avLst/>
              </a:prstGeom>
            </p:spPr>
          </p:pic>
        </mc:Fallback>
      </mc:AlternateContent>
      <p:grpSp>
        <p:nvGrpSpPr>
          <p:cNvPr id="41" name="Group 40">
            <a:extLst>
              <a:ext uri="{FF2B5EF4-FFF2-40B4-BE49-F238E27FC236}">
                <a16:creationId xmlns:a16="http://schemas.microsoft.com/office/drawing/2014/main" id="{87B5D64C-AD52-C7EC-AAB3-A83EF94F9AD4}"/>
              </a:ext>
            </a:extLst>
          </p:cNvPr>
          <p:cNvGrpSpPr/>
          <p:nvPr/>
        </p:nvGrpSpPr>
        <p:grpSpPr>
          <a:xfrm>
            <a:off x="8669876" y="3026747"/>
            <a:ext cx="307440" cy="237960"/>
            <a:chOff x="8669876" y="3026747"/>
            <a:chExt cx="307440" cy="237960"/>
          </a:xfrm>
        </p:grpSpPr>
        <mc:AlternateContent xmlns:mc="http://schemas.openxmlformats.org/markup-compatibility/2006" xmlns:p14="http://schemas.microsoft.com/office/powerpoint/2010/main">
          <mc:Choice Requires="p14">
            <p:contentPart p14:bwMode="auto" r:id="rId51">
              <p14:nvContentPartPr>
                <p14:cNvPr id="38" name="Ink 37">
                  <a:extLst>
                    <a:ext uri="{FF2B5EF4-FFF2-40B4-BE49-F238E27FC236}">
                      <a16:creationId xmlns:a16="http://schemas.microsoft.com/office/drawing/2014/main" id="{E3A0EBCA-8B76-2949-FE64-82D09385CDD3}"/>
                    </a:ext>
                  </a:extLst>
                </p14:cNvPr>
                <p14:cNvContentPartPr/>
                <p14:nvPr/>
              </p14:nvContentPartPr>
              <p14:xfrm>
                <a:off x="8669876" y="3070667"/>
                <a:ext cx="67680" cy="191880"/>
              </p14:xfrm>
            </p:contentPart>
          </mc:Choice>
          <mc:Fallback xmlns="">
            <p:pic>
              <p:nvPicPr>
                <p:cNvPr id="38" name="Ink 37">
                  <a:extLst>
                    <a:ext uri="{FF2B5EF4-FFF2-40B4-BE49-F238E27FC236}">
                      <a16:creationId xmlns:a16="http://schemas.microsoft.com/office/drawing/2014/main" id="{E3A0EBCA-8B76-2949-FE64-82D09385CDD3}"/>
                    </a:ext>
                  </a:extLst>
                </p:cNvPr>
                <p:cNvPicPr/>
                <p:nvPr/>
              </p:nvPicPr>
              <p:blipFill>
                <a:blip r:embed="rId52"/>
                <a:stretch>
                  <a:fillRect/>
                </a:stretch>
              </p:blipFill>
              <p:spPr>
                <a:xfrm>
                  <a:off x="8663756" y="3064547"/>
                  <a:ext cx="79920" cy="20412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9" name="Ink 38">
                  <a:extLst>
                    <a:ext uri="{FF2B5EF4-FFF2-40B4-BE49-F238E27FC236}">
                      <a16:creationId xmlns:a16="http://schemas.microsoft.com/office/drawing/2014/main" id="{B5B79294-D578-86E3-4BE0-495B608A800B}"/>
                    </a:ext>
                  </a:extLst>
                </p14:cNvPr>
                <p14:cNvContentPartPr/>
                <p14:nvPr/>
              </p14:nvContentPartPr>
              <p14:xfrm>
                <a:off x="8861036" y="3026747"/>
                <a:ext cx="116280" cy="237960"/>
              </p14:xfrm>
            </p:contentPart>
          </mc:Choice>
          <mc:Fallback xmlns="">
            <p:pic>
              <p:nvPicPr>
                <p:cNvPr id="39" name="Ink 38">
                  <a:extLst>
                    <a:ext uri="{FF2B5EF4-FFF2-40B4-BE49-F238E27FC236}">
                      <a16:creationId xmlns:a16="http://schemas.microsoft.com/office/drawing/2014/main" id="{B5B79294-D578-86E3-4BE0-495B608A800B}"/>
                    </a:ext>
                  </a:extLst>
                </p:cNvPr>
                <p:cNvPicPr/>
                <p:nvPr/>
              </p:nvPicPr>
              <p:blipFill>
                <a:blip r:embed="rId54"/>
                <a:stretch>
                  <a:fillRect/>
                </a:stretch>
              </p:blipFill>
              <p:spPr>
                <a:xfrm>
                  <a:off x="8854916" y="3020627"/>
                  <a:ext cx="128520" cy="2502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5">
            <p14:nvContentPartPr>
              <p14:cNvPr id="40" name="Ink 39">
                <a:extLst>
                  <a:ext uri="{FF2B5EF4-FFF2-40B4-BE49-F238E27FC236}">
                    <a16:creationId xmlns:a16="http://schemas.microsoft.com/office/drawing/2014/main" id="{AEDF091F-2335-4018-42FB-7510859D73A2}"/>
                  </a:ext>
                </a:extLst>
              </p14:cNvPr>
              <p14:cNvContentPartPr/>
              <p14:nvPr/>
            </p14:nvContentPartPr>
            <p14:xfrm>
              <a:off x="9800276" y="2957627"/>
              <a:ext cx="167760" cy="241200"/>
            </p14:xfrm>
          </p:contentPart>
        </mc:Choice>
        <mc:Fallback xmlns="">
          <p:pic>
            <p:nvPicPr>
              <p:cNvPr id="40" name="Ink 39">
                <a:extLst>
                  <a:ext uri="{FF2B5EF4-FFF2-40B4-BE49-F238E27FC236}">
                    <a16:creationId xmlns:a16="http://schemas.microsoft.com/office/drawing/2014/main" id="{AEDF091F-2335-4018-42FB-7510859D73A2}"/>
                  </a:ext>
                </a:extLst>
              </p:cNvPr>
              <p:cNvPicPr/>
              <p:nvPr/>
            </p:nvPicPr>
            <p:blipFill>
              <a:blip r:embed="rId56"/>
              <a:stretch>
                <a:fillRect/>
              </a:stretch>
            </p:blipFill>
            <p:spPr>
              <a:xfrm>
                <a:off x="9794156" y="2951507"/>
                <a:ext cx="180000" cy="253440"/>
              </a:xfrm>
              <a:prstGeom prst="rect">
                <a:avLst/>
              </a:prstGeom>
            </p:spPr>
          </p:pic>
        </mc:Fallback>
      </mc:AlternateContent>
      <p:grpSp>
        <p:nvGrpSpPr>
          <p:cNvPr id="47" name="Group 46">
            <a:extLst>
              <a:ext uri="{FF2B5EF4-FFF2-40B4-BE49-F238E27FC236}">
                <a16:creationId xmlns:a16="http://schemas.microsoft.com/office/drawing/2014/main" id="{5986806E-4C56-D757-F97B-1C1ABA2F1CE2}"/>
              </a:ext>
            </a:extLst>
          </p:cNvPr>
          <p:cNvGrpSpPr/>
          <p:nvPr/>
        </p:nvGrpSpPr>
        <p:grpSpPr>
          <a:xfrm>
            <a:off x="10396796" y="2065907"/>
            <a:ext cx="1456200" cy="595080"/>
            <a:chOff x="10396796" y="2065907"/>
            <a:chExt cx="1456200" cy="595080"/>
          </a:xfrm>
        </p:grpSpPr>
        <mc:AlternateContent xmlns:mc="http://schemas.openxmlformats.org/markup-compatibility/2006" xmlns:p14="http://schemas.microsoft.com/office/powerpoint/2010/main">
          <mc:Choice Requires="p14">
            <p:contentPart p14:bwMode="auto" r:id="rId57">
              <p14:nvContentPartPr>
                <p14:cNvPr id="42" name="Ink 41">
                  <a:extLst>
                    <a:ext uri="{FF2B5EF4-FFF2-40B4-BE49-F238E27FC236}">
                      <a16:creationId xmlns:a16="http://schemas.microsoft.com/office/drawing/2014/main" id="{B4643751-22CF-64A0-36B6-02B332FE479A}"/>
                    </a:ext>
                  </a:extLst>
                </p14:cNvPr>
                <p14:cNvContentPartPr/>
                <p14:nvPr/>
              </p14:nvContentPartPr>
              <p14:xfrm>
                <a:off x="10407956" y="2408267"/>
                <a:ext cx="206640" cy="53280"/>
              </p14:xfrm>
            </p:contentPart>
          </mc:Choice>
          <mc:Fallback xmlns="">
            <p:pic>
              <p:nvPicPr>
                <p:cNvPr id="42" name="Ink 41">
                  <a:extLst>
                    <a:ext uri="{FF2B5EF4-FFF2-40B4-BE49-F238E27FC236}">
                      <a16:creationId xmlns:a16="http://schemas.microsoft.com/office/drawing/2014/main" id="{B4643751-22CF-64A0-36B6-02B332FE479A}"/>
                    </a:ext>
                  </a:extLst>
                </p:cNvPr>
                <p:cNvPicPr/>
                <p:nvPr/>
              </p:nvPicPr>
              <p:blipFill>
                <a:blip r:embed="rId58"/>
                <a:stretch>
                  <a:fillRect/>
                </a:stretch>
              </p:blipFill>
              <p:spPr>
                <a:xfrm>
                  <a:off x="10401836" y="2402147"/>
                  <a:ext cx="21888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43" name="Ink 42">
                  <a:extLst>
                    <a:ext uri="{FF2B5EF4-FFF2-40B4-BE49-F238E27FC236}">
                      <a16:creationId xmlns:a16="http://schemas.microsoft.com/office/drawing/2014/main" id="{4DE1B68B-F98D-E790-DC77-E0541577B028}"/>
                    </a:ext>
                  </a:extLst>
                </p14:cNvPr>
                <p14:cNvContentPartPr/>
                <p14:nvPr/>
              </p14:nvContentPartPr>
              <p14:xfrm>
                <a:off x="10396796" y="2464787"/>
                <a:ext cx="296640" cy="143280"/>
              </p14:xfrm>
            </p:contentPart>
          </mc:Choice>
          <mc:Fallback xmlns="">
            <p:pic>
              <p:nvPicPr>
                <p:cNvPr id="43" name="Ink 42">
                  <a:extLst>
                    <a:ext uri="{FF2B5EF4-FFF2-40B4-BE49-F238E27FC236}">
                      <a16:creationId xmlns:a16="http://schemas.microsoft.com/office/drawing/2014/main" id="{4DE1B68B-F98D-E790-DC77-E0541577B028}"/>
                    </a:ext>
                  </a:extLst>
                </p:cNvPr>
                <p:cNvPicPr/>
                <p:nvPr/>
              </p:nvPicPr>
              <p:blipFill>
                <a:blip r:embed="rId60"/>
                <a:stretch>
                  <a:fillRect/>
                </a:stretch>
              </p:blipFill>
              <p:spPr>
                <a:xfrm>
                  <a:off x="10390676" y="2458667"/>
                  <a:ext cx="308880" cy="1555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4" name="Ink 43">
                  <a:extLst>
                    <a:ext uri="{FF2B5EF4-FFF2-40B4-BE49-F238E27FC236}">
                      <a16:creationId xmlns:a16="http://schemas.microsoft.com/office/drawing/2014/main" id="{C3075E4F-ECE5-5FB0-2104-FE6445CB16B5}"/>
                    </a:ext>
                  </a:extLst>
                </p14:cNvPr>
                <p14:cNvContentPartPr/>
                <p14:nvPr/>
              </p14:nvContentPartPr>
              <p14:xfrm>
                <a:off x="10837436" y="2077067"/>
                <a:ext cx="181080" cy="540720"/>
              </p14:xfrm>
            </p:contentPart>
          </mc:Choice>
          <mc:Fallback xmlns="">
            <p:pic>
              <p:nvPicPr>
                <p:cNvPr id="44" name="Ink 43">
                  <a:extLst>
                    <a:ext uri="{FF2B5EF4-FFF2-40B4-BE49-F238E27FC236}">
                      <a16:creationId xmlns:a16="http://schemas.microsoft.com/office/drawing/2014/main" id="{C3075E4F-ECE5-5FB0-2104-FE6445CB16B5}"/>
                    </a:ext>
                  </a:extLst>
                </p:cNvPr>
                <p:cNvPicPr/>
                <p:nvPr/>
              </p:nvPicPr>
              <p:blipFill>
                <a:blip r:embed="rId62"/>
                <a:stretch>
                  <a:fillRect/>
                </a:stretch>
              </p:blipFill>
              <p:spPr>
                <a:xfrm>
                  <a:off x="10831316" y="2070947"/>
                  <a:ext cx="193320" cy="55296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5" name="Ink 44">
                  <a:extLst>
                    <a:ext uri="{FF2B5EF4-FFF2-40B4-BE49-F238E27FC236}">
                      <a16:creationId xmlns:a16="http://schemas.microsoft.com/office/drawing/2014/main" id="{C949C4C9-9B1A-F099-80CC-C7061363EE67}"/>
                    </a:ext>
                  </a:extLst>
                </p14:cNvPr>
                <p14:cNvContentPartPr/>
                <p14:nvPr/>
              </p14:nvContentPartPr>
              <p14:xfrm>
                <a:off x="11073596" y="2065907"/>
                <a:ext cx="383760" cy="595080"/>
              </p14:xfrm>
            </p:contentPart>
          </mc:Choice>
          <mc:Fallback xmlns="">
            <p:pic>
              <p:nvPicPr>
                <p:cNvPr id="45" name="Ink 44">
                  <a:extLst>
                    <a:ext uri="{FF2B5EF4-FFF2-40B4-BE49-F238E27FC236}">
                      <a16:creationId xmlns:a16="http://schemas.microsoft.com/office/drawing/2014/main" id="{C949C4C9-9B1A-F099-80CC-C7061363EE67}"/>
                    </a:ext>
                  </a:extLst>
                </p:cNvPr>
                <p:cNvPicPr/>
                <p:nvPr/>
              </p:nvPicPr>
              <p:blipFill>
                <a:blip r:embed="rId64"/>
                <a:stretch>
                  <a:fillRect/>
                </a:stretch>
              </p:blipFill>
              <p:spPr>
                <a:xfrm>
                  <a:off x="11067476" y="2059787"/>
                  <a:ext cx="396000" cy="60732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6" name="Ink 45">
                  <a:extLst>
                    <a:ext uri="{FF2B5EF4-FFF2-40B4-BE49-F238E27FC236}">
                      <a16:creationId xmlns:a16="http://schemas.microsoft.com/office/drawing/2014/main" id="{8B928637-625D-2971-8506-A5C8272A55C5}"/>
                    </a:ext>
                  </a:extLst>
                </p14:cNvPr>
                <p14:cNvContentPartPr/>
                <p14:nvPr/>
              </p14:nvContentPartPr>
              <p14:xfrm>
                <a:off x="11570756" y="2301347"/>
                <a:ext cx="282240" cy="274680"/>
              </p14:xfrm>
            </p:contentPart>
          </mc:Choice>
          <mc:Fallback xmlns="">
            <p:pic>
              <p:nvPicPr>
                <p:cNvPr id="46" name="Ink 45">
                  <a:extLst>
                    <a:ext uri="{FF2B5EF4-FFF2-40B4-BE49-F238E27FC236}">
                      <a16:creationId xmlns:a16="http://schemas.microsoft.com/office/drawing/2014/main" id="{8B928637-625D-2971-8506-A5C8272A55C5}"/>
                    </a:ext>
                  </a:extLst>
                </p:cNvPr>
                <p:cNvPicPr/>
                <p:nvPr/>
              </p:nvPicPr>
              <p:blipFill>
                <a:blip r:embed="rId66"/>
                <a:stretch>
                  <a:fillRect/>
                </a:stretch>
              </p:blipFill>
              <p:spPr>
                <a:xfrm>
                  <a:off x="11564636" y="2295227"/>
                  <a:ext cx="294480" cy="286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7">
            <p14:nvContentPartPr>
              <p14:cNvPr id="60" name="Ink 59">
                <a:extLst>
                  <a:ext uri="{FF2B5EF4-FFF2-40B4-BE49-F238E27FC236}">
                    <a16:creationId xmlns:a16="http://schemas.microsoft.com/office/drawing/2014/main" id="{8ED78791-F913-50C0-2E72-D860A6926917}"/>
                  </a:ext>
                </a:extLst>
              </p14:cNvPr>
              <p14:cNvContentPartPr/>
              <p14:nvPr/>
            </p14:nvContentPartPr>
            <p14:xfrm>
              <a:off x="7055636" y="3321227"/>
              <a:ext cx="307080" cy="302040"/>
            </p14:xfrm>
          </p:contentPart>
        </mc:Choice>
        <mc:Fallback xmlns="">
          <p:pic>
            <p:nvPicPr>
              <p:cNvPr id="60" name="Ink 59">
                <a:extLst>
                  <a:ext uri="{FF2B5EF4-FFF2-40B4-BE49-F238E27FC236}">
                    <a16:creationId xmlns:a16="http://schemas.microsoft.com/office/drawing/2014/main" id="{8ED78791-F913-50C0-2E72-D860A6926917}"/>
                  </a:ext>
                </a:extLst>
              </p:cNvPr>
              <p:cNvPicPr/>
              <p:nvPr/>
            </p:nvPicPr>
            <p:blipFill>
              <a:blip r:embed="rId68"/>
              <a:stretch>
                <a:fillRect/>
              </a:stretch>
            </p:blipFill>
            <p:spPr>
              <a:xfrm>
                <a:off x="7049516" y="3315107"/>
                <a:ext cx="319320" cy="3142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61" name="Ink 60">
                <a:extLst>
                  <a:ext uri="{FF2B5EF4-FFF2-40B4-BE49-F238E27FC236}">
                    <a16:creationId xmlns:a16="http://schemas.microsoft.com/office/drawing/2014/main" id="{E72E4F4F-CEE8-A994-464B-1252550D6AB1}"/>
                  </a:ext>
                </a:extLst>
              </p14:cNvPr>
              <p14:cNvContentPartPr/>
              <p14:nvPr/>
            </p14:nvContentPartPr>
            <p14:xfrm>
              <a:off x="9605156" y="3568547"/>
              <a:ext cx="533880" cy="248400"/>
            </p14:xfrm>
          </p:contentPart>
        </mc:Choice>
        <mc:Fallback xmlns="">
          <p:pic>
            <p:nvPicPr>
              <p:cNvPr id="61" name="Ink 60">
                <a:extLst>
                  <a:ext uri="{FF2B5EF4-FFF2-40B4-BE49-F238E27FC236}">
                    <a16:creationId xmlns:a16="http://schemas.microsoft.com/office/drawing/2014/main" id="{E72E4F4F-CEE8-A994-464B-1252550D6AB1}"/>
                  </a:ext>
                </a:extLst>
              </p:cNvPr>
              <p:cNvPicPr/>
              <p:nvPr/>
            </p:nvPicPr>
            <p:blipFill>
              <a:blip r:embed="rId70"/>
              <a:stretch>
                <a:fillRect/>
              </a:stretch>
            </p:blipFill>
            <p:spPr>
              <a:xfrm>
                <a:off x="9599036" y="3562427"/>
                <a:ext cx="54612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81" name="Ink 80">
                <a:extLst>
                  <a:ext uri="{FF2B5EF4-FFF2-40B4-BE49-F238E27FC236}">
                    <a16:creationId xmlns:a16="http://schemas.microsoft.com/office/drawing/2014/main" id="{94739A23-2EEF-D958-B8D6-D8C9B73A82AE}"/>
                  </a:ext>
                </a:extLst>
              </p14:cNvPr>
              <p14:cNvContentPartPr/>
              <p14:nvPr/>
            </p14:nvContentPartPr>
            <p14:xfrm>
              <a:off x="7337516" y="4175147"/>
              <a:ext cx="450000" cy="187560"/>
            </p14:xfrm>
          </p:contentPart>
        </mc:Choice>
        <mc:Fallback xmlns="">
          <p:pic>
            <p:nvPicPr>
              <p:cNvPr id="81" name="Ink 80">
                <a:extLst>
                  <a:ext uri="{FF2B5EF4-FFF2-40B4-BE49-F238E27FC236}">
                    <a16:creationId xmlns:a16="http://schemas.microsoft.com/office/drawing/2014/main" id="{94739A23-2EEF-D958-B8D6-D8C9B73A82AE}"/>
                  </a:ext>
                </a:extLst>
              </p:cNvPr>
              <p:cNvPicPr/>
              <p:nvPr/>
            </p:nvPicPr>
            <p:blipFill>
              <a:blip r:embed="rId72"/>
              <a:stretch>
                <a:fillRect/>
              </a:stretch>
            </p:blipFill>
            <p:spPr>
              <a:xfrm>
                <a:off x="7331396" y="4169027"/>
                <a:ext cx="46224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83" name="Ink 82">
                <a:extLst>
                  <a:ext uri="{FF2B5EF4-FFF2-40B4-BE49-F238E27FC236}">
                    <a16:creationId xmlns:a16="http://schemas.microsoft.com/office/drawing/2014/main" id="{10E65B0F-5565-A2CA-2B46-5BBEB57B4471}"/>
                  </a:ext>
                </a:extLst>
              </p14:cNvPr>
              <p14:cNvContentPartPr/>
              <p14:nvPr/>
            </p14:nvContentPartPr>
            <p14:xfrm>
              <a:off x="9843476" y="4215107"/>
              <a:ext cx="433080" cy="322560"/>
            </p14:xfrm>
          </p:contentPart>
        </mc:Choice>
        <mc:Fallback xmlns="">
          <p:pic>
            <p:nvPicPr>
              <p:cNvPr id="83" name="Ink 82">
                <a:extLst>
                  <a:ext uri="{FF2B5EF4-FFF2-40B4-BE49-F238E27FC236}">
                    <a16:creationId xmlns:a16="http://schemas.microsoft.com/office/drawing/2014/main" id="{10E65B0F-5565-A2CA-2B46-5BBEB57B4471}"/>
                  </a:ext>
                </a:extLst>
              </p:cNvPr>
              <p:cNvPicPr/>
              <p:nvPr/>
            </p:nvPicPr>
            <p:blipFill>
              <a:blip r:embed="rId74"/>
              <a:stretch>
                <a:fillRect/>
              </a:stretch>
            </p:blipFill>
            <p:spPr>
              <a:xfrm>
                <a:off x="9837356" y="4208987"/>
                <a:ext cx="445320" cy="334800"/>
              </a:xfrm>
              <a:prstGeom prst="rect">
                <a:avLst/>
              </a:prstGeom>
            </p:spPr>
          </p:pic>
        </mc:Fallback>
      </mc:AlternateContent>
      <p:grpSp>
        <p:nvGrpSpPr>
          <p:cNvPr id="102" name="Group 101">
            <a:extLst>
              <a:ext uri="{FF2B5EF4-FFF2-40B4-BE49-F238E27FC236}">
                <a16:creationId xmlns:a16="http://schemas.microsoft.com/office/drawing/2014/main" id="{AD5AA3A8-96F8-9A1D-DCE9-AA5DE787E361}"/>
              </a:ext>
            </a:extLst>
          </p:cNvPr>
          <p:cNvGrpSpPr/>
          <p:nvPr/>
        </p:nvGrpSpPr>
        <p:grpSpPr>
          <a:xfrm>
            <a:off x="6107036" y="3488267"/>
            <a:ext cx="3274200" cy="1989000"/>
            <a:chOff x="6107036" y="3488267"/>
            <a:chExt cx="3274200" cy="1989000"/>
          </a:xfrm>
        </p:grpSpPr>
        <mc:AlternateContent xmlns:mc="http://schemas.openxmlformats.org/markup-compatibility/2006" xmlns:p14="http://schemas.microsoft.com/office/powerpoint/2010/main">
          <mc:Choice Requires="p14">
            <p:contentPart p14:bwMode="auto" r:id="rId75">
              <p14:nvContentPartPr>
                <p14:cNvPr id="48" name="Ink 47">
                  <a:extLst>
                    <a:ext uri="{FF2B5EF4-FFF2-40B4-BE49-F238E27FC236}">
                      <a16:creationId xmlns:a16="http://schemas.microsoft.com/office/drawing/2014/main" id="{BE3687C3-AF82-7AC6-B6DB-943063A1748B}"/>
                    </a:ext>
                  </a:extLst>
                </p14:cNvPr>
                <p14:cNvContentPartPr/>
                <p14:nvPr/>
              </p14:nvContentPartPr>
              <p14:xfrm>
                <a:off x="6536156" y="3769427"/>
                <a:ext cx="235080" cy="318600"/>
              </p14:xfrm>
            </p:contentPart>
          </mc:Choice>
          <mc:Fallback xmlns="">
            <p:pic>
              <p:nvPicPr>
                <p:cNvPr id="48" name="Ink 47">
                  <a:extLst>
                    <a:ext uri="{FF2B5EF4-FFF2-40B4-BE49-F238E27FC236}">
                      <a16:creationId xmlns:a16="http://schemas.microsoft.com/office/drawing/2014/main" id="{BE3687C3-AF82-7AC6-B6DB-943063A1748B}"/>
                    </a:ext>
                  </a:extLst>
                </p:cNvPr>
                <p:cNvPicPr/>
                <p:nvPr/>
              </p:nvPicPr>
              <p:blipFill>
                <a:blip r:embed="rId76"/>
                <a:stretch>
                  <a:fillRect/>
                </a:stretch>
              </p:blipFill>
              <p:spPr>
                <a:xfrm>
                  <a:off x="6530036" y="3763307"/>
                  <a:ext cx="247320" cy="33084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49" name="Ink 48">
                  <a:extLst>
                    <a:ext uri="{FF2B5EF4-FFF2-40B4-BE49-F238E27FC236}">
                      <a16:creationId xmlns:a16="http://schemas.microsoft.com/office/drawing/2014/main" id="{9AA2C646-0750-EBB9-DE3B-243193BF69C3}"/>
                    </a:ext>
                  </a:extLst>
                </p14:cNvPr>
                <p14:cNvContentPartPr/>
                <p14:nvPr/>
              </p14:nvContentPartPr>
              <p14:xfrm>
                <a:off x="6942236" y="3815507"/>
                <a:ext cx="167760" cy="339840"/>
              </p14:xfrm>
            </p:contentPart>
          </mc:Choice>
          <mc:Fallback xmlns="">
            <p:pic>
              <p:nvPicPr>
                <p:cNvPr id="49" name="Ink 48">
                  <a:extLst>
                    <a:ext uri="{FF2B5EF4-FFF2-40B4-BE49-F238E27FC236}">
                      <a16:creationId xmlns:a16="http://schemas.microsoft.com/office/drawing/2014/main" id="{9AA2C646-0750-EBB9-DE3B-243193BF69C3}"/>
                    </a:ext>
                  </a:extLst>
                </p:cNvPr>
                <p:cNvPicPr/>
                <p:nvPr/>
              </p:nvPicPr>
              <p:blipFill>
                <a:blip r:embed="rId78"/>
                <a:stretch>
                  <a:fillRect/>
                </a:stretch>
              </p:blipFill>
              <p:spPr>
                <a:xfrm>
                  <a:off x="6936116" y="3809387"/>
                  <a:ext cx="180000" cy="35208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0" name="Ink 49">
                  <a:extLst>
                    <a:ext uri="{FF2B5EF4-FFF2-40B4-BE49-F238E27FC236}">
                      <a16:creationId xmlns:a16="http://schemas.microsoft.com/office/drawing/2014/main" id="{DAD4128E-51CA-5B50-0D67-1633794A6475}"/>
                    </a:ext>
                  </a:extLst>
                </p14:cNvPr>
                <p14:cNvContentPartPr/>
                <p14:nvPr/>
              </p14:nvContentPartPr>
              <p14:xfrm>
                <a:off x="7213316" y="3826667"/>
                <a:ext cx="202680" cy="147240"/>
              </p14:xfrm>
            </p:contentPart>
          </mc:Choice>
          <mc:Fallback xmlns="">
            <p:pic>
              <p:nvPicPr>
                <p:cNvPr id="50" name="Ink 49">
                  <a:extLst>
                    <a:ext uri="{FF2B5EF4-FFF2-40B4-BE49-F238E27FC236}">
                      <a16:creationId xmlns:a16="http://schemas.microsoft.com/office/drawing/2014/main" id="{DAD4128E-51CA-5B50-0D67-1633794A6475}"/>
                    </a:ext>
                  </a:extLst>
                </p:cNvPr>
                <p:cNvPicPr/>
                <p:nvPr/>
              </p:nvPicPr>
              <p:blipFill>
                <a:blip r:embed="rId80"/>
                <a:stretch>
                  <a:fillRect/>
                </a:stretch>
              </p:blipFill>
              <p:spPr>
                <a:xfrm>
                  <a:off x="7207196" y="3820547"/>
                  <a:ext cx="214920" cy="15948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51" name="Ink 50">
                  <a:extLst>
                    <a:ext uri="{FF2B5EF4-FFF2-40B4-BE49-F238E27FC236}">
                      <a16:creationId xmlns:a16="http://schemas.microsoft.com/office/drawing/2014/main" id="{EC1DEB6E-9F7A-1430-7064-3DF094582B0C}"/>
                    </a:ext>
                  </a:extLst>
                </p14:cNvPr>
                <p14:cNvContentPartPr/>
                <p14:nvPr/>
              </p14:nvContentPartPr>
              <p14:xfrm>
                <a:off x="7191356" y="3758987"/>
                <a:ext cx="192240" cy="360360"/>
              </p14:xfrm>
            </p:contentPart>
          </mc:Choice>
          <mc:Fallback xmlns="">
            <p:pic>
              <p:nvPicPr>
                <p:cNvPr id="51" name="Ink 50">
                  <a:extLst>
                    <a:ext uri="{FF2B5EF4-FFF2-40B4-BE49-F238E27FC236}">
                      <a16:creationId xmlns:a16="http://schemas.microsoft.com/office/drawing/2014/main" id="{EC1DEB6E-9F7A-1430-7064-3DF094582B0C}"/>
                    </a:ext>
                  </a:extLst>
                </p:cNvPr>
                <p:cNvPicPr/>
                <p:nvPr/>
              </p:nvPicPr>
              <p:blipFill>
                <a:blip r:embed="rId82"/>
                <a:stretch>
                  <a:fillRect/>
                </a:stretch>
              </p:blipFill>
              <p:spPr>
                <a:xfrm>
                  <a:off x="7185236" y="3752867"/>
                  <a:ext cx="204480" cy="3726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2" name="Ink 51">
                  <a:extLst>
                    <a:ext uri="{FF2B5EF4-FFF2-40B4-BE49-F238E27FC236}">
                      <a16:creationId xmlns:a16="http://schemas.microsoft.com/office/drawing/2014/main" id="{C4DFC11F-EC87-0258-7FC5-44EBE5E93B74}"/>
                    </a:ext>
                  </a:extLst>
                </p14:cNvPr>
                <p14:cNvContentPartPr/>
                <p14:nvPr/>
              </p14:nvContentPartPr>
              <p14:xfrm>
                <a:off x="7348676" y="3488267"/>
                <a:ext cx="260280" cy="644400"/>
              </p14:xfrm>
            </p:contentPart>
          </mc:Choice>
          <mc:Fallback xmlns="">
            <p:pic>
              <p:nvPicPr>
                <p:cNvPr id="52" name="Ink 51">
                  <a:extLst>
                    <a:ext uri="{FF2B5EF4-FFF2-40B4-BE49-F238E27FC236}">
                      <a16:creationId xmlns:a16="http://schemas.microsoft.com/office/drawing/2014/main" id="{C4DFC11F-EC87-0258-7FC5-44EBE5E93B74}"/>
                    </a:ext>
                  </a:extLst>
                </p:cNvPr>
                <p:cNvPicPr/>
                <p:nvPr/>
              </p:nvPicPr>
              <p:blipFill>
                <a:blip r:embed="rId84"/>
                <a:stretch>
                  <a:fillRect/>
                </a:stretch>
              </p:blipFill>
              <p:spPr>
                <a:xfrm>
                  <a:off x="7342556" y="3482147"/>
                  <a:ext cx="272520" cy="65664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53" name="Ink 52">
                  <a:extLst>
                    <a:ext uri="{FF2B5EF4-FFF2-40B4-BE49-F238E27FC236}">
                      <a16:creationId xmlns:a16="http://schemas.microsoft.com/office/drawing/2014/main" id="{FF7AFAB5-2879-E011-CD24-400343A014D0}"/>
                    </a:ext>
                  </a:extLst>
                </p14:cNvPr>
                <p14:cNvContentPartPr/>
                <p14:nvPr/>
              </p14:nvContentPartPr>
              <p14:xfrm>
                <a:off x="7808396" y="3736667"/>
                <a:ext cx="205560" cy="207360"/>
              </p14:xfrm>
            </p:contentPart>
          </mc:Choice>
          <mc:Fallback xmlns="">
            <p:pic>
              <p:nvPicPr>
                <p:cNvPr id="53" name="Ink 52">
                  <a:extLst>
                    <a:ext uri="{FF2B5EF4-FFF2-40B4-BE49-F238E27FC236}">
                      <a16:creationId xmlns:a16="http://schemas.microsoft.com/office/drawing/2014/main" id="{FF7AFAB5-2879-E011-CD24-400343A014D0}"/>
                    </a:ext>
                  </a:extLst>
                </p:cNvPr>
                <p:cNvPicPr/>
                <p:nvPr/>
              </p:nvPicPr>
              <p:blipFill>
                <a:blip r:embed="rId86"/>
                <a:stretch>
                  <a:fillRect/>
                </a:stretch>
              </p:blipFill>
              <p:spPr>
                <a:xfrm>
                  <a:off x="7802276" y="3730547"/>
                  <a:ext cx="217800" cy="21960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54" name="Ink 53">
                  <a:extLst>
                    <a:ext uri="{FF2B5EF4-FFF2-40B4-BE49-F238E27FC236}">
                      <a16:creationId xmlns:a16="http://schemas.microsoft.com/office/drawing/2014/main" id="{4640FB7D-2B2D-22EF-6B32-0B86AA5105FC}"/>
                    </a:ext>
                  </a:extLst>
                </p14:cNvPr>
                <p14:cNvContentPartPr/>
                <p14:nvPr/>
              </p14:nvContentPartPr>
              <p14:xfrm>
                <a:off x="7822796" y="3984707"/>
                <a:ext cx="303480" cy="69120"/>
              </p14:xfrm>
            </p:contentPart>
          </mc:Choice>
          <mc:Fallback xmlns="">
            <p:pic>
              <p:nvPicPr>
                <p:cNvPr id="54" name="Ink 53">
                  <a:extLst>
                    <a:ext uri="{FF2B5EF4-FFF2-40B4-BE49-F238E27FC236}">
                      <a16:creationId xmlns:a16="http://schemas.microsoft.com/office/drawing/2014/main" id="{4640FB7D-2B2D-22EF-6B32-0B86AA5105FC}"/>
                    </a:ext>
                  </a:extLst>
                </p:cNvPr>
                <p:cNvPicPr/>
                <p:nvPr/>
              </p:nvPicPr>
              <p:blipFill>
                <a:blip r:embed="rId88"/>
                <a:stretch>
                  <a:fillRect/>
                </a:stretch>
              </p:blipFill>
              <p:spPr>
                <a:xfrm>
                  <a:off x="7816676" y="3978587"/>
                  <a:ext cx="31572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55" name="Ink 54">
                  <a:extLst>
                    <a:ext uri="{FF2B5EF4-FFF2-40B4-BE49-F238E27FC236}">
                      <a16:creationId xmlns:a16="http://schemas.microsoft.com/office/drawing/2014/main" id="{96493F9F-D450-0828-CBE2-96CCD9EFA8E1}"/>
                    </a:ext>
                  </a:extLst>
                </p14:cNvPr>
                <p14:cNvContentPartPr/>
                <p14:nvPr/>
              </p14:nvContentPartPr>
              <p14:xfrm>
                <a:off x="8421476" y="3680147"/>
                <a:ext cx="35640" cy="382680"/>
              </p14:xfrm>
            </p:contentPart>
          </mc:Choice>
          <mc:Fallback xmlns="">
            <p:pic>
              <p:nvPicPr>
                <p:cNvPr id="55" name="Ink 54">
                  <a:extLst>
                    <a:ext uri="{FF2B5EF4-FFF2-40B4-BE49-F238E27FC236}">
                      <a16:creationId xmlns:a16="http://schemas.microsoft.com/office/drawing/2014/main" id="{96493F9F-D450-0828-CBE2-96CCD9EFA8E1}"/>
                    </a:ext>
                  </a:extLst>
                </p:cNvPr>
                <p:cNvPicPr/>
                <p:nvPr/>
              </p:nvPicPr>
              <p:blipFill>
                <a:blip r:embed="rId90"/>
                <a:stretch>
                  <a:fillRect/>
                </a:stretch>
              </p:blipFill>
              <p:spPr>
                <a:xfrm>
                  <a:off x="8415356" y="3674027"/>
                  <a:ext cx="47880" cy="39492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57" name="Ink 56">
                  <a:extLst>
                    <a:ext uri="{FF2B5EF4-FFF2-40B4-BE49-F238E27FC236}">
                      <a16:creationId xmlns:a16="http://schemas.microsoft.com/office/drawing/2014/main" id="{884F42E0-05EE-3515-CDA7-92F60036D135}"/>
                    </a:ext>
                  </a:extLst>
                </p14:cNvPr>
                <p14:cNvContentPartPr/>
                <p14:nvPr/>
              </p14:nvContentPartPr>
              <p14:xfrm>
                <a:off x="8511116" y="3702467"/>
                <a:ext cx="193320" cy="296640"/>
              </p14:xfrm>
            </p:contentPart>
          </mc:Choice>
          <mc:Fallback xmlns="">
            <p:pic>
              <p:nvPicPr>
                <p:cNvPr id="57" name="Ink 56">
                  <a:extLst>
                    <a:ext uri="{FF2B5EF4-FFF2-40B4-BE49-F238E27FC236}">
                      <a16:creationId xmlns:a16="http://schemas.microsoft.com/office/drawing/2014/main" id="{884F42E0-05EE-3515-CDA7-92F60036D135}"/>
                    </a:ext>
                  </a:extLst>
                </p:cNvPr>
                <p:cNvPicPr/>
                <p:nvPr/>
              </p:nvPicPr>
              <p:blipFill>
                <a:blip r:embed="rId92"/>
                <a:stretch>
                  <a:fillRect/>
                </a:stretch>
              </p:blipFill>
              <p:spPr>
                <a:xfrm>
                  <a:off x="8504996" y="3696347"/>
                  <a:ext cx="205560" cy="3088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58" name="Ink 57">
                  <a:extLst>
                    <a:ext uri="{FF2B5EF4-FFF2-40B4-BE49-F238E27FC236}">
                      <a16:creationId xmlns:a16="http://schemas.microsoft.com/office/drawing/2014/main" id="{A28B7FD0-12A3-AA69-2D20-7E4AAAF43B01}"/>
                    </a:ext>
                  </a:extLst>
                </p14:cNvPr>
                <p14:cNvContentPartPr/>
                <p14:nvPr/>
              </p14:nvContentPartPr>
              <p14:xfrm>
                <a:off x="8848796" y="3789587"/>
                <a:ext cx="230040" cy="238320"/>
              </p14:xfrm>
            </p:contentPart>
          </mc:Choice>
          <mc:Fallback xmlns="">
            <p:pic>
              <p:nvPicPr>
                <p:cNvPr id="58" name="Ink 57">
                  <a:extLst>
                    <a:ext uri="{FF2B5EF4-FFF2-40B4-BE49-F238E27FC236}">
                      <a16:creationId xmlns:a16="http://schemas.microsoft.com/office/drawing/2014/main" id="{A28B7FD0-12A3-AA69-2D20-7E4AAAF43B01}"/>
                    </a:ext>
                  </a:extLst>
                </p:cNvPr>
                <p:cNvPicPr/>
                <p:nvPr/>
              </p:nvPicPr>
              <p:blipFill>
                <a:blip r:embed="rId94"/>
                <a:stretch>
                  <a:fillRect/>
                </a:stretch>
              </p:blipFill>
              <p:spPr>
                <a:xfrm>
                  <a:off x="8842676" y="3783467"/>
                  <a:ext cx="24228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62" name="Ink 61">
                  <a:extLst>
                    <a:ext uri="{FF2B5EF4-FFF2-40B4-BE49-F238E27FC236}">
                      <a16:creationId xmlns:a16="http://schemas.microsoft.com/office/drawing/2014/main" id="{69EB4E4A-0596-CB22-1740-2B057A6A94AF}"/>
                    </a:ext>
                  </a:extLst>
                </p14:cNvPr>
                <p14:cNvContentPartPr/>
                <p14:nvPr/>
              </p14:nvContentPartPr>
              <p14:xfrm>
                <a:off x="6152396" y="4097747"/>
                <a:ext cx="24120" cy="191520"/>
              </p14:xfrm>
            </p:contentPart>
          </mc:Choice>
          <mc:Fallback xmlns="">
            <p:pic>
              <p:nvPicPr>
                <p:cNvPr id="62" name="Ink 61">
                  <a:extLst>
                    <a:ext uri="{FF2B5EF4-FFF2-40B4-BE49-F238E27FC236}">
                      <a16:creationId xmlns:a16="http://schemas.microsoft.com/office/drawing/2014/main" id="{69EB4E4A-0596-CB22-1740-2B057A6A94AF}"/>
                    </a:ext>
                  </a:extLst>
                </p:cNvPr>
                <p:cNvPicPr/>
                <p:nvPr/>
              </p:nvPicPr>
              <p:blipFill>
                <a:blip r:embed="rId96"/>
                <a:stretch>
                  <a:fillRect/>
                </a:stretch>
              </p:blipFill>
              <p:spPr>
                <a:xfrm>
                  <a:off x="6146276" y="4091627"/>
                  <a:ext cx="3636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63" name="Ink 62">
                  <a:extLst>
                    <a:ext uri="{FF2B5EF4-FFF2-40B4-BE49-F238E27FC236}">
                      <a16:creationId xmlns:a16="http://schemas.microsoft.com/office/drawing/2014/main" id="{0234E5A5-9865-F411-A711-784C512C5793}"/>
                    </a:ext>
                  </a:extLst>
                </p14:cNvPr>
                <p14:cNvContentPartPr/>
                <p14:nvPr/>
              </p14:nvContentPartPr>
              <p14:xfrm>
                <a:off x="6107036" y="3995867"/>
                <a:ext cx="360" cy="360"/>
              </p14:xfrm>
            </p:contentPart>
          </mc:Choice>
          <mc:Fallback xmlns="">
            <p:pic>
              <p:nvPicPr>
                <p:cNvPr id="63" name="Ink 62">
                  <a:extLst>
                    <a:ext uri="{FF2B5EF4-FFF2-40B4-BE49-F238E27FC236}">
                      <a16:creationId xmlns:a16="http://schemas.microsoft.com/office/drawing/2014/main" id="{0234E5A5-9865-F411-A711-784C512C5793}"/>
                    </a:ext>
                  </a:extLst>
                </p:cNvPr>
                <p:cNvPicPr/>
                <p:nvPr/>
              </p:nvPicPr>
              <p:blipFill>
                <a:blip r:embed="rId98"/>
                <a:stretch>
                  <a:fillRect/>
                </a:stretch>
              </p:blipFill>
              <p:spPr>
                <a:xfrm>
                  <a:off x="6100916" y="398974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65" name="Ink 64">
                  <a:extLst>
                    <a:ext uri="{FF2B5EF4-FFF2-40B4-BE49-F238E27FC236}">
                      <a16:creationId xmlns:a16="http://schemas.microsoft.com/office/drawing/2014/main" id="{BEA0F8DD-DF55-12B0-088A-FF12D9BD8FA1}"/>
                    </a:ext>
                  </a:extLst>
                </p14:cNvPr>
                <p14:cNvContentPartPr/>
                <p14:nvPr/>
              </p14:nvContentPartPr>
              <p14:xfrm>
                <a:off x="6299276" y="4696067"/>
                <a:ext cx="360" cy="111960"/>
              </p14:xfrm>
            </p:contentPart>
          </mc:Choice>
          <mc:Fallback xmlns="">
            <p:pic>
              <p:nvPicPr>
                <p:cNvPr id="65" name="Ink 64">
                  <a:extLst>
                    <a:ext uri="{FF2B5EF4-FFF2-40B4-BE49-F238E27FC236}">
                      <a16:creationId xmlns:a16="http://schemas.microsoft.com/office/drawing/2014/main" id="{BEA0F8DD-DF55-12B0-088A-FF12D9BD8FA1}"/>
                    </a:ext>
                  </a:extLst>
                </p:cNvPr>
                <p:cNvPicPr/>
                <p:nvPr/>
              </p:nvPicPr>
              <p:blipFill>
                <a:blip r:embed="rId100"/>
                <a:stretch>
                  <a:fillRect/>
                </a:stretch>
              </p:blipFill>
              <p:spPr>
                <a:xfrm>
                  <a:off x="6293156" y="4689947"/>
                  <a:ext cx="1260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66" name="Ink 65">
                  <a:extLst>
                    <a:ext uri="{FF2B5EF4-FFF2-40B4-BE49-F238E27FC236}">
                      <a16:creationId xmlns:a16="http://schemas.microsoft.com/office/drawing/2014/main" id="{CC507919-B8AB-9C5A-5BE6-E32EBC2A267E}"/>
                    </a:ext>
                  </a:extLst>
                </p14:cNvPr>
                <p14:cNvContentPartPr/>
                <p14:nvPr/>
              </p14:nvContentPartPr>
              <p14:xfrm>
                <a:off x="6445436" y="4537667"/>
                <a:ext cx="23040" cy="281880"/>
              </p14:xfrm>
            </p:contentPart>
          </mc:Choice>
          <mc:Fallback xmlns="">
            <p:pic>
              <p:nvPicPr>
                <p:cNvPr id="66" name="Ink 65">
                  <a:extLst>
                    <a:ext uri="{FF2B5EF4-FFF2-40B4-BE49-F238E27FC236}">
                      <a16:creationId xmlns:a16="http://schemas.microsoft.com/office/drawing/2014/main" id="{CC507919-B8AB-9C5A-5BE6-E32EBC2A267E}"/>
                    </a:ext>
                  </a:extLst>
                </p:cNvPr>
                <p:cNvPicPr/>
                <p:nvPr/>
              </p:nvPicPr>
              <p:blipFill>
                <a:blip r:embed="rId102"/>
                <a:stretch>
                  <a:fillRect/>
                </a:stretch>
              </p:blipFill>
              <p:spPr>
                <a:xfrm>
                  <a:off x="6439316" y="4531547"/>
                  <a:ext cx="3528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67" name="Ink 66">
                  <a:extLst>
                    <a:ext uri="{FF2B5EF4-FFF2-40B4-BE49-F238E27FC236}">
                      <a16:creationId xmlns:a16="http://schemas.microsoft.com/office/drawing/2014/main" id="{682CEC9E-DDCC-787A-7C83-1E9978CE8A8B}"/>
                    </a:ext>
                  </a:extLst>
                </p14:cNvPr>
                <p14:cNvContentPartPr/>
                <p14:nvPr/>
              </p14:nvContentPartPr>
              <p14:xfrm>
                <a:off x="6299276" y="4526507"/>
                <a:ext cx="15840" cy="4680"/>
              </p14:xfrm>
            </p:contentPart>
          </mc:Choice>
          <mc:Fallback xmlns="">
            <p:pic>
              <p:nvPicPr>
                <p:cNvPr id="67" name="Ink 66">
                  <a:extLst>
                    <a:ext uri="{FF2B5EF4-FFF2-40B4-BE49-F238E27FC236}">
                      <a16:creationId xmlns:a16="http://schemas.microsoft.com/office/drawing/2014/main" id="{682CEC9E-DDCC-787A-7C83-1E9978CE8A8B}"/>
                    </a:ext>
                  </a:extLst>
                </p:cNvPr>
                <p:cNvPicPr/>
                <p:nvPr/>
              </p:nvPicPr>
              <p:blipFill>
                <a:blip r:embed="rId104"/>
                <a:stretch>
                  <a:fillRect/>
                </a:stretch>
              </p:blipFill>
              <p:spPr>
                <a:xfrm>
                  <a:off x="6293156" y="4520387"/>
                  <a:ext cx="28080" cy="1692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68" name="Ink 67">
                  <a:extLst>
                    <a:ext uri="{FF2B5EF4-FFF2-40B4-BE49-F238E27FC236}">
                      <a16:creationId xmlns:a16="http://schemas.microsoft.com/office/drawing/2014/main" id="{9F6EE2C6-0000-3F3E-5963-0D9323DB04C7}"/>
                    </a:ext>
                  </a:extLst>
                </p14:cNvPr>
                <p14:cNvContentPartPr/>
                <p14:nvPr/>
              </p14:nvContentPartPr>
              <p14:xfrm>
                <a:off x="6411596" y="4425347"/>
                <a:ext cx="360" cy="360"/>
              </p14:xfrm>
            </p:contentPart>
          </mc:Choice>
          <mc:Fallback xmlns="">
            <p:pic>
              <p:nvPicPr>
                <p:cNvPr id="68" name="Ink 67">
                  <a:extLst>
                    <a:ext uri="{FF2B5EF4-FFF2-40B4-BE49-F238E27FC236}">
                      <a16:creationId xmlns:a16="http://schemas.microsoft.com/office/drawing/2014/main" id="{9F6EE2C6-0000-3F3E-5963-0D9323DB04C7}"/>
                    </a:ext>
                  </a:extLst>
                </p:cNvPr>
                <p:cNvPicPr/>
                <p:nvPr/>
              </p:nvPicPr>
              <p:blipFill>
                <a:blip r:embed="rId98"/>
                <a:stretch>
                  <a:fillRect/>
                </a:stretch>
              </p:blipFill>
              <p:spPr>
                <a:xfrm>
                  <a:off x="6405476" y="441922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69" name="Ink 68">
                  <a:extLst>
                    <a:ext uri="{FF2B5EF4-FFF2-40B4-BE49-F238E27FC236}">
                      <a16:creationId xmlns:a16="http://schemas.microsoft.com/office/drawing/2014/main" id="{DFE18569-7E25-8BE3-A4DA-08AF7D102F35}"/>
                    </a:ext>
                  </a:extLst>
                </p14:cNvPr>
                <p14:cNvContentPartPr/>
                <p14:nvPr/>
              </p14:nvContentPartPr>
              <p14:xfrm>
                <a:off x="6873116" y="4390427"/>
                <a:ext cx="193320" cy="362880"/>
              </p14:xfrm>
            </p:contentPart>
          </mc:Choice>
          <mc:Fallback xmlns="">
            <p:pic>
              <p:nvPicPr>
                <p:cNvPr id="69" name="Ink 68">
                  <a:extLst>
                    <a:ext uri="{FF2B5EF4-FFF2-40B4-BE49-F238E27FC236}">
                      <a16:creationId xmlns:a16="http://schemas.microsoft.com/office/drawing/2014/main" id="{DFE18569-7E25-8BE3-A4DA-08AF7D102F35}"/>
                    </a:ext>
                  </a:extLst>
                </p:cNvPr>
                <p:cNvPicPr/>
                <p:nvPr/>
              </p:nvPicPr>
              <p:blipFill>
                <a:blip r:embed="rId107"/>
                <a:stretch>
                  <a:fillRect/>
                </a:stretch>
              </p:blipFill>
              <p:spPr>
                <a:xfrm>
                  <a:off x="6866996" y="4384307"/>
                  <a:ext cx="205560" cy="37512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70" name="Ink 69">
                  <a:extLst>
                    <a:ext uri="{FF2B5EF4-FFF2-40B4-BE49-F238E27FC236}">
                      <a16:creationId xmlns:a16="http://schemas.microsoft.com/office/drawing/2014/main" id="{A4621E59-8A3F-5BC4-0EE3-5ED79F3A84EB}"/>
                    </a:ext>
                  </a:extLst>
                </p14:cNvPr>
                <p14:cNvContentPartPr/>
                <p14:nvPr/>
              </p14:nvContentPartPr>
              <p14:xfrm>
                <a:off x="7246436" y="4447667"/>
                <a:ext cx="176040" cy="432000"/>
              </p14:xfrm>
            </p:contentPart>
          </mc:Choice>
          <mc:Fallback xmlns="">
            <p:pic>
              <p:nvPicPr>
                <p:cNvPr id="70" name="Ink 69">
                  <a:extLst>
                    <a:ext uri="{FF2B5EF4-FFF2-40B4-BE49-F238E27FC236}">
                      <a16:creationId xmlns:a16="http://schemas.microsoft.com/office/drawing/2014/main" id="{A4621E59-8A3F-5BC4-0EE3-5ED79F3A84EB}"/>
                    </a:ext>
                  </a:extLst>
                </p:cNvPr>
                <p:cNvPicPr/>
                <p:nvPr/>
              </p:nvPicPr>
              <p:blipFill>
                <a:blip r:embed="rId109"/>
                <a:stretch>
                  <a:fillRect/>
                </a:stretch>
              </p:blipFill>
              <p:spPr>
                <a:xfrm>
                  <a:off x="7240316" y="4441547"/>
                  <a:ext cx="188280" cy="44424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1" name="Ink 70">
                  <a:extLst>
                    <a:ext uri="{FF2B5EF4-FFF2-40B4-BE49-F238E27FC236}">
                      <a16:creationId xmlns:a16="http://schemas.microsoft.com/office/drawing/2014/main" id="{E63C0C6D-3E5A-132F-18B9-1EA4DF3BD993}"/>
                    </a:ext>
                  </a:extLst>
                </p14:cNvPr>
                <p14:cNvContentPartPr/>
                <p14:nvPr/>
              </p14:nvContentPartPr>
              <p14:xfrm>
                <a:off x="7539836" y="4454867"/>
                <a:ext cx="205200" cy="352440"/>
              </p14:xfrm>
            </p:contentPart>
          </mc:Choice>
          <mc:Fallback xmlns="">
            <p:pic>
              <p:nvPicPr>
                <p:cNvPr id="71" name="Ink 70">
                  <a:extLst>
                    <a:ext uri="{FF2B5EF4-FFF2-40B4-BE49-F238E27FC236}">
                      <a16:creationId xmlns:a16="http://schemas.microsoft.com/office/drawing/2014/main" id="{E63C0C6D-3E5A-132F-18B9-1EA4DF3BD993}"/>
                    </a:ext>
                  </a:extLst>
                </p:cNvPr>
                <p:cNvPicPr/>
                <p:nvPr/>
              </p:nvPicPr>
              <p:blipFill>
                <a:blip r:embed="rId111"/>
                <a:stretch>
                  <a:fillRect/>
                </a:stretch>
              </p:blipFill>
              <p:spPr>
                <a:xfrm>
                  <a:off x="7533716" y="4448747"/>
                  <a:ext cx="217440" cy="36468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2" name="Ink 71">
                  <a:extLst>
                    <a:ext uri="{FF2B5EF4-FFF2-40B4-BE49-F238E27FC236}">
                      <a16:creationId xmlns:a16="http://schemas.microsoft.com/office/drawing/2014/main" id="{93E874DA-9C98-FD22-3FE7-41B77EFA96F0}"/>
                    </a:ext>
                  </a:extLst>
                </p14:cNvPr>
                <p14:cNvContentPartPr/>
                <p14:nvPr/>
              </p14:nvContentPartPr>
              <p14:xfrm>
                <a:off x="7552076" y="4571507"/>
                <a:ext cx="190800" cy="91080"/>
              </p14:xfrm>
            </p:contentPart>
          </mc:Choice>
          <mc:Fallback xmlns="">
            <p:pic>
              <p:nvPicPr>
                <p:cNvPr id="72" name="Ink 71">
                  <a:extLst>
                    <a:ext uri="{FF2B5EF4-FFF2-40B4-BE49-F238E27FC236}">
                      <a16:creationId xmlns:a16="http://schemas.microsoft.com/office/drawing/2014/main" id="{93E874DA-9C98-FD22-3FE7-41B77EFA96F0}"/>
                    </a:ext>
                  </a:extLst>
                </p:cNvPr>
                <p:cNvPicPr/>
                <p:nvPr/>
              </p:nvPicPr>
              <p:blipFill>
                <a:blip r:embed="rId113"/>
                <a:stretch>
                  <a:fillRect/>
                </a:stretch>
              </p:blipFill>
              <p:spPr>
                <a:xfrm>
                  <a:off x="7545956" y="4565387"/>
                  <a:ext cx="203040" cy="10332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3" name="Ink 72">
                  <a:extLst>
                    <a:ext uri="{FF2B5EF4-FFF2-40B4-BE49-F238E27FC236}">
                      <a16:creationId xmlns:a16="http://schemas.microsoft.com/office/drawing/2014/main" id="{F9AC0AF3-FDCB-E408-2153-F5509FE7612F}"/>
                    </a:ext>
                  </a:extLst>
                </p14:cNvPr>
                <p14:cNvContentPartPr/>
                <p14:nvPr/>
              </p14:nvContentPartPr>
              <p14:xfrm>
                <a:off x="7721636" y="4357667"/>
                <a:ext cx="245880" cy="530280"/>
              </p14:xfrm>
            </p:contentPart>
          </mc:Choice>
          <mc:Fallback xmlns="">
            <p:pic>
              <p:nvPicPr>
                <p:cNvPr id="73" name="Ink 72">
                  <a:extLst>
                    <a:ext uri="{FF2B5EF4-FFF2-40B4-BE49-F238E27FC236}">
                      <a16:creationId xmlns:a16="http://schemas.microsoft.com/office/drawing/2014/main" id="{F9AC0AF3-FDCB-E408-2153-F5509FE7612F}"/>
                    </a:ext>
                  </a:extLst>
                </p:cNvPr>
                <p:cNvPicPr/>
                <p:nvPr/>
              </p:nvPicPr>
              <p:blipFill>
                <a:blip r:embed="rId115"/>
                <a:stretch>
                  <a:fillRect/>
                </a:stretch>
              </p:blipFill>
              <p:spPr>
                <a:xfrm>
                  <a:off x="7715516" y="4351547"/>
                  <a:ext cx="258120" cy="54252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4" name="Ink 73">
                  <a:extLst>
                    <a:ext uri="{FF2B5EF4-FFF2-40B4-BE49-F238E27FC236}">
                      <a16:creationId xmlns:a16="http://schemas.microsoft.com/office/drawing/2014/main" id="{FBEA8C7B-588F-C7C5-AE41-D8C0FD05EB66}"/>
                    </a:ext>
                  </a:extLst>
                </p14:cNvPr>
                <p14:cNvContentPartPr/>
                <p14:nvPr/>
              </p14:nvContentPartPr>
              <p14:xfrm>
                <a:off x="8176676" y="4391147"/>
                <a:ext cx="239040" cy="220680"/>
              </p14:xfrm>
            </p:contentPart>
          </mc:Choice>
          <mc:Fallback xmlns="">
            <p:pic>
              <p:nvPicPr>
                <p:cNvPr id="74" name="Ink 73">
                  <a:extLst>
                    <a:ext uri="{FF2B5EF4-FFF2-40B4-BE49-F238E27FC236}">
                      <a16:creationId xmlns:a16="http://schemas.microsoft.com/office/drawing/2014/main" id="{FBEA8C7B-588F-C7C5-AE41-D8C0FD05EB66}"/>
                    </a:ext>
                  </a:extLst>
                </p:cNvPr>
                <p:cNvPicPr/>
                <p:nvPr/>
              </p:nvPicPr>
              <p:blipFill>
                <a:blip r:embed="rId117"/>
                <a:stretch>
                  <a:fillRect/>
                </a:stretch>
              </p:blipFill>
              <p:spPr>
                <a:xfrm>
                  <a:off x="8170556" y="4385027"/>
                  <a:ext cx="251280" cy="23292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5" name="Ink 74">
                  <a:extLst>
                    <a:ext uri="{FF2B5EF4-FFF2-40B4-BE49-F238E27FC236}">
                      <a16:creationId xmlns:a16="http://schemas.microsoft.com/office/drawing/2014/main" id="{0E6B5E36-E959-5763-7BEE-2E97D7AE7495}"/>
                    </a:ext>
                  </a:extLst>
                </p14:cNvPr>
                <p14:cNvContentPartPr/>
                <p14:nvPr/>
              </p14:nvContentPartPr>
              <p14:xfrm>
                <a:off x="8229236" y="4706867"/>
                <a:ext cx="259200" cy="12240"/>
              </p14:xfrm>
            </p:contentPart>
          </mc:Choice>
          <mc:Fallback xmlns="">
            <p:pic>
              <p:nvPicPr>
                <p:cNvPr id="75" name="Ink 74">
                  <a:extLst>
                    <a:ext uri="{FF2B5EF4-FFF2-40B4-BE49-F238E27FC236}">
                      <a16:creationId xmlns:a16="http://schemas.microsoft.com/office/drawing/2014/main" id="{0E6B5E36-E959-5763-7BEE-2E97D7AE7495}"/>
                    </a:ext>
                  </a:extLst>
                </p:cNvPr>
                <p:cNvPicPr/>
                <p:nvPr/>
              </p:nvPicPr>
              <p:blipFill>
                <a:blip r:embed="rId119"/>
                <a:stretch>
                  <a:fillRect/>
                </a:stretch>
              </p:blipFill>
              <p:spPr>
                <a:xfrm>
                  <a:off x="8223116" y="4700747"/>
                  <a:ext cx="27144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78" name="Ink 77">
                  <a:extLst>
                    <a:ext uri="{FF2B5EF4-FFF2-40B4-BE49-F238E27FC236}">
                      <a16:creationId xmlns:a16="http://schemas.microsoft.com/office/drawing/2014/main" id="{3E42D644-28A8-7E44-7207-A2D963D95C33}"/>
                    </a:ext>
                  </a:extLst>
                </p14:cNvPr>
                <p14:cNvContentPartPr/>
                <p14:nvPr/>
              </p14:nvContentPartPr>
              <p14:xfrm>
                <a:off x="8877236" y="4379987"/>
                <a:ext cx="142920" cy="371880"/>
              </p14:xfrm>
            </p:contentPart>
          </mc:Choice>
          <mc:Fallback xmlns="">
            <p:pic>
              <p:nvPicPr>
                <p:cNvPr id="78" name="Ink 77">
                  <a:extLst>
                    <a:ext uri="{FF2B5EF4-FFF2-40B4-BE49-F238E27FC236}">
                      <a16:creationId xmlns:a16="http://schemas.microsoft.com/office/drawing/2014/main" id="{3E42D644-28A8-7E44-7207-A2D963D95C33}"/>
                    </a:ext>
                  </a:extLst>
                </p:cNvPr>
                <p:cNvPicPr/>
                <p:nvPr/>
              </p:nvPicPr>
              <p:blipFill>
                <a:blip r:embed="rId121"/>
                <a:stretch>
                  <a:fillRect/>
                </a:stretch>
              </p:blipFill>
              <p:spPr>
                <a:xfrm>
                  <a:off x="8871116" y="4373867"/>
                  <a:ext cx="155160" cy="38412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79" name="Ink 78">
                  <a:extLst>
                    <a:ext uri="{FF2B5EF4-FFF2-40B4-BE49-F238E27FC236}">
                      <a16:creationId xmlns:a16="http://schemas.microsoft.com/office/drawing/2014/main" id="{1F831CE3-2168-7A1A-1FCE-083AE583AFB8}"/>
                    </a:ext>
                  </a:extLst>
                </p14:cNvPr>
                <p14:cNvContentPartPr/>
                <p14:nvPr/>
              </p14:nvContentPartPr>
              <p14:xfrm>
                <a:off x="9070196" y="4602467"/>
                <a:ext cx="311040" cy="131040"/>
              </p14:xfrm>
            </p:contentPart>
          </mc:Choice>
          <mc:Fallback xmlns="">
            <p:pic>
              <p:nvPicPr>
                <p:cNvPr id="79" name="Ink 78">
                  <a:extLst>
                    <a:ext uri="{FF2B5EF4-FFF2-40B4-BE49-F238E27FC236}">
                      <a16:creationId xmlns:a16="http://schemas.microsoft.com/office/drawing/2014/main" id="{1F831CE3-2168-7A1A-1FCE-083AE583AFB8}"/>
                    </a:ext>
                  </a:extLst>
                </p:cNvPr>
                <p:cNvPicPr/>
                <p:nvPr/>
              </p:nvPicPr>
              <p:blipFill>
                <a:blip r:embed="rId123"/>
                <a:stretch>
                  <a:fillRect/>
                </a:stretch>
              </p:blipFill>
              <p:spPr>
                <a:xfrm>
                  <a:off x="9064076" y="4596347"/>
                  <a:ext cx="32328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84" name="Ink 83">
                  <a:extLst>
                    <a:ext uri="{FF2B5EF4-FFF2-40B4-BE49-F238E27FC236}">
                      <a16:creationId xmlns:a16="http://schemas.microsoft.com/office/drawing/2014/main" id="{98AE4E65-FDFC-20BE-208B-EDFBE9342907}"/>
                    </a:ext>
                  </a:extLst>
                </p14:cNvPr>
                <p14:cNvContentPartPr/>
                <p14:nvPr/>
              </p14:nvContentPartPr>
              <p14:xfrm>
                <a:off x="6478556" y="5113667"/>
                <a:ext cx="24120" cy="157320"/>
              </p14:xfrm>
            </p:contentPart>
          </mc:Choice>
          <mc:Fallback xmlns="">
            <p:pic>
              <p:nvPicPr>
                <p:cNvPr id="84" name="Ink 83">
                  <a:extLst>
                    <a:ext uri="{FF2B5EF4-FFF2-40B4-BE49-F238E27FC236}">
                      <a16:creationId xmlns:a16="http://schemas.microsoft.com/office/drawing/2014/main" id="{98AE4E65-FDFC-20BE-208B-EDFBE9342907}"/>
                    </a:ext>
                  </a:extLst>
                </p:cNvPr>
                <p:cNvPicPr/>
                <p:nvPr/>
              </p:nvPicPr>
              <p:blipFill>
                <a:blip r:embed="rId125"/>
                <a:stretch>
                  <a:fillRect/>
                </a:stretch>
              </p:blipFill>
              <p:spPr>
                <a:xfrm>
                  <a:off x="6472436" y="5107547"/>
                  <a:ext cx="3636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85" name="Ink 84">
                  <a:extLst>
                    <a:ext uri="{FF2B5EF4-FFF2-40B4-BE49-F238E27FC236}">
                      <a16:creationId xmlns:a16="http://schemas.microsoft.com/office/drawing/2014/main" id="{EA990032-815D-7E57-9BF7-CD857BE84D00}"/>
                    </a:ext>
                  </a:extLst>
                </p14:cNvPr>
                <p14:cNvContentPartPr/>
                <p14:nvPr/>
              </p14:nvContentPartPr>
              <p14:xfrm>
                <a:off x="6603836" y="5192867"/>
                <a:ext cx="4680" cy="118800"/>
              </p14:xfrm>
            </p:contentPart>
          </mc:Choice>
          <mc:Fallback xmlns="">
            <p:pic>
              <p:nvPicPr>
                <p:cNvPr id="85" name="Ink 84">
                  <a:extLst>
                    <a:ext uri="{FF2B5EF4-FFF2-40B4-BE49-F238E27FC236}">
                      <a16:creationId xmlns:a16="http://schemas.microsoft.com/office/drawing/2014/main" id="{EA990032-815D-7E57-9BF7-CD857BE84D00}"/>
                    </a:ext>
                  </a:extLst>
                </p:cNvPr>
                <p:cNvPicPr/>
                <p:nvPr/>
              </p:nvPicPr>
              <p:blipFill>
                <a:blip r:embed="rId127"/>
                <a:stretch>
                  <a:fillRect/>
                </a:stretch>
              </p:blipFill>
              <p:spPr>
                <a:xfrm>
                  <a:off x="6597716" y="5186747"/>
                  <a:ext cx="16920" cy="13104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87" name="Ink 86">
                  <a:extLst>
                    <a:ext uri="{FF2B5EF4-FFF2-40B4-BE49-F238E27FC236}">
                      <a16:creationId xmlns:a16="http://schemas.microsoft.com/office/drawing/2014/main" id="{936528DA-3E60-C4B3-4313-5E5F82BF36B7}"/>
                    </a:ext>
                  </a:extLst>
                </p14:cNvPr>
                <p14:cNvContentPartPr/>
                <p14:nvPr/>
              </p14:nvContentPartPr>
              <p14:xfrm>
                <a:off x="6681596" y="5204027"/>
                <a:ext cx="24120" cy="157320"/>
              </p14:xfrm>
            </p:contentPart>
          </mc:Choice>
          <mc:Fallback xmlns="">
            <p:pic>
              <p:nvPicPr>
                <p:cNvPr id="87" name="Ink 86">
                  <a:extLst>
                    <a:ext uri="{FF2B5EF4-FFF2-40B4-BE49-F238E27FC236}">
                      <a16:creationId xmlns:a16="http://schemas.microsoft.com/office/drawing/2014/main" id="{936528DA-3E60-C4B3-4313-5E5F82BF36B7}"/>
                    </a:ext>
                  </a:extLst>
                </p:cNvPr>
                <p:cNvPicPr/>
                <p:nvPr/>
              </p:nvPicPr>
              <p:blipFill>
                <a:blip r:embed="rId129"/>
                <a:stretch>
                  <a:fillRect/>
                </a:stretch>
              </p:blipFill>
              <p:spPr>
                <a:xfrm>
                  <a:off x="6675476" y="5197907"/>
                  <a:ext cx="3636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88" name="Ink 87">
                  <a:extLst>
                    <a:ext uri="{FF2B5EF4-FFF2-40B4-BE49-F238E27FC236}">
                      <a16:creationId xmlns:a16="http://schemas.microsoft.com/office/drawing/2014/main" id="{70D06CB8-BF4C-B87D-5861-EF2C0A9B50B3}"/>
                    </a:ext>
                  </a:extLst>
                </p14:cNvPr>
                <p14:cNvContentPartPr/>
                <p14:nvPr/>
              </p14:nvContentPartPr>
              <p14:xfrm>
                <a:off x="6987596" y="4956707"/>
                <a:ext cx="220320" cy="326520"/>
              </p14:xfrm>
            </p:contentPart>
          </mc:Choice>
          <mc:Fallback xmlns="">
            <p:pic>
              <p:nvPicPr>
                <p:cNvPr id="88" name="Ink 87">
                  <a:extLst>
                    <a:ext uri="{FF2B5EF4-FFF2-40B4-BE49-F238E27FC236}">
                      <a16:creationId xmlns:a16="http://schemas.microsoft.com/office/drawing/2014/main" id="{70D06CB8-BF4C-B87D-5861-EF2C0A9B50B3}"/>
                    </a:ext>
                  </a:extLst>
                </p:cNvPr>
                <p:cNvPicPr/>
                <p:nvPr/>
              </p:nvPicPr>
              <p:blipFill>
                <a:blip r:embed="rId131"/>
                <a:stretch>
                  <a:fillRect/>
                </a:stretch>
              </p:blipFill>
              <p:spPr>
                <a:xfrm>
                  <a:off x="6981476" y="4950587"/>
                  <a:ext cx="232560" cy="33876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90" name="Ink 89">
                  <a:extLst>
                    <a:ext uri="{FF2B5EF4-FFF2-40B4-BE49-F238E27FC236}">
                      <a16:creationId xmlns:a16="http://schemas.microsoft.com/office/drawing/2014/main" id="{9BE4A1AA-FD2E-826C-93C3-D5766BBA1453}"/>
                    </a:ext>
                  </a:extLst>
                </p14:cNvPr>
                <p14:cNvContentPartPr/>
                <p14:nvPr/>
              </p14:nvContentPartPr>
              <p14:xfrm>
                <a:off x="7279916" y="5091347"/>
                <a:ext cx="125640" cy="307440"/>
              </p14:xfrm>
            </p:contentPart>
          </mc:Choice>
          <mc:Fallback xmlns="">
            <p:pic>
              <p:nvPicPr>
                <p:cNvPr id="90" name="Ink 89">
                  <a:extLst>
                    <a:ext uri="{FF2B5EF4-FFF2-40B4-BE49-F238E27FC236}">
                      <a16:creationId xmlns:a16="http://schemas.microsoft.com/office/drawing/2014/main" id="{9BE4A1AA-FD2E-826C-93C3-D5766BBA1453}"/>
                    </a:ext>
                  </a:extLst>
                </p:cNvPr>
                <p:cNvPicPr/>
                <p:nvPr/>
              </p:nvPicPr>
              <p:blipFill>
                <a:blip r:embed="rId133"/>
                <a:stretch>
                  <a:fillRect/>
                </a:stretch>
              </p:blipFill>
              <p:spPr>
                <a:xfrm>
                  <a:off x="7273796" y="5085227"/>
                  <a:ext cx="137880" cy="31968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91" name="Ink 90">
                  <a:extLst>
                    <a:ext uri="{FF2B5EF4-FFF2-40B4-BE49-F238E27FC236}">
                      <a16:creationId xmlns:a16="http://schemas.microsoft.com/office/drawing/2014/main" id="{FD3F7541-8E77-AE18-8368-D9CE169BAE8C}"/>
                    </a:ext>
                  </a:extLst>
                </p14:cNvPr>
                <p14:cNvContentPartPr/>
                <p14:nvPr/>
              </p14:nvContentPartPr>
              <p14:xfrm>
                <a:off x="7508156" y="5101427"/>
                <a:ext cx="266400" cy="153720"/>
              </p14:xfrm>
            </p:contentPart>
          </mc:Choice>
          <mc:Fallback xmlns="">
            <p:pic>
              <p:nvPicPr>
                <p:cNvPr id="91" name="Ink 90">
                  <a:extLst>
                    <a:ext uri="{FF2B5EF4-FFF2-40B4-BE49-F238E27FC236}">
                      <a16:creationId xmlns:a16="http://schemas.microsoft.com/office/drawing/2014/main" id="{FD3F7541-8E77-AE18-8368-D9CE169BAE8C}"/>
                    </a:ext>
                  </a:extLst>
                </p:cNvPr>
                <p:cNvPicPr/>
                <p:nvPr/>
              </p:nvPicPr>
              <p:blipFill>
                <a:blip r:embed="rId135"/>
                <a:stretch>
                  <a:fillRect/>
                </a:stretch>
              </p:blipFill>
              <p:spPr>
                <a:xfrm>
                  <a:off x="7502036" y="5095307"/>
                  <a:ext cx="278640" cy="16596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92" name="Ink 91">
                  <a:extLst>
                    <a:ext uri="{FF2B5EF4-FFF2-40B4-BE49-F238E27FC236}">
                      <a16:creationId xmlns:a16="http://schemas.microsoft.com/office/drawing/2014/main" id="{83A69654-FD0B-C2D4-7020-4272C0DD9AF1}"/>
                    </a:ext>
                  </a:extLst>
                </p14:cNvPr>
                <p14:cNvContentPartPr/>
                <p14:nvPr/>
              </p14:nvContentPartPr>
              <p14:xfrm>
                <a:off x="7825316" y="5023667"/>
                <a:ext cx="101160" cy="453600"/>
              </p14:xfrm>
            </p:contentPart>
          </mc:Choice>
          <mc:Fallback xmlns="">
            <p:pic>
              <p:nvPicPr>
                <p:cNvPr id="92" name="Ink 91">
                  <a:extLst>
                    <a:ext uri="{FF2B5EF4-FFF2-40B4-BE49-F238E27FC236}">
                      <a16:creationId xmlns:a16="http://schemas.microsoft.com/office/drawing/2014/main" id="{83A69654-FD0B-C2D4-7020-4272C0DD9AF1}"/>
                    </a:ext>
                  </a:extLst>
                </p:cNvPr>
                <p:cNvPicPr/>
                <p:nvPr/>
              </p:nvPicPr>
              <p:blipFill>
                <a:blip r:embed="rId137"/>
                <a:stretch>
                  <a:fillRect/>
                </a:stretch>
              </p:blipFill>
              <p:spPr>
                <a:xfrm>
                  <a:off x="7819196" y="5017547"/>
                  <a:ext cx="113400" cy="4658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93" name="Ink 92">
                  <a:extLst>
                    <a:ext uri="{FF2B5EF4-FFF2-40B4-BE49-F238E27FC236}">
                      <a16:creationId xmlns:a16="http://schemas.microsoft.com/office/drawing/2014/main" id="{D3D5CB0E-2AEE-7430-72AE-EF1721D5CA70}"/>
                    </a:ext>
                  </a:extLst>
                </p14:cNvPr>
                <p14:cNvContentPartPr/>
                <p14:nvPr/>
              </p14:nvContentPartPr>
              <p14:xfrm>
                <a:off x="8217716" y="5124827"/>
                <a:ext cx="157680" cy="149760"/>
              </p14:xfrm>
            </p:contentPart>
          </mc:Choice>
          <mc:Fallback xmlns="">
            <p:pic>
              <p:nvPicPr>
                <p:cNvPr id="93" name="Ink 92">
                  <a:extLst>
                    <a:ext uri="{FF2B5EF4-FFF2-40B4-BE49-F238E27FC236}">
                      <a16:creationId xmlns:a16="http://schemas.microsoft.com/office/drawing/2014/main" id="{D3D5CB0E-2AEE-7430-72AE-EF1721D5CA70}"/>
                    </a:ext>
                  </a:extLst>
                </p:cNvPr>
                <p:cNvPicPr/>
                <p:nvPr/>
              </p:nvPicPr>
              <p:blipFill>
                <a:blip r:embed="rId139"/>
                <a:stretch>
                  <a:fillRect/>
                </a:stretch>
              </p:blipFill>
              <p:spPr>
                <a:xfrm>
                  <a:off x="8211596" y="5118707"/>
                  <a:ext cx="169920" cy="162000"/>
                </a:xfrm>
                <a:prstGeom prst="rect">
                  <a:avLst/>
                </a:prstGeom>
              </p:spPr>
            </p:pic>
          </mc:Fallback>
        </mc:AlternateContent>
        <mc:AlternateContent xmlns:mc="http://schemas.openxmlformats.org/markup-compatibility/2006" xmlns:p14="http://schemas.microsoft.com/office/powerpoint/2010/main">
          <mc:Choice Requires="p14">
            <p:contentPart p14:bwMode="auto" r:id="rId140">
              <p14:nvContentPartPr>
                <p14:cNvPr id="94" name="Ink 93">
                  <a:extLst>
                    <a:ext uri="{FF2B5EF4-FFF2-40B4-BE49-F238E27FC236}">
                      <a16:creationId xmlns:a16="http://schemas.microsoft.com/office/drawing/2014/main" id="{BE712082-0AD5-A243-F1C0-F423B23ACA8E}"/>
                    </a:ext>
                  </a:extLst>
                </p14:cNvPr>
                <p14:cNvContentPartPr/>
                <p14:nvPr/>
              </p14:nvContentPartPr>
              <p14:xfrm>
                <a:off x="8240396" y="5350187"/>
                <a:ext cx="213480" cy="13320"/>
              </p14:xfrm>
            </p:contentPart>
          </mc:Choice>
          <mc:Fallback xmlns="">
            <p:pic>
              <p:nvPicPr>
                <p:cNvPr id="94" name="Ink 93">
                  <a:extLst>
                    <a:ext uri="{FF2B5EF4-FFF2-40B4-BE49-F238E27FC236}">
                      <a16:creationId xmlns:a16="http://schemas.microsoft.com/office/drawing/2014/main" id="{BE712082-0AD5-A243-F1C0-F423B23ACA8E}"/>
                    </a:ext>
                  </a:extLst>
                </p:cNvPr>
                <p:cNvPicPr/>
                <p:nvPr/>
              </p:nvPicPr>
              <p:blipFill>
                <a:blip r:embed="rId141"/>
                <a:stretch>
                  <a:fillRect/>
                </a:stretch>
              </p:blipFill>
              <p:spPr>
                <a:xfrm>
                  <a:off x="8234276" y="5344067"/>
                  <a:ext cx="22572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142">
              <p14:nvContentPartPr>
                <p14:cNvPr id="97" name="Ink 96">
                  <a:extLst>
                    <a:ext uri="{FF2B5EF4-FFF2-40B4-BE49-F238E27FC236}">
                      <a16:creationId xmlns:a16="http://schemas.microsoft.com/office/drawing/2014/main" id="{15DB47F1-9B3B-C7EA-9197-C4393235EBAC}"/>
                    </a:ext>
                  </a:extLst>
                </p14:cNvPr>
                <p14:cNvContentPartPr/>
                <p14:nvPr/>
              </p14:nvContentPartPr>
              <p14:xfrm>
                <a:off x="8759876" y="5113667"/>
                <a:ext cx="15840" cy="333360"/>
              </p14:xfrm>
            </p:contentPart>
          </mc:Choice>
          <mc:Fallback xmlns="">
            <p:pic>
              <p:nvPicPr>
                <p:cNvPr id="97" name="Ink 96">
                  <a:extLst>
                    <a:ext uri="{FF2B5EF4-FFF2-40B4-BE49-F238E27FC236}">
                      <a16:creationId xmlns:a16="http://schemas.microsoft.com/office/drawing/2014/main" id="{15DB47F1-9B3B-C7EA-9197-C4393235EBAC}"/>
                    </a:ext>
                  </a:extLst>
                </p:cNvPr>
                <p:cNvPicPr/>
                <p:nvPr/>
              </p:nvPicPr>
              <p:blipFill>
                <a:blip r:embed="rId143"/>
                <a:stretch>
                  <a:fillRect/>
                </a:stretch>
              </p:blipFill>
              <p:spPr>
                <a:xfrm>
                  <a:off x="8753756" y="5107547"/>
                  <a:ext cx="28080" cy="3456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98" name="Ink 97">
                  <a:extLst>
                    <a:ext uri="{FF2B5EF4-FFF2-40B4-BE49-F238E27FC236}">
                      <a16:creationId xmlns:a16="http://schemas.microsoft.com/office/drawing/2014/main" id="{F9F1293B-C004-EE02-F1F8-74EDCD73714F}"/>
                    </a:ext>
                  </a:extLst>
                </p14:cNvPr>
                <p14:cNvContentPartPr/>
                <p14:nvPr/>
              </p14:nvContentPartPr>
              <p14:xfrm>
                <a:off x="8882636" y="5204027"/>
                <a:ext cx="195480" cy="268920"/>
              </p14:xfrm>
            </p:contentPart>
          </mc:Choice>
          <mc:Fallback xmlns="">
            <p:pic>
              <p:nvPicPr>
                <p:cNvPr id="98" name="Ink 97">
                  <a:extLst>
                    <a:ext uri="{FF2B5EF4-FFF2-40B4-BE49-F238E27FC236}">
                      <a16:creationId xmlns:a16="http://schemas.microsoft.com/office/drawing/2014/main" id="{F9F1293B-C004-EE02-F1F8-74EDCD73714F}"/>
                    </a:ext>
                  </a:extLst>
                </p:cNvPr>
                <p:cNvPicPr/>
                <p:nvPr/>
              </p:nvPicPr>
              <p:blipFill>
                <a:blip r:embed="rId145"/>
                <a:stretch>
                  <a:fillRect/>
                </a:stretch>
              </p:blipFill>
              <p:spPr>
                <a:xfrm>
                  <a:off x="8876516" y="5197907"/>
                  <a:ext cx="20772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00" name="Ink 99">
                  <a:extLst>
                    <a:ext uri="{FF2B5EF4-FFF2-40B4-BE49-F238E27FC236}">
                      <a16:creationId xmlns:a16="http://schemas.microsoft.com/office/drawing/2014/main" id="{73269798-BC4A-5402-E576-BDFCB8F4BAE2}"/>
                    </a:ext>
                  </a:extLst>
                </p14:cNvPr>
                <p14:cNvContentPartPr/>
                <p14:nvPr/>
              </p14:nvContentPartPr>
              <p14:xfrm>
                <a:off x="7597436" y="4932947"/>
                <a:ext cx="11520" cy="89640"/>
              </p14:xfrm>
            </p:contentPart>
          </mc:Choice>
          <mc:Fallback xmlns="">
            <p:pic>
              <p:nvPicPr>
                <p:cNvPr id="100" name="Ink 99">
                  <a:extLst>
                    <a:ext uri="{FF2B5EF4-FFF2-40B4-BE49-F238E27FC236}">
                      <a16:creationId xmlns:a16="http://schemas.microsoft.com/office/drawing/2014/main" id="{73269798-BC4A-5402-E576-BDFCB8F4BAE2}"/>
                    </a:ext>
                  </a:extLst>
                </p:cNvPr>
                <p:cNvPicPr/>
                <p:nvPr/>
              </p:nvPicPr>
              <p:blipFill>
                <a:blip r:embed="rId147"/>
                <a:stretch>
                  <a:fillRect/>
                </a:stretch>
              </p:blipFill>
              <p:spPr>
                <a:xfrm>
                  <a:off x="7591316" y="4926827"/>
                  <a:ext cx="2376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01" name="Ink 100">
                  <a:extLst>
                    <a:ext uri="{FF2B5EF4-FFF2-40B4-BE49-F238E27FC236}">
                      <a16:creationId xmlns:a16="http://schemas.microsoft.com/office/drawing/2014/main" id="{6014E6AA-4A12-D23D-B512-C6A841D4F6A6}"/>
                    </a:ext>
                  </a:extLst>
                </p14:cNvPr>
                <p14:cNvContentPartPr/>
                <p14:nvPr/>
              </p14:nvContentPartPr>
              <p14:xfrm>
                <a:off x="7719836" y="4918547"/>
                <a:ext cx="146160" cy="138600"/>
              </p14:xfrm>
            </p:contentPart>
          </mc:Choice>
          <mc:Fallback xmlns="">
            <p:pic>
              <p:nvPicPr>
                <p:cNvPr id="101" name="Ink 100">
                  <a:extLst>
                    <a:ext uri="{FF2B5EF4-FFF2-40B4-BE49-F238E27FC236}">
                      <a16:creationId xmlns:a16="http://schemas.microsoft.com/office/drawing/2014/main" id="{6014E6AA-4A12-D23D-B512-C6A841D4F6A6}"/>
                    </a:ext>
                  </a:extLst>
                </p:cNvPr>
                <p:cNvPicPr/>
                <p:nvPr/>
              </p:nvPicPr>
              <p:blipFill>
                <a:blip r:embed="rId149"/>
                <a:stretch>
                  <a:fillRect/>
                </a:stretch>
              </p:blipFill>
              <p:spPr>
                <a:xfrm>
                  <a:off x="7713716" y="4912427"/>
                  <a:ext cx="158400" cy="150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0">
            <p14:nvContentPartPr>
              <p14:cNvPr id="103" name="Ink 102">
                <a:extLst>
                  <a:ext uri="{FF2B5EF4-FFF2-40B4-BE49-F238E27FC236}">
                    <a16:creationId xmlns:a16="http://schemas.microsoft.com/office/drawing/2014/main" id="{C1EE7140-2A32-1615-2694-5C4BE2474515}"/>
                  </a:ext>
                </a:extLst>
              </p14:cNvPr>
              <p14:cNvContentPartPr/>
              <p14:nvPr/>
            </p14:nvContentPartPr>
            <p14:xfrm>
              <a:off x="9414716" y="5007827"/>
              <a:ext cx="450360" cy="222120"/>
            </p14:xfrm>
          </p:contentPart>
        </mc:Choice>
        <mc:Fallback xmlns="">
          <p:pic>
            <p:nvPicPr>
              <p:cNvPr id="103" name="Ink 102">
                <a:extLst>
                  <a:ext uri="{FF2B5EF4-FFF2-40B4-BE49-F238E27FC236}">
                    <a16:creationId xmlns:a16="http://schemas.microsoft.com/office/drawing/2014/main" id="{C1EE7140-2A32-1615-2694-5C4BE2474515}"/>
                  </a:ext>
                </a:extLst>
              </p:cNvPr>
              <p:cNvPicPr/>
              <p:nvPr/>
            </p:nvPicPr>
            <p:blipFill>
              <a:blip r:embed="rId151"/>
              <a:stretch>
                <a:fillRect/>
              </a:stretch>
            </p:blipFill>
            <p:spPr>
              <a:xfrm>
                <a:off x="9408596" y="5001707"/>
                <a:ext cx="462600" cy="234360"/>
              </a:xfrm>
              <a:prstGeom prst="rect">
                <a:avLst/>
              </a:prstGeom>
            </p:spPr>
          </p:pic>
        </mc:Fallback>
      </mc:AlternateContent>
      <p:grpSp>
        <p:nvGrpSpPr>
          <p:cNvPr id="107" name="Group 106">
            <a:extLst>
              <a:ext uri="{FF2B5EF4-FFF2-40B4-BE49-F238E27FC236}">
                <a16:creationId xmlns:a16="http://schemas.microsoft.com/office/drawing/2014/main" id="{6BC5222C-034E-4F06-EF01-76509026417B}"/>
              </a:ext>
            </a:extLst>
          </p:cNvPr>
          <p:cNvGrpSpPr/>
          <p:nvPr/>
        </p:nvGrpSpPr>
        <p:grpSpPr>
          <a:xfrm>
            <a:off x="6795716" y="6095747"/>
            <a:ext cx="362520" cy="338040"/>
            <a:chOff x="6795716" y="6095747"/>
            <a:chExt cx="362520" cy="338040"/>
          </a:xfrm>
        </p:grpSpPr>
        <mc:AlternateContent xmlns:mc="http://schemas.openxmlformats.org/markup-compatibility/2006" xmlns:p14="http://schemas.microsoft.com/office/powerpoint/2010/main">
          <mc:Choice Requires="p14">
            <p:contentPart p14:bwMode="auto" r:id="rId152">
              <p14:nvContentPartPr>
                <p14:cNvPr id="104" name="Ink 103">
                  <a:extLst>
                    <a:ext uri="{FF2B5EF4-FFF2-40B4-BE49-F238E27FC236}">
                      <a16:creationId xmlns:a16="http://schemas.microsoft.com/office/drawing/2014/main" id="{41E97D99-3521-317F-2E8B-6957AFD016E3}"/>
                    </a:ext>
                  </a:extLst>
                </p14:cNvPr>
                <p14:cNvContentPartPr/>
                <p14:nvPr/>
              </p14:nvContentPartPr>
              <p14:xfrm>
                <a:off x="6795716" y="6298787"/>
                <a:ext cx="360" cy="135000"/>
              </p14:xfrm>
            </p:contentPart>
          </mc:Choice>
          <mc:Fallback xmlns="">
            <p:pic>
              <p:nvPicPr>
                <p:cNvPr id="104" name="Ink 103">
                  <a:extLst>
                    <a:ext uri="{FF2B5EF4-FFF2-40B4-BE49-F238E27FC236}">
                      <a16:creationId xmlns:a16="http://schemas.microsoft.com/office/drawing/2014/main" id="{41E97D99-3521-317F-2E8B-6957AFD016E3}"/>
                    </a:ext>
                  </a:extLst>
                </p:cNvPr>
                <p:cNvPicPr/>
                <p:nvPr/>
              </p:nvPicPr>
              <p:blipFill>
                <a:blip r:embed="rId153"/>
                <a:stretch>
                  <a:fillRect/>
                </a:stretch>
              </p:blipFill>
              <p:spPr>
                <a:xfrm>
                  <a:off x="6789596" y="6292667"/>
                  <a:ext cx="12600" cy="14724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05" name="Ink 104">
                  <a:extLst>
                    <a:ext uri="{FF2B5EF4-FFF2-40B4-BE49-F238E27FC236}">
                      <a16:creationId xmlns:a16="http://schemas.microsoft.com/office/drawing/2014/main" id="{89AF9DC3-FC27-11E2-5840-4AF017BDC121}"/>
                    </a:ext>
                  </a:extLst>
                </p14:cNvPr>
                <p14:cNvContentPartPr/>
                <p14:nvPr/>
              </p14:nvContentPartPr>
              <p14:xfrm>
                <a:off x="6795716" y="6095747"/>
                <a:ext cx="360" cy="360"/>
              </p14:xfrm>
            </p:contentPart>
          </mc:Choice>
          <mc:Fallback xmlns="">
            <p:pic>
              <p:nvPicPr>
                <p:cNvPr id="105" name="Ink 104">
                  <a:extLst>
                    <a:ext uri="{FF2B5EF4-FFF2-40B4-BE49-F238E27FC236}">
                      <a16:creationId xmlns:a16="http://schemas.microsoft.com/office/drawing/2014/main" id="{89AF9DC3-FC27-11E2-5840-4AF017BDC121}"/>
                    </a:ext>
                  </a:extLst>
                </p:cNvPr>
                <p:cNvPicPr/>
                <p:nvPr/>
              </p:nvPicPr>
              <p:blipFill>
                <a:blip r:embed="rId98"/>
                <a:stretch>
                  <a:fillRect/>
                </a:stretch>
              </p:blipFill>
              <p:spPr>
                <a:xfrm>
                  <a:off x="6789596" y="608962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06" name="Ink 105">
                  <a:extLst>
                    <a:ext uri="{FF2B5EF4-FFF2-40B4-BE49-F238E27FC236}">
                      <a16:creationId xmlns:a16="http://schemas.microsoft.com/office/drawing/2014/main" id="{42144D07-E1C2-D956-2730-37115AD7F27F}"/>
                    </a:ext>
                  </a:extLst>
                </p14:cNvPr>
                <p14:cNvContentPartPr/>
                <p14:nvPr/>
              </p14:nvContentPartPr>
              <p14:xfrm>
                <a:off x="6930356" y="6194027"/>
                <a:ext cx="227880" cy="139320"/>
              </p14:xfrm>
            </p:contentPart>
          </mc:Choice>
          <mc:Fallback xmlns="">
            <p:pic>
              <p:nvPicPr>
                <p:cNvPr id="106" name="Ink 105">
                  <a:extLst>
                    <a:ext uri="{FF2B5EF4-FFF2-40B4-BE49-F238E27FC236}">
                      <a16:creationId xmlns:a16="http://schemas.microsoft.com/office/drawing/2014/main" id="{42144D07-E1C2-D956-2730-37115AD7F27F}"/>
                    </a:ext>
                  </a:extLst>
                </p:cNvPr>
                <p:cNvPicPr/>
                <p:nvPr/>
              </p:nvPicPr>
              <p:blipFill>
                <a:blip r:embed="rId156"/>
                <a:stretch>
                  <a:fillRect/>
                </a:stretch>
              </p:blipFill>
              <p:spPr>
                <a:xfrm>
                  <a:off x="6924236" y="6187907"/>
                  <a:ext cx="240120" cy="151560"/>
                </a:xfrm>
                <a:prstGeom prst="rect">
                  <a:avLst/>
                </a:prstGeom>
              </p:spPr>
            </p:pic>
          </mc:Fallback>
        </mc:AlternateContent>
      </p:grpSp>
      <p:grpSp>
        <p:nvGrpSpPr>
          <p:cNvPr id="117" name="Group 116">
            <a:extLst>
              <a:ext uri="{FF2B5EF4-FFF2-40B4-BE49-F238E27FC236}">
                <a16:creationId xmlns:a16="http://schemas.microsoft.com/office/drawing/2014/main" id="{3168F0FB-81E5-9BD6-1B91-07AFA894DA9A}"/>
              </a:ext>
            </a:extLst>
          </p:cNvPr>
          <p:cNvGrpSpPr/>
          <p:nvPr/>
        </p:nvGrpSpPr>
        <p:grpSpPr>
          <a:xfrm>
            <a:off x="8720996" y="6138227"/>
            <a:ext cx="752400" cy="319680"/>
            <a:chOff x="8720996" y="6138227"/>
            <a:chExt cx="752400" cy="319680"/>
          </a:xfrm>
        </p:grpSpPr>
        <mc:AlternateContent xmlns:mc="http://schemas.openxmlformats.org/markup-compatibility/2006" xmlns:p14="http://schemas.microsoft.com/office/powerpoint/2010/main">
          <mc:Choice Requires="p14">
            <p:contentPart p14:bwMode="auto" r:id="rId157">
              <p14:nvContentPartPr>
                <p14:cNvPr id="113" name="Ink 112">
                  <a:extLst>
                    <a:ext uri="{FF2B5EF4-FFF2-40B4-BE49-F238E27FC236}">
                      <a16:creationId xmlns:a16="http://schemas.microsoft.com/office/drawing/2014/main" id="{9C10A5CD-BB8A-EDCE-2F70-ABF0EDBA7800}"/>
                    </a:ext>
                  </a:extLst>
                </p14:cNvPr>
                <p14:cNvContentPartPr/>
                <p14:nvPr/>
              </p14:nvContentPartPr>
              <p14:xfrm>
                <a:off x="8720996" y="6242987"/>
                <a:ext cx="196200" cy="102600"/>
              </p14:xfrm>
            </p:contentPart>
          </mc:Choice>
          <mc:Fallback xmlns="">
            <p:pic>
              <p:nvPicPr>
                <p:cNvPr id="113" name="Ink 112">
                  <a:extLst>
                    <a:ext uri="{FF2B5EF4-FFF2-40B4-BE49-F238E27FC236}">
                      <a16:creationId xmlns:a16="http://schemas.microsoft.com/office/drawing/2014/main" id="{9C10A5CD-BB8A-EDCE-2F70-ABF0EDBA7800}"/>
                    </a:ext>
                  </a:extLst>
                </p:cNvPr>
                <p:cNvPicPr/>
                <p:nvPr/>
              </p:nvPicPr>
              <p:blipFill>
                <a:blip r:embed="rId158"/>
                <a:stretch>
                  <a:fillRect/>
                </a:stretch>
              </p:blipFill>
              <p:spPr>
                <a:xfrm>
                  <a:off x="8714876" y="6236867"/>
                  <a:ext cx="20844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159">
              <p14:nvContentPartPr>
                <p14:cNvPr id="114" name="Ink 113">
                  <a:extLst>
                    <a:ext uri="{FF2B5EF4-FFF2-40B4-BE49-F238E27FC236}">
                      <a16:creationId xmlns:a16="http://schemas.microsoft.com/office/drawing/2014/main" id="{AED5E08D-5C16-42FA-D445-17BD001FC4DB}"/>
                    </a:ext>
                  </a:extLst>
                </p14:cNvPr>
                <p14:cNvContentPartPr/>
                <p14:nvPr/>
              </p14:nvContentPartPr>
              <p14:xfrm>
                <a:off x="8771036" y="6445667"/>
                <a:ext cx="202320" cy="12240"/>
              </p14:xfrm>
            </p:contentPart>
          </mc:Choice>
          <mc:Fallback xmlns="">
            <p:pic>
              <p:nvPicPr>
                <p:cNvPr id="114" name="Ink 113">
                  <a:extLst>
                    <a:ext uri="{FF2B5EF4-FFF2-40B4-BE49-F238E27FC236}">
                      <a16:creationId xmlns:a16="http://schemas.microsoft.com/office/drawing/2014/main" id="{AED5E08D-5C16-42FA-D445-17BD001FC4DB}"/>
                    </a:ext>
                  </a:extLst>
                </p:cNvPr>
                <p:cNvPicPr/>
                <p:nvPr/>
              </p:nvPicPr>
              <p:blipFill>
                <a:blip r:embed="rId160"/>
                <a:stretch>
                  <a:fillRect/>
                </a:stretch>
              </p:blipFill>
              <p:spPr>
                <a:xfrm>
                  <a:off x="8764916" y="6439547"/>
                  <a:ext cx="214560" cy="2448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15" name="Ink 114">
                  <a:extLst>
                    <a:ext uri="{FF2B5EF4-FFF2-40B4-BE49-F238E27FC236}">
                      <a16:creationId xmlns:a16="http://schemas.microsoft.com/office/drawing/2014/main" id="{938861A2-EBEA-F461-55B9-12577F28D23E}"/>
                    </a:ext>
                  </a:extLst>
                </p14:cNvPr>
                <p14:cNvContentPartPr/>
                <p14:nvPr/>
              </p14:nvContentPartPr>
              <p14:xfrm>
                <a:off x="9177476" y="6138227"/>
                <a:ext cx="295920" cy="252720"/>
              </p14:xfrm>
            </p:contentPart>
          </mc:Choice>
          <mc:Fallback xmlns="">
            <p:pic>
              <p:nvPicPr>
                <p:cNvPr id="115" name="Ink 114">
                  <a:extLst>
                    <a:ext uri="{FF2B5EF4-FFF2-40B4-BE49-F238E27FC236}">
                      <a16:creationId xmlns:a16="http://schemas.microsoft.com/office/drawing/2014/main" id="{938861A2-EBEA-F461-55B9-12577F28D23E}"/>
                    </a:ext>
                  </a:extLst>
                </p:cNvPr>
                <p:cNvPicPr/>
                <p:nvPr/>
              </p:nvPicPr>
              <p:blipFill>
                <a:blip r:embed="rId162"/>
                <a:stretch>
                  <a:fillRect/>
                </a:stretch>
              </p:blipFill>
              <p:spPr>
                <a:xfrm>
                  <a:off x="9171356" y="6132107"/>
                  <a:ext cx="308160" cy="264960"/>
                </a:xfrm>
                <a:prstGeom prst="rect">
                  <a:avLst/>
                </a:prstGeom>
              </p:spPr>
            </p:pic>
          </mc:Fallback>
        </mc:AlternateContent>
      </p:grpSp>
      <p:grpSp>
        <p:nvGrpSpPr>
          <p:cNvPr id="118" name="Group 117">
            <a:extLst>
              <a:ext uri="{FF2B5EF4-FFF2-40B4-BE49-F238E27FC236}">
                <a16:creationId xmlns:a16="http://schemas.microsoft.com/office/drawing/2014/main" id="{9E3A8755-37BF-72A6-484A-BEA8B3ADDF00}"/>
              </a:ext>
            </a:extLst>
          </p:cNvPr>
          <p:cNvGrpSpPr/>
          <p:nvPr/>
        </p:nvGrpSpPr>
        <p:grpSpPr>
          <a:xfrm>
            <a:off x="7538756" y="5734667"/>
            <a:ext cx="962640" cy="776520"/>
            <a:chOff x="7538756" y="5734667"/>
            <a:chExt cx="962640" cy="776520"/>
          </a:xfrm>
        </p:grpSpPr>
        <mc:AlternateContent xmlns:mc="http://schemas.openxmlformats.org/markup-compatibility/2006" xmlns:p14="http://schemas.microsoft.com/office/powerpoint/2010/main">
          <mc:Choice Requires="p14">
            <p:contentPart p14:bwMode="auto" r:id="rId163">
              <p14:nvContentPartPr>
                <p14:cNvPr id="108" name="Ink 107">
                  <a:extLst>
                    <a:ext uri="{FF2B5EF4-FFF2-40B4-BE49-F238E27FC236}">
                      <a16:creationId xmlns:a16="http://schemas.microsoft.com/office/drawing/2014/main" id="{21649A0E-B7B3-901C-7933-234786889C64}"/>
                    </a:ext>
                  </a:extLst>
                </p14:cNvPr>
                <p14:cNvContentPartPr/>
                <p14:nvPr/>
              </p14:nvContentPartPr>
              <p14:xfrm>
                <a:off x="7538756" y="6016907"/>
                <a:ext cx="350280" cy="385200"/>
              </p14:xfrm>
            </p:contentPart>
          </mc:Choice>
          <mc:Fallback xmlns="">
            <p:pic>
              <p:nvPicPr>
                <p:cNvPr id="108" name="Ink 107">
                  <a:extLst>
                    <a:ext uri="{FF2B5EF4-FFF2-40B4-BE49-F238E27FC236}">
                      <a16:creationId xmlns:a16="http://schemas.microsoft.com/office/drawing/2014/main" id="{21649A0E-B7B3-901C-7933-234786889C64}"/>
                    </a:ext>
                  </a:extLst>
                </p:cNvPr>
                <p:cNvPicPr/>
                <p:nvPr/>
              </p:nvPicPr>
              <p:blipFill>
                <a:blip r:embed="rId164"/>
                <a:stretch>
                  <a:fillRect/>
                </a:stretch>
              </p:blipFill>
              <p:spPr>
                <a:xfrm>
                  <a:off x="7532636" y="6010787"/>
                  <a:ext cx="362520" cy="39744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09" name="Ink 108">
                  <a:extLst>
                    <a:ext uri="{FF2B5EF4-FFF2-40B4-BE49-F238E27FC236}">
                      <a16:creationId xmlns:a16="http://schemas.microsoft.com/office/drawing/2014/main" id="{54E5F085-7B9F-3D9F-A5BC-2F39BE9D2004}"/>
                    </a:ext>
                  </a:extLst>
                </p14:cNvPr>
                <p14:cNvContentPartPr/>
                <p14:nvPr/>
              </p14:nvContentPartPr>
              <p14:xfrm>
                <a:off x="8058596" y="6050747"/>
                <a:ext cx="89640" cy="442080"/>
              </p14:xfrm>
            </p:contentPart>
          </mc:Choice>
          <mc:Fallback xmlns="">
            <p:pic>
              <p:nvPicPr>
                <p:cNvPr id="109" name="Ink 108">
                  <a:extLst>
                    <a:ext uri="{FF2B5EF4-FFF2-40B4-BE49-F238E27FC236}">
                      <a16:creationId xmlns:a16="http://schemas.microsoft.com/office/drawing/2014/main" id="{54E5F085-7B9F-3D9F-A5BC-2F39BE9D2004}"/>
                    </a:ext>
                  </a:extLst>
                </p:cNvPr>
                <p:cNvPicPr/>
                <p:nvPr/>
              </p:nvPicPr>
              <p:blipFill>
                <a:blip r:embed="rId166"/>
                <a:stretch>
                  <a:fillRect/>
                </a:stretch>
              </p:blipFill>
              <p:spPr>
                <a:xfrm>
                  <a:off x="8052476" y="6044627"/>
                  <a:ext cx="101880" cy="45432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10" name="Ink 109">
                  <a:extLst>
                    <a:ext uri="{FF2B5EF4-FFF2-40B4-BE49-F238E27FC236}">
                      <a16:creationId xmlns:a16="http://schemas.microsoft.com/office/drawing/2014/main" id="{54687DCD-C2D6-EBBA-DC31-ECFE72A01723}"/>
                    </a:ext>
                  </a:extLst>
                </p14:cNvPr>
                <p14:cNvContentPartPr/>
                <p14:nvPr/>
              </p14:nvContentPartPr>
              <p14:xfrm>
                <a:off x="8252276" y="6168827"/>
                <a:ext cx="216720" cy="219240"/>
              </p14:xfrm>
            </p:contentPart>
          </mc:Choice>
          <mc:Fallback xmlns="">
            <p:pic>
              <p:nvPicPr>
                <p:cNvPr id="110" name="Ink 109">
                  <a:extLst>
                    <a:ext uri="{FF2B5EF4-FFF2-40B4-BE49-F238E27FC236}">
                      <a16:creationId xmlns:a16="http://schemas.microsoft.com/office/drawing/2014/main" id="{54687DCD-C2D6-EBBA-DC31-ECFE72A01723}"/>
                    </a:ext>
                  </a:extLst>
                </p:cNvPr>
                <p:cNvPicPr/>
                <p:nvPr/>
              </p:nvPicPr>
              <p:blipFill>
                <a:blip r:embed="rId168"/>
                <a:stretch>
                  <a:fillRect/>
                </a:stretch>
              </p:blipFill>
              <p:spPr>
                <a:xfrm>
                  <a:off x="8246156" y="6162707"/>
                  <a:ext cx="22896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12" name="Ink 111">
                  <a:extLst>
                    <a:ext uri="{FF2B5EF4-FFF2-40B4-BE49-F238E27FC236}">
                      <a16:creationId xmlns:a16="http://schemas.microsoft.com/office/drawing/2014/main" id="{1A5D45D2-D630-57E1-B865-03EC5032271B}"/>
                    </a:ext>
                  </a:extLst>
                </p14:cNvPr>
                <p14:cNvContentPartPr/>
                <p14:nvPr/>
              </p14:nvContentPartPr>
              <p14:xfrm>
                <a:off x="8376116" y="5926547"/>
                <a:ext cx="125280" cy="584640"/>
              </p14:xfrm>
            </p:contentPart>
          </mc:Choice>
          <mc:Fallback xmlns="">
            <p:pic>
              <p:nvPicPr>
                <p:cNvPr id="112" name="Ink 111">
                  <a:extLst>
                    <a:ext uri="{FF2B5EF4-FFF2-40B4-BE49-F238E27FC236}">
                      <a16:creationId xmlns:a16="http://schemas.microsoft.com/office/drawing/2014/main" id="{1A5D45D2-D630-57E1-B865-03EC5032271B}"/>
                    </a:ext>
                  </a:extLst>
                </p:cNvPr>
                <p:cNvPicPr/>
                <p:nvPr/>
              </p:nvPicPr>
              <p:blipFill>
                <a:blip r:embed="rId170"/>
                <a:stretch>
                  <a:fillRect/>
                </a:stretch>
              </p:blipFill>
              <p:spPr>
                <a:xfrm>
                  <a:off x="8369996" y="5920427"/>
                  <a:ext cx="137520" cy="59688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16" name="Ink 115">
                  <a:extLst>
                    <a:ext uri="{FF2B5EF4-FFF2-40B4-BE49-F238E27FC236}">
                      <a16:creationId xmlns:a16="http://schemas.microsoft.com/office/drawing/2014/main" id="{4411E02F-7A07-3ACF-864B-34BAD966C674}"/>
                    </a:ext>
                  </a:extLst>
                </p14:cNvPr>
                <p14:cNvContentPartPr/>
                <p14:nvPr/>
              </p14:nvContentPartPr>
              <p14:xfrm>
                <a:off x="7982276" y="5734667"/>
                <a:ext cx="244800" cy="181080"/>
              </p14:xfrm>
            </p:contentPart>
          </mc:Choice>
          <mc:Fallback xmlns="">
            <p:pic>
              <p:nvPicPr>
                <p:cNvPr id="116" name="Ink 115">
                  <a:extLst>
                    <a:ext uri="{FF2B5EF4-FFF2-40B4-BE49-F238E27FC236}">
                      <a16:creationId xmlns:a16="http://schemas.microsoft.com/office/drawing/2014/main" id="{4411E02F-7A07-3ACF-864B-34BAD966C674}"/>
                    </a:ext>
                  </a:extLst>
                </p:cNvPr>
                <p:cNvPicPr/>
                <p:nvPr/>
              </p:nvPicPr>
              <p:blipFill>
                <a:blip r:embed="rId172"/>
                <a:stretch>
                  <a:fillRect/>
                </a:stretch>
              </p:blipFill>
              <p:spPr>
                <a:xfrm>
                  <a:off x="7976156" y="5728547"/>
                  <a:ext cx="257040" cy="1933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3">
            <p14:nvContentPartPr>
              <p14:cNvPr id="119" name="Ink 118">
                <a:extLst>
                  <a:ext uri="{FF2B5EF4-FFF2-40B4-BE49-F238E27FC236}">
                    <a16:creationId xmlns:a16="http://schemas.microsoft.com/office/drawing/2014/main" id="{6103648E-BB95-7DE1-7863-391EB08020FE}"/>
                  </a:ext>
                </a:extLst>
              </p14:cNvPr>
              <p14:cNvContentPartPr/>
              <p14:nvPr/>
            </p14:nvContentPartPr>
            <p14:xfrm>
              <a:off x="9866156" y="6058307"/>
              <a:ext cx="1021680" cy="344520"/>
            </p14:xfrm>
          </p:contentPart>
        </mc:Choice>
        <mc:Fallback xmlns="">
          <p:pic>
            <p:nvPicPr>
              <p:cNvPr id="119" name="Ink 118">
                <a:extLst>
                  <a:ext uri="{FF2B5EF4-FFF2-40B4-BE49-F238E27FC236}">
                    <a16:creationId xmlns:a16="http://schemas.microsoft.com/office/drawing/2014/main" id="{6103648E-BB95-7DE1-7863-391EB08020FE}"/>
                  </a:ext>
                </a:extLst>
              </p:cNvPr>
              <p:cNvPicPr/>
              <p:nvPr/>
            </p:nvPicPr>
            <p:blipFill>
              <a:blip r:embed="rId174"/>
              <a:stretch>
                <a:fillRect/>
              </a:stretch>
            </p:blipFill>
            <p:spPr>
              <a:xfrm>
                <a:off x="9860036" y="6052187"/>
                <a:ext cx="1033920" cy="356760"/>
              </a:xfrm>
              <a:prstGeom prst="rect">
                <a:avLst/>
              </a:prstGeom>
            </p:spPr>
          </p:pic>
        </mc:Fallback>
      </mc:AlternateContent>
    </p:spTree>
    <p:extLst>
      <p:ext uri="{BB962C8B-B14F-4D97-AF65-F5344CB8AC3E}">
        <p14:creationId xmlns:p14="http://schemas.microsoft.com/office/powerpoint/2010/main" val="33975990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lstStyle/>
          <a:p>
            <a:r>
              <a:rPr lang="en-US" altLang="x-none" dirty="0"/>
              <a:t>A* Search: if h not admissible</a:t>
            </a:r>
            <a:endParaRPr lang="en-GB" altLang="x-none" dirty="0"/>
          </a:p>
        </p:txBody>
      </p:sp>
      <p:sp>
        <p:nvSpPr>
          <p:cNvPr id="5" name="Content Placeholder 4"/>
          <p:cNvSpPr>
            <a:spLocks noGrp="1"/>
          </p:cNvSpPr>
          <p:nvPr>
            <p:ph sz="half" idx="1"/>
          </p:nvPr>
        </p:nvSpPr>
        <p:spPr/>
        <p:txBody>
          <a:bodyPr/>
          <a:lstStyle/>
          <a:p>
            <a:endParaRPr lang="en-US"/>
          </a:p>
        </p:txBody>
      </p:sp>
      <p:graphicFrame>
        <p:nvGraphicFramePr>
          <p:cNvPr id="212018" name="Group 50"/>
          <p:cNvGraphicFramePr>
            <a:graphicFrameLocks noGrp="1"/>
          </p:cNvGraphicFramePr>
          <p:nvPr>
            <p:ph sz="half" idx="2"/>
          </p:nvPr>
        </p:nvGraphicFramePr>
        <p:xfrm>
          <a:off x="6172200" y="1600200"/>
          <a:ext cx="3810000" cy="4064000"/>
        </p:xfrm>
        <a:graphic>
          <a:graphicData uri="http://schemas.openxmlformats.org/drawingml/2006/table">
            <a:tbl>
              <a:tblPr/>
              <a:tblGrid>
                <a:gridCol w="19050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tblGrid>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a:ln>
                            <a:noFill/>
                          </a:ln>
                          <a:solidFill>
                            <a:schemeClr val="tx1"/>
                          </a:solidFill>
                          <a:effectLst/>
                          <a:latin typeface="Tahoma" pitchFamily="34" charset="0"/>
                          <a:cs typeface="Arial" charset="0"/>
                        </a:rPr>
                        <a:t>State</a:t>
                      </a:r>
                      <a:endParaRPr kumimoji="0" lang="en-GB" altLang="x-none" sz="1800" b="1"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a:ln>
                            <a:noFill/>
                          </a:ln>
                          <a:solidFill>
                            <a:schemeClr val="tx1"/>
                          </a:solidFill>
                          <a:effectLst/>
                          <a:latin typeface="Tahoma" pitchFamily="34" charset="0"/>
                          <a:cs typeface="Arial" charset="0"/>
                        </a:rPr>
                        <a:t>Heuristic: h(n)</a:t>
                      </a:r>
                      <a:endParaRPr kumimoji="0" lang="en-GB" altLang="x-none" sz="1800" b="1"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A</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366</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B</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374</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C</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329</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D</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244</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E</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253</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F</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178</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G</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193</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a:ln>
                            <a:noFill/>
                          </a:ln>
                          <a:solidFill>
                            <a:schemeClr val="hlink"/>
                          </a:solidFill>
                          <a:effectLst/>
                          <a:latin typeface="Tahoma" pitchFamily="34" charset="0"/>
                          <a:cs typeface="Arial" charset="0"/>
                        </a:rPr>
                        <a:t>H</a:t>
                      </a:r>
                      <a:endParaRPr kumimoji="0" lang="en-GB" altLang="x-none" sz="1800" b="1" i="0" u="none" strike="noStrike" cap="none" normalizeH="0" baseline="0">
                        <a:ln>
                          <a:noFill/>
                        </a:ln>
                        <a:solidFill>
                          <a:schemeClr val="hlink"/>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1" i="0" u="none" strike="noStrike" cap="none" normalizeH="0" baseline="0">
                          <a:ln>
                            <a:noFill/>
                          </a:ln>
                          <a:solidFill>
                            <a:schemeClr val="hlink"/>
                          </a:solidFill>
                          <a:effectLst/>
                          <a:latin typeface="Tahoma" pitchFamily="34" charset="0"/>
                          <a:cs typeface="Arial" charset="0"/>
                        </a:rPr>
                        <a:t>138</a:t>
                      </a:r>
                      <a:endParaRPr kumimoji="0" lang="en-GB" altLang="x-none" sz="1800" b="1" i="0" u="none" strike="noStrike" cap="none" normalizeH="0" baseline="0">
                        <a:ln>
                          <a:noFill/>
                        </a:ln>
                        <a:solidFill>
                          <a:schemeClr val="hlink"/>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406400">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I</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x-none" sz="1800" b="0" i="0" u="none" strike="noStrike" cap="none" normalizeH="0" baseline="0">
                          <a:ln>
                            <a:noFill/>
                          </a:ln>
                          <a:solidFill>
                            <a:schemeClr val="tx1"/>
                          </a:solidFill>
                          <a:effectLst/>
                          <a:latin typeface="Tahoma" pitchFamily="34" charset="0"/>
                          <a:cs typeface="Arial" charset="0"/>
                        </a:rPr>
                        <a:t>0</a:t>
                      </a:r>
                      <a:endParaRPr kumimoji="0" lang="en-GB" altLang="x-none" sz="1800" b="0" i="0" u="none" strike="noStrike" cap="none" normalizeH="0" baseline="0">
                        <a:ln>
                          <a:noFill/>
                        </a:ln>
                        <a:solidFill>
                          <a:schemeClr val="tx1"/>
                        </a:solidFill>
                        <a:effectLst/>
                        <a:latin typeface="Tahoma" pitchFamily="34"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bl>
          </a:graphicData>
        </a:graphic>
      </p:graphicFrame>
      <p:sp>
        <p:nvSpPr>
          <p:cNvPr id="86" name="Slide Number Placeholder 6"/>
          <p:cNvSpPr>
            <a:spLocks noGrp="1"/>
          </p:cNvSpPr>
          <p:nvPr>
            <p:ph type="sldNum" sz="quarter" idx="12"/>
          </p:nvPr>
        </p:nvSpPr>
        <p:spPr/>
        <p:txBody>
          <a:bodyPr/>
          <a:lstStyle/>
          <a:p>
            <a:fld id="{53D5C9FD-C666-4852-B062-382A69B005CE}" type="slidenum">
              <a:rPr lang="en-GB" altLang="x-none" smtClean="0"/>
              <a:pPr/>
              <a:t>28</a:t>
            </a:fld>
            <a:endParaRPr lang="en-GB" altLang="x-none"/>
          </a:p>
        </p:txBody>
      </p:sp>
      <p:grpSp>
        <p:nvGrpSpPr>
          <p:cNvPr id="211971" name="Group 3"/>
          <p:cNvGrpSpPr>
            <a:grpSpLocks/>
          </p:cNvGrpSpPr>
          <p:nvPr/>
        </p:nvGrpSpPr>
        <p:grpSpPr bwMode="auto">
          <a:xfrm>
            <a:off x="3657600" y="1981200"/>
            <a:ext cx="457200" cy="457200"/>
            <a:chOff x="1344" y="1248"/>
            <a:chExt cx="288" cy="288"/>
          </a:xfrm>
        </p:grpSpPr>
        <p:sp>
          <p:nvSpPr>
            <p:cNvPr id="211972" name="Oval 4"/>
            <p:cNvSpPr>
              <a:spLocks noChangeArrowheads="1"/>
            </p:cNvSpPr>
            <p:nvPr/>
          </p:nvSpPr>
          <p:spPr bwMode="auto">
            <a:xfrm>
              <a:off x="1344" y="1248"/>
              <a:ext cx="288" cy="28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1973" name="Text Box 5"/>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211974" name="Group 6"/>
          <p:cNvGrpSpPr>
            <a:grpSpLocks/>
          </p:cNvGrpSpPr>
          <p:nvPr/>
        </p:nvGrpSpPr>
        <p:grpSpPr bwMode="auto">
          <a:xfrm>
            <a:off x="4724400" y="2514600"/>
            <a:ext cx="457200" cy="457200"/>
            <a:chOff x="1344" y="1248"/>
            <a:chExt cx="288" cy="288"/>
          </a:xfrm>
        </p:grpSpPr>
        <p:sp>
          <p:nvSpPr>
            <p:cNvPr id="211975" name="Oval 7"/>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1976" name="Text Box 8"/>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211977" name="Group 9"/>
          <p:cNvGrpSpPr>
            <a:grpSpLocks/>
          </p:cNvGrpSpPr>
          <p:nvPr/>
        </p:nvGrpSpPr>
        <p:grpSpPr bwMode="auto">
          <a:xfrm>
            <a:off x="2057400" y="3429000"/>
            <a:ext cx="457200" cy="457200"/>
            <a:chOff x="1344" y="1248"/>
            <a:chExt cx="288" cy="288"/>
          </a:xfrm>
        </p:grpSpPr>
        <p:sp>
          <p:nvSpPr>
            <p:cNvPr id="211978" name="Oval 10"/>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1979" name="Text Box 11"/>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D</a:t>
              </a:r>
              <a:endParaRPr lang="en-GB" altLang="x-none"/>
            </a:p>
          </p:txBody>
        </p:sp>
      </p:grpSp>
      <p:grpSp>
        <p:nvGrpSpPr>
          <p:cNvPr id="211980" name="Group 12"/>
          <p:cNvGrpSpPr>
            <a:grpSpLocks/>
          </p:cNvGrpSpPr>
          <p:nvPr/>
        </p:nvGrpSpPr>
        <p:grpSpPr bwMode="auto">
          <a:xfrm>
            <a:off x="2590800" y="2667000"/>
            <a:ext cx="457200" cy="457200"/>
            <a:chOff x="1344" y="1248"/>
            <a:chExt cx="288" cy="288"/>
          </a:xfrm>
        </p:grpSpPr>
        <p:sp>
          <p:nvSpPr>
            <p:cNvPr id="211981" name="Oval 13"/>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1982" name="Text Box 14"/>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211983" name="Group 15"/>
          <p:cNvGrpSpPr>
            <a:grpSpLocks/>
          </p:cNvGrpSpPr>
          <p:nvPr/>
        </p:nvGrpSpPr>
        <p:grpSpPr bwMode="auto">
          <a:xfrm>
            <a:off x="3733800" y="3124200"/>
            <a:ext cx="457200" cy="457200"/>
            <a:chOff x="1344" y="1248"/>
            <a:chExt cx="288" cy="288"/>
          </a:xfrm>
        </p:grpSpPr>
        <p:sp>
          <p:nvSpPr>
            <p:cNvPr id="211984" name="Oval 16"/>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1985" name="Text Box 17"/>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grpSp>
        <p:nvGrpSpPr>
          <p:cNvPr id="211986" name="Group 18"/>
          <p:cNvGrpSpPr>
            <a:grpSpLocks/>
          </p:cNvGrpSpPr>
          <p:nvPr/>
        </p:nvGrpSpPr>
        <p:grpSpPr bwMode="auto">
          <a:xfrm>
            <a:off x="4419600" y="4038600"/>
            <a:ext cx="457200" cy="457200"/>
            <a:chOff x="1344" y="1248"/>
            <a:chExt cx="288" cy="288"/>
          </a:xfrm>
        </p:grpSpPr>
        <p:sp>
          <p:nvSpPr>
            <p:cNvPr id="211987" name="Oval 19"/>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1988" name="Text Box 20"/>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F</a:t>
              </a:r>
              <a:endParaRPr lang="en-GB" altLang="x-none"/>
            </a:p>
          </p:txBody>
        </p:sp>
      </p:grpSp>
      <p:grpSp>
        <p:nvGrpSpPr>
          <p:cNvPr id="211989" name="Group 21"/>
          <p:cNvGrpSpPr>
            <a:grpSpLocks/>
          </p:cNvGrpSpPr>
          <p:nvPr/>
        </p:nvGrpSpPr>
        <p:grpSpPr bwMode="auto">
          <a:xfrm>
            <a:off x="3429000" y="5715000"/>
            <a:ext cx="457200" cy="457200"/>
            <a:chOff x="1344" y="1248"/>
            <a:chExt cx="288" cy="288"/>
          </a:xfrm>
        </p:grpSpPr>
        <p:sp>
          <p:nvSpPr>
            <p:cNvPr id="211990" name="Oval 22"/>
            <p:cNvSpPr>
              <a:spLocks noChangeArrowheads="1"/>
            </p:cNvSpPr>
            <p:nvPr/>
          </p:nvSpPr>
          <p:spPr bwMode="auto">
            <a:xfrm>
              <a:off x="1344" y="1248"/>
              <a:ext cx="288" cy="288"/>
            </a:xfrm>
            <a:prstGeom prst="ellipse">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1991" name="Text Box 23"/>
            <p:cNvSpPr txBox="1">
              <a:spLocks noChangeArrowheads="1"/>
            </p:cNvSpPr>
            <p:nvPr/>
          </p:nvSpPr>
          <p:spPr bwMode="auto">
            <a:xfrm>
              <a:off x="1392" y="1296"/>
              <a:ext cx="192" cy="231"/>
            </a:xfrm>
            <a:prstGeom prst="rect">
              <a:avLst/>
            </a:prstGeom>
            <a:solidFill>
              <a:schemeClr va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I</a:t>
              </a:r>
              <a:endParaRPr lang="en-GB" altLang="x-none"/>
            </a:p>
          </p:txBody>
        </p:sp>
      </p:grpSp>
      <p:sp>
        <p:nvSpPr>
          <p:cNvPr id="211992" name="Line 24"/>
          <p:cNvSpPr>
            <a:spLocks noChangeShapeType="1"/>
          </p:cNvSpPr>
          <p:nvPr/>
        </p:nvSpPr>
        <p:spPr bwMode="auto">
          <a:xfrm>
            <a:off x="3962400" y="3581400"/>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1993" name="Line 25"/>
          <p:cNvSpPr>
            <a:spLocks noChangeShapeType="1"/>
          </p:cNvSpPr>
          <p:nvPr/>
        </p:nvSpPr>
        <p:spPr bwMode="auto">
          <a:xfrm flipH="1">
            <a:off x="3657600" y="4495800"/>
            <a:ext cx="99060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1994" name="Text Box 26"/>
          <p:cNvSpPr txBox="1">
            <a:spLocks noChangeArrowheads="1"/>
          </p:cNvSpPr>
          <p:nvPr/>
        </p:nvSpPr>
        <p:spPr bwMode="auto">
          <a:xfrm>
            <a:off x="4191000" y="35052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99</a:t>
            </a:r>
            <a:endParaRPr lang="en-GB" altLang="x-none" b="1">
              <a:solidFill>
                <a:schemeClr val="hlink"/>
              </a:solidFill>
            </a:endParaRPr>
          </a:p>
        </p:txBody>
      </p:sp>
      <p:sp>
        <p:nvSpPr>
          <p:cNvPr id="211995" name="Text Box 27"/>
          <p:cNvSpPr txBox="1">
            <a:spLocks noChangeArrowheads="1"/>
          </p:cNvSpPr>
          <p:nvPr/>
        </p:nvSpPr>
        <p:spPr bwMode="auto">
          <a:xfrm>
            <a:off x="4191000" y="51054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211</a:t>
            </a:r>
            <a:endParaRPr lang="en-GB" altLang="x-none" b="1">
              <a:solidFill>
                <a:schemeClr val="hlink"/>
              </a:solidFill>
            </a:endParaRPr>
          </a:p>
        </p:txBody>
      </p:sp>
      <p:grpSp>
        <p:nvGrpSpPr>
          <p:cNvPr id="211996" name="Group 28"/>
          <p:cNvGrpSpPr>
            <a:grpSpLocks/>
          </p:cNvGrpSpPr>
          <p:nvPr/>
        </p:nvGrpSpPr>
        <p:grpSpPr bwMode="auto">
          <a:xfrm>
            <a:off x="2895600" y="4038600"/>
            <a:ext cx="457200" cy="457200"/>
            <a:chOff x="1344" y="1248"/>
            <a:chExt cx="288" cy="288"/>
          </a:xfrm>
        </p:grpSpPr>
        <p:sp>
          <p:nvSpPr>
            <p:cNvPr id="211997" name="Oval 29"/>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1998" name="Text Box 30"/>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G</a:t>
              </a:r>
              <a:endParaRPr lang="en-GB" altLang="x-none"/>
            </a:p>
          </p:txBody>
        </p:sp>
      </p:grpSp>
      <p:grpSp>
        <p:nvGrpSpPr>
          <p:cNvPr id="211999" name="Group 31"/>
          <p:cNvGrpSpPr>
            <a:grpSpLocks/>
          </p:cNvGrpSpPr>
          <p:nvPr/>
        </p:nvGrpSpPr>
        <p:grpSpPr bwMode="auto">
          <a:xfrm>
            <a:off x="2667000" y="4953000"/>
            <a:ext cx="457200" cy="457200"/>
            <a:chOff x="1344" y="1248"/>
            <a:chExt cx="288" cy="288"/>
          </a:xfrm>
        </p:grpSpPr>
        <p:sp>
          <p:nvSpPr>
            <p:cNvPr id="212000" name="Oval 32"/>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2001" name="Text Box 33"/>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H</a:t>
              </a:r>
              <a:endParaRPr lang="en-GB" altLang="x-none"/>
            </a:p>
          </p:txBody>
        </p:sp>
      </p:grpSp>
      <p:sp>
        <p:nvSpPr>
          <p:cNvPr id="212002" name="Line 34"/>
          <p:cNvSpPr>
            <a:spLocks noChangeShapeType="1"/>
          </p:cNvSpPr>
          <p:nvPr/>
        </p:nvSpPr>
        <p:spPr bwMode="auto">
          <a:xfrm flipH="1">
            <a:off x="3048000" y="3581400"/>
            <a:ext cx="914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2003" name="Line 35"/>
          <p:cNvSpPr>
            <a:spLocks noChangeShapeType="1"/>
          </p:cNvSpPr>
          <p:nvPr/>
        </p:nvSpPr>
        <p:spPr bwMode="auto">
          <a:xfrm flipH="1">
            <a:off x="2895600" y="4495800"/>
            <a:ext cx="228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2004" name="Line 36"/>
          <p:cNvSpPr>
            <a:spLocks noChangeShapeType="1"/>
          </p:cNvSpPr>
          <p:nvPr/>
        </p:nvSpPr>
        <p:spPr bwMode="auto">
          <a:xfrm>
            <a:off x="2895600" y="5410200"/>
            <a:ext cx="7620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2005" name="Text Box 37"/>
          <p:cNvSpPr txBox="1">
            <a:spLocks noChangeArrowheads="1"/>
          </p:cNvSpPr>
          <p:nvPr/>
        </p:nvSpPr>
        <p:spPr bwMode="auto">
          <a:xfrm>
            <a:off x="3124200" y="35052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80</a:t>
            </a:r>
            <a:endParaRPr lang="en-GB" altLang="x-none" b="1">
              <a:solidFill>
                <a:schemeClr val="hlink"/>
              </a:solidFill>
            </a:endParaRPr>
          </a:p>
        </p:txBody>
      </p:sp>
      <p:sp>
        <p:nvSpPr>
          <p:cNvPr id="212006" name="Line 38"/>
          <p:cNvSpPr>
            <a:spLocks noChangeShapeType="1"/>
          </p:cNvSpPr>
          <p:nvPr/>
        </p:nvSpPr>
        <p:spPr bwMode="auto">
          <a:xfrm>
            <a:off x="3886200" y="2438400"/>
            <a:ext cx="1066800" cy="76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2007" name="Line 39"/>
          <p:cNvSpPr>
            <a:spLocks noChangeShapeType="1"/>
          </p:cNvSpPr>
          <p:nvPr/>
        </p:nvSpPr>
        <p:spPr bwMode="auto">
          <a:xfrm>
            <a:off x="3886200" y="2438400"/>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2008" name="Line 40"/>
          <p:cNvSpPr>
            <a:spLocks noChangeShapeType="1"/>
          </p:cNvSpPr>
          <p:nvPr/>
        </p:nvSpPr>
        <p:spPr bwMode="auto">
          <a:xfrm flipH="1">
            <a:off x="2819400" y="2438400"/>
            <a:ext cx="1066800" cy="228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2009" name="Line 41"/>
          <p:cNvSpPr>
            <a:spLocks noChangeShapeType="1"/>
          </p:cNvSpPr>
          <p:nvPr/>
        </p:nvSpPr>
        <p:spPr bwMode="auto">
          <a:xfrm flipH="1">
            <a:off x="2286000" y="3124200"/>
            <a:ext cx="533400" cy="304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2010" name="Text Box 42"/>
          <p:cNvSpPr txBox="1">
            <a:spLocks noChangeArrowheads="1"/>
          </p:cNvSpPr>
          <p:nvPr/>
        </p:nvSpPr>
        <p:spPr bwMode="auto">
          <a:xfrm>
            <a:off x="41148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Start</a:t>
            </a:r>
            <a:endParaRPr lang="en-GB" altLang="x-none"/>
          </a:p>
        </p:txBody>
      </p:sp>
      <p:sp>
        <p:nvSpPr>
          <p:cNvPr id="212011" name="Text Box 43"/>
          <p:cNvSpPr txBox="1">
            <a:spLocks noChangeArrowheads="1"/>
          </p:cNvSpPr>
          <p:nvPr/>
        </p:nvSpPr>
        <p:spPr bwMode="auto">
          <a:xfrm>
            <a:off x="3962400" y="6019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Goal</a:t>
            </a:r>
            <a:endParaRPr lang="en-GB" altLang="x-none"/>
          </a:p>
        </p:txBody>
      </p:sp>
      <p:sp>
        <p:nvSpPr>
          <p:cNvPr id="212012" name="Text Box 44"/>
          <p:cNvSpPr txBox="1">
            <a:spLocks noChangeArrowheads="1"/>
          </p:cNvSpPr>
          <p:nvPr/>
        </p:nvSpPr>
        <p:spPr bwMode="auto">
          <a:xfrm>
            <a:off x="2514600" y="45720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97</a:t>
            </a:r>
            <a:endParaRPr lang="en-GB" altLang="x-none" b="1">
              <a:solidFill>
                <a:schemeClr val="hlink"/>
              </a:solidFill>
            </a:endParaRPr>
          </a:p>
        </p:txBody>
      </p:sp>
      <p:sp>
        <p:nvSpPr>
          <p:cNvPr id="212013" name="Text Box 45"/>
          <p:cNvSpPr txBox="1">
            <a:spLocks noChangeArrowheads="1"/>
          </p:cNvSpPr>
          <p:nvPr/>
        </p:nvSpPr>
        <p:spPr bwMode="auto">
          <a:xfrm>
            <a:off x="2819400" y="5486401"/>
            <a:ext cx="838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101</a:t>
            </a:r>
            <a:endParaRPr lang="en-GB" altLang="x-none" b="1">
              <a:solidFill>
                <a:schemeClr val="hlink"/>
              </a:solidFill>
            </a:endParaRPr>
          </a:p>
        </p:txBody>
      </p:sp>
      <p:sp>
        <p:nvSpPr>
          <p:cNvPr id="212014" name="Text Box 46"/>
          <p:cNvSpPr txBox="1">
            <a:spLocks noChangeArrowheads="1"/>
          </p:cNvSpPr>
          <p:nvPr/>
        </p:nvSpPr>
        <p:spPr bwMode="auto">
          <a:xfrm>
            <a:off x="4343400" y="21336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75</a:t>
            </a:r>
            <a:endParaRPr lang="en-GB" altLang="x-none" b="1">
              <a:solidFill>
                <a:schemeClr val="hlink"/>
              </a:solidFill>
            </a:endParaRPr>
          </a:p>
        </p:txBody>
      </p:sp>
      <p:sp>
        <p:nvSpPr>
          <p:cNvPr id="212015" name="Text Box 47"/>
          <p:cNvSpPr txBox="1">
            <a:spLocks noChangeArrowheads="1"/>
          </p:cNvSpPr>
          <p:nvPr/>
        </p:nvSpPr>
        <p:spPr bwMode="auto">
          <a:xfrm>
            <a:off x="2895600" y="2209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118</a:t>
            </a:r>
            <a:endParaRPr lang="en-GB" altLang="x-none" b="1">
              <a:solidFill>
                <a:schemeClr val="hlink"/>
              </a:solidFill>
            </a:endParaRPr>
          </a:p>
        </p:txBody>
      </p:sp>
      <p:sp>
        <p:nvSpPr>
          <p:cNvPr id="212016" name="Text Box 48"/>
          <p:cNvSpPr txBox="1">
            <a:spLocks noChangeArrowheads="1"/>
          </p:cNvSpPr>
          <p:nvPr/>
        </p:nvSpPr>
        <p:spPr bwMode="auto">
          <a:xfrm>
            <a:off x="1905000" y="30480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111</a:t>
            </a:r>
            <a:endParaRPr lang="en-GB" altLang="x-none" b="1">
              <a:solidFill>
                <a:schemeClr val="hlink"/>
              </a:solidFill>
            </a:endParaRPr>
          </a:p>
        </p:txBody>
      </p:sp>
      <p:sp>
        <p:nvSpPr>
          <p:cNvPr id="212017" name="Text Box 49"/>
          <p:cNvSpPr txBox="1">
            <a:spLocks noChangeArrowheads="1"/>
          </p:cNvSpPr>
          <p:nvPr/>
        </p:nvSpPr>
        <p:spPr bwMode="auto">
          <a:xfrm>
            <a:off x="3810000" y="5970588"/>
            <a:ext cx="6629400" cy="1192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i="1" dirty="0"/>
              <a:t>	f(n) = g(n) + h </a:t>
            </a:r>
            <a:r>
              <a:rPr lang="en-US" altLang="x-none" b="1" dirty="0"/>
              <a:t>(</a:t>
            </a:r>
            <a:r>
              <a:rPr lang="en-US" altLang="x-none" b="1" i="1" dirty="0"/>
              <a:t>n</a:t>
            </a:r>
            <a:r>
              <a:rPr lang="en-US" altLang="x-none" b="1" dirty="0"/>
              <a:t>) – </a:t>
            </a:r>
            <a:r>
              <a:rPr lang="en-US" altLang="x-none" b="1" dirty="0">
                <a:solidFill>
                  <a:schemeClr val="hlink"/>
                </a:solidFill>
              </a:rPr>
              <a:t>(H-I) Overestimated</a:t>
            </a:r>
          </a:p>
          <a:p>
            <a:pPr>
              <a:spcBef>
                <a:spcPct val="50000"/>
              </a:spcBef>
            </a:pPr>
            <a:r>
              <a:rPr lang="en-US" altLang="x-none" b="1" dirty="0"/>
              <a:t>g(n): </a:t>
            </a:r>
            <a:r>
              <a:rPr lang="en-US" altLang="x-none" dirty="0"/>
              <a:t>is the exact cost to reach node </a:t>
            </a:r>
            <a:r>
              <a:rPr lang="en-US" altLang="x-none" i="1" dirty="0"/>
              <a:t>n</a:t>
            </a:r>
            <a:r>
              <a:rPr lang="en-US" altLang="x-none" dirty="0"/>
              <a:t> from the initial state.</a:t>
            </a:r>
            <a:endParaRPr lang="en-GB" altLang="x-none" dirty="0"/>
          </a:p>
          <a:p>
            <a:pPr>
              <a:spcBef>
                <a:spcPct val="50000"/>
              </a:spcBef>
            </a:pPr>
            <a:endParaRPr lang="en-GB" altLang="x-none" b="1" dirty="0"/>
          </a:p>
        </p:txBody>
      </p:sp>
      <p:sp>
        <p:nvSpPr>
          <p:cNvPr id="212053" name="Text Box 85"/>
          <p:cNvSpPr txBox="1">
            <a:spLocks noChangeArrowheads="1"/>
          </p:cNvSpPr>
          <p:nvPr/>
        </p:nvSpPr>
        <p:spPr bwMode="auto">
          <a:xfrm>
            <a:off x="3886200" y="2681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140</a:t>
            </a:r>
            <a:endParaRPr lang="en-GB" altLang="x-none" b="1">
              <a:solidFill>
                <a:schemeClr val="hlink"/>
              </a:solidFill>
            </a:endParaRPr>
          </a:p>
        </p:txBody>
      </p:sp>
    </p:spTree>
    <p:extLst>
      <p:ext uri="{BB962C8B-B14F-4D97-AF65-F5344CB8AC3E}">
        <p14:creationId xmlns:p14="http://schemas.microsoft.com/office/powerpoint/2010/main" val="15589246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p:txBody>
          <a:bodyPr/>
          <a:lstStyle/>
          <a:p>
            <a:r>
              <a:rPr lang="en-US" altLang="x-none"/>
              <a:t>A* Search: Tree Search</a:t>
            </a:r>
            <a:endParaRPr lang="en-GB" altLang="x-none"/>
          </a:p>
        </p:txBody>
      </p:sp>
      <p:sp>
        <p:nvSpPr>
          <p:cNvPr id="7" name="Slide Number Placeholder 6"/>
          <p:cNvSpPr>
            <a:spLocks noGrp="1"/>
          </p:cNvSpPr>
          <p:nvPr>
            <p:ph type="sldNum" sz="quarter" idx="12"/>
          </p:nvPr>
        </p:nvSpPr>
        <p:spPr/>
        <p:txBody>
          <a:bodyPr/>
          <a:lstStyle/>
          <a:p>
            <a:fld id="{960E7274-83DF-460E-B7FD-989E93720717}" type="slidenum">
              <a:rPr lang="en-GB" altLang="x-none" smtClean="0"/>
              <a:pPr/>
              <a:t>29</a:t>
            </a:fld>
            <a:endParaRPr lang="en-GB" altLang="x-none"/>
          </a:p>
        </p:txBody>
      </p:sp>
      <p:grpSp>
        <p:nvGrpSpPr>
          <p:cNvPr id="219139" name="Group 3"/>
          <p:cNvGrpSpPr>
            <a:grpSpLocks/>
          </p:cNvGrpSpPr>
          <p:nvPr/>
        </p:nvGrpSpPr>
        <p:grpSpPr bwMode="auto">
          <a:xfrm>
            <a:off x="5867400" y="1843088"/>
            <a:ext cx="457200" cy="457200"/>
            <a:chOff x="1344" y="1248"/>
            <a:chExt cx="288" cy="288"/>
          </a:xfrm>
        </p:grpSpPr>
        <p:sp>
          <p:nvSpPr>
            <p:cNvPr id="219140" name="Oval 4"/>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9141" name="Text Box 5"/>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sp>
        <p:nvSpPr>
          <p:cNvPr id="219172" name="Text Box 36"/>
          <p:cNvSpPr txBox="1">
            <a:spLocks noChangeArrowheads="1"/>
          </p:cNvSpPr>
          <p:nvPr/>
        </p:nvSpPr>
        <p:spPr bwMode="auto">
          <a:xfrm>
            <a:off x="64008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t>Start</a:t>
            </a:r>
            <a:endParaRPr lang="en-GB" altLang="x-none" b="1"/>
          </a:p>
        </p:txBody>
      </p:sp>
    </p:spTree>
    <p:extLst>
      <p:ext uri="{BB962C8B-B14F-4D97-AF65-F5344CB8AC3E}">
        <p14:creationId xmlns:p14="http://schemas.microsoft.com/office/powerpoint/2010/main" val="27094074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Rectangle 2"/>
          <p:cNvSpPr>
            <a:spLocks noGrp="1" noChangeArrowheads="1"/>
          </p:cNvSpPr>
          <p:nvPr>
            <p:ph type="title"/>
          </p:nvPr>
        </p:nvSpPr>
        <p:spPr/>
        <p:txBody>
          <a:bodyPr/>
          <a:lstStyle/>
          <a:p>
            <a:r>
              <a:rPr lang="en-US" altLang="x-none"/>
              <a:t>A* Search: Tree Search</a:t>
            </a:r>
            <a:endParaRPr lang="en-GB" altLang="x-none"/>
          </a:p>
        </p:txBody>
      </p:sp>
      <p:sp>
        <p:nvSpPr>
          <p:cNvPr id="25" name="Slide Number Placeholder 6"/>
          <p:cNvSpPr>
            <a:spLocks noGrp="1"/>
          </p:cNvSpPr>
          <p:nvPr>
            <p:ph type="sldNum" sz="quarter" idx="12"/>
          </p:nvPr>
        </p:nvSpPr>
        <p:spPr/>
        <p:txBody>
          <a:bodyPr/>
          <a:lstStyle/>
          <a:p>
            <a:fld id="{2BAA8F52-5AFF-4D7E-8718-B21E5A7DA73F}" type="slidenum">
              <a:rPr lang="en-GB" altLang="x-none" smtClean="0"/>
              <a:pPr/>
              <a:t>30</a:t>
            </a:fld>
            <a:endParaRPr lang="en-GB" altLang="x-none"/>
          </a:p>
        </p:txBody>
      </p:sp>
      <p:grpSp>
        <p:nvGrpSpPr>
          <p:cNvPr id="233475" name="Group 3"/>
          <p:cNvGrpSpPr>
            <a:grpSpLocks/>
          </p:cNvGrpSpPr>
          <p:nvPr/>
        </p:nvGrpSpPr>
        <p:grpSpPr bwMode="auto">
          <a:xfrm>
            <a:off x="5867400" y="1843088"/>
            <a:ext cx="457200" cy="457200"/>
            <a:chOff x="1344" y="1248"/>
            <a:chExt cx="288" cy="288"/>
          </a:xfrm>
        </p:grpSpPr>
        <p:sp>
          <p:nvSpPr>
            <p:cNvPr id="233476" name="Oval 4"/>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3477" name="Text Box 5"/>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233478" name="Group 6"/>
          <p:cNvGrpSpPr>
            <a:grpSpLocks/>
          </p:cNvGrpSpPr>
          <p:nvPr/>
        </p:nvGrpSpPr>
        <p:grpSpPr bwMode="auto">
          <a:xfrm>
            <a:off x="8229600" y="2971800"/>
            <a:ext cx="457200" cy="457200"/>
            <a:chOff x="1344" y="1248"/>
            <a:chExt cx="288" cy="288"/>
          </a:xfrm>
        </p:grpSpPr>
        <p:sp>
          <p:nvSpPr>
            <p:cNvPr id="233479" name="Oval 7"/>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3480" name="Text Box 8"/>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233481" name="Group 9"/>
          <p:cNvGrpSpPr>
            <a:grpSpLocks/>
          </p:cNvGrpSpPr>
          <p:nvPr/>
        </p:nvGrpSpPr>
        <p:grpSpPr bwMode="auto">
          <a:xfrm>
            <a:off x="3733800" y="3048000"/>
            <a:ext cx="457200" cy="457200"/>
            <a:chOff x="1344" y="1248"/>
            <a:chExt cx="288" cy="288"/>
          </a:xfrm>
        </p:grpSpPr>
        <p:sp>
          <p:nvSpPr>
            <p:cNvPr id="233482" name="Oval 10"/>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3483" name="Text Box 11"/>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233484" name="Group 12"/>
          <p:cNvGrpSpPr>
            <a:grpSpLocks/>
          </p:cNvGrpSpPr>
          <p:nvPr/>
        </p:nvGrpSpPr>
        <p:grpSpPr bwMode="auto">
          <a:xfrm>
            <a:off x="5943600" y="2986088"/>
            <a:ext cx="457200" cy="457200"/>
            <a:chOff x="1344" y="1248"/>
            <a:chExt cx="288" cy="288"/>
          </a:xfrm>
        </p:grpSpPr>
        <p:sp>
          <p:nvSpPr>
            <p:cNvPr id="233485" name="Oval 13"/>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3486" name="Text Box 14"/>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sp>
        <p:nvSpPr>
          <p:cNvPr id="233501" name="Line 29"/>
          <p:cNvSpPr>
            <a:spLocks noChangeShapeType="1"/>
          </p:cNvSpPr>
          <p:nvPr/>
        </p:nvSpPr>
        <p:spPr bwMode="auto">
          <a:xfrm>
            <a:off x="6096000" y="2300288"/>
            <a:ext cx="2362200" cy="671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3502" name="Line 30"/>
          <p:cNvSpPr>
            <a:spLocks noChangeShapeType="1"/>
          </p:cNvSpPr>
          <p:nvPr/>
        </p:nvSpPr>
        <p:spPr bwMode="auto">
          <a:xfrm>
            <a:off x="6096000" y="2300288"/>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3503" name="Line 31"/>
          <p:cNvSpPr>
            <a:spLocks noChangeShapeType="1"/>
          </p:cNvSpPr>
          <p:nvPr/>
        </p:nvSpPr>
        <p:spPr bwMode="auto">
          <a:xfrm flipH="1">
            <a:off x="3962400" y="2300288"/>
            <a:ext cx="2133600" cy="747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3504" name="Text Box 32"/>
          <p:cNvSpPr txBox="1">
            <a:spLocks noChangeArrowheads="1"/>
          </p:cNvSpPr>
          <p:nvPr/>
        </p:nvSpPr>
        <p:spPr bwMode="auto">
          <a:xfrm>
            <a:off x="64008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t>Start</a:t>
            </a:r>
            <a:endParaRPr lang="en-GB" altLang="x-none" b="1"/>
          </a:p>
        </p:txBody>
      </p:sp>
      <p:sp>
        <p:nvSpPr>
          <p:cNvPr id="233506" name="Text Box 34"/>
          <p:cNvSpPr txBox="1">
            <a:spLocks noChangeArrowheads="1"/>
          </p:cNvSpPr>
          <p:nvPr/>
        </p:nvSpPr>
        <p:spPr bwMode="auto">
          <a:xfrm>
            <a:off x="7315200" y="23002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75</a:t>
            </a:r>
            <a:endParaRPr lang="en-GB" altLang="x-none" b="1">
              <a:solidFill>
                <a:schemeClr val="hlink"/>
              </a:solidFill>
            </a:endParaRPr>
          </a:p>
        </p:txBody>
      </p:sp>
      <p:sp>
        <p:nvSpPr>
          <p:cNvPr id="233507" name="Text Box 35"/>
          <p:cNvSpPr txBox="1">
            <a:spLocks noChangeArrowheads="1"/>
          </p:cNvSpPr>
          <p:nvPr/>
        </p:nvSpPr>
        <p:spPr bwMode="auto">
          <a:xfrm>
            <a:off x="4343400" y="2300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118</a:t>
            </a:r>
            <a:endParaRPr lang="en-GB" altLang="x-none" b="1">
              <a:solidFill>
                <a:schemeClr val="hlink"/>
              </a:solidFill>
            </a:endParaRPr>
          </a:p>
        </p:txBody>
      </p:sp>
      <p:sp>
        <p:nvSpPr>
          <p:cNvPr id="233508" name="Text Box 36"/>
          <p:cNvSpPr txBox="1">
            <a:spLocks noChangeArrowheads="1"/>
          </p:cNvSpPr>
          <p:nvPr/>
        </p:nvSpPr>
        <p:spPr bwMode="auto">
          <a:xfrm>
            <a:off x="6096000" y="2543176"/>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140</a:t>
            </a:r>
            <a:endParaRPr lang="en-GB" altLang="x-none" b="1">
              <a:solidFill>
                <a:schemeClr val="hlink"/>
              </a:solidFill>
            </a:endParaRPr>
          </a:p>
        </p:txBody>
      </p:sp>
      <p:sp>
        <p:nvSpPr>
          <p:cNvPr id="233509" name="Text Box 37"/>
          <p:cNvSpPr txBox="1">
            <a:spLocks noChangeArrowheads="1"/>
          </p:cNvSpPr>
          <p:nvPr/>
        </p:nvSpPr>
        <p:spPr bwMode="auto">
          <a:xfrm>
            <a:off x="6400800" y="29860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[393]</a:t>
            </a:r>
            <a:endParaRPr lang="en-GB" altLang="x-none"/>
          </a:p>
        </p:txBody>
      </p:sp>
      <p:sp>
        <p:nvSpPr>
          <p:cNvPr id="233510" name="Text Box 38"/>
          <p:cNvSpPr txBox="1">
            <a:spLocks noChangeArrowheads="1"/>
          </p:cNvSpPr>
          <p:nvPr/>
        </p:nvSpPr>
        <p:spPr bwMode="auto">
          <a:xfrm>
            <a:off x="8686800" y="2971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[449]</a:t>
            </a:r>
            <a:endParaRPr lang="en-GB" altLang="x-none"/>
          </a:p>
        </p:txBody>
      </p:sp>
      <p:sp>
        <p:nvSpPr>
          <p:cNvPr id="233511" name="Text Box 39"/>
          <p:cNvSpPr txBox="1">
            <a:spLocks noChangeArrowheads="1"/>
          </p:cNvSpPr>
          <p:nvPr/>
        </p:nvSpPr>
        <p:spPr bwMode="auto">
          <a:xfrm>
            <a:off x="2971800" y="31242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[447]</a:t>
            </a:r>
            <a:endParaRPr lang="en-GB" altLang="x-none"/>
          </a:p>
        </p:txBody>
      </p:sp>
    </p:spTree>
    <p:extLst>
      <p:ext uri="{BB962C8B-B14F-4D97-AF65-F5344CB8AC3E}">
        <p14:creationId xmlns:p14="http://schemas.microsoft.com/office/powerpoint/2010/main" val="13568604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ChangeArrowheads="1"/>
          </p:cNvSpPr>
          <p:nvPr>
            <p:ph type="title"/>
          </p:nvPr>
        </p:nvSpPr>
        <p:spPr/>
        <p:txBody>
          <a:bodyPr/>
          <a:lstStyle/>
          <a:p>
            <a:r>
              <a:rPr lang="en-US" altLang="x-none"/>
              <a:t>A* Search: Tree Search</a:t>
            </a:r>
            <a:endParaRPr lang="en-GB" altLang="x-none"/>
          </a:p>
        </p:txBody>
      </p:sp>
      <p:sp>
        <p:nvSpPr>
          <p:cNvPr id="37" name="Slide Number Placeholder 6"/>
          <p:cNvSpPr>
            <a:spLocks noGrp="1"/>
          </p:cNvSpPr>
          <p:nvPr>
            <p:ph type="sldNum" sz="quarter" idx="12"/>
          </p:nvPr>
        </p:nvSpPr>
        <p:spPr/>
        <p:txBody>
          <a:bodyPr/>
          <a:lstStyle/>
          <a:p>
            <a:fld id="{B4D3D798-A421-4DE3-978E-6DBCD58E1578}" type="slidenum">
              <a:rPr lang="en-GB" altLang="x-none" smtClean="0"/>
              <a:pPr/>
              <a:t>31</a:t>
            </a:fld>
            <a:endParaRPr lang="en-GB" altLang="x-none"/>
          </a:p>
        </p:txBody>
      </p:sp>
      <p:grpSp>
        <p:nvGrpSpPr>
          <p:cNvPr id="234499" name="Group 3"/>
          <p:cNvGrpSpPr>
            <a:grpSpLocks/>
          </p:cNvGrpSpPr>
          <p:nvPr/>
        </p:nvGrpSpPr>
        <p:grpSpPr bwMode="auto">
          <a:xfrm>
            <a:off x="5867400" y="1843088"/>
            <a:ext cx="457200" cy="457200"/>
            <a:chOff x="1344" y="1248"/>
            <a:chExt cx="288" cy="288"/>
          </a:xfrm>
        </p:grpSpPr>
        <p:sp>
          <p:nvSpPr>
            <p:cNvPr id="234500" name="Oval 4"/>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4501" name="Text Box 5"/>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234502" name="Group 6"/>
          <p:cNvGrpSpPr>
            <a:grpSpLocks/>
          </p:cNvGrpSpPr>
          <p:nvPr/>
        </p:nvGrpSpPr>
        <p:grpSpPr bwMode="auto">
          <a:xfrm>
            <a:off x="8229600" y="2971800"/>
            <a:ext cx="457200" cy="457200"/>
            <a:chOff x="1344" y="1248"/>
            <a:chExt cx="288" cy="288"/>
          </a:xfrm>
        </p:grpSpPr>
        <p:sp>
          <p:nvSpPr>
            <p:cNvPr id="234503" name="Oval 7"/>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4504" name="Text Box 8"/>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234505" name="Group 9"/>
          <p:cNvGrpSpPr>
            <a:grpSpLocks/>
          </p:cNvGrpSpPr>
          <p:nvPr/>
        </p:nvGrpSpPr>
        <p:grpSpPr bwMode="auto">
          <a:xfrm>
            <a:off x="3733800" y="3048000"/>
            <a:ext cx="457200" cy="457200"/>
            <a:chOff x="1344" y="1248"/>
            <a:chExt cx="288" cy="288"/>
          </a:xfrm>
        </p:grpSpPr>
        <p:sp>
          <p:nvSpPr>
            <p:cNvPr id="234506" name="Oval 10"/>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4507" name="Text Box 11"/>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234508" name="Group 12"/>
          <p:cNvGrpSpPr>
            <a:grpSpLocks/>
          </p:cNvGrpSpPr>
          <p:nvPr/>
        </p:nvGrpSpPr>
        <p:grpSpPr bwMode="auto">
          <a:xfrm>
            <a:off x="5943600" y="2986088"/>
            <a:ext cx="457200" cy="457200"/>
            <a:chOff x="1344" y="1248"/>
            <a:chExt cx="288" cy="288"/>
          </a:xfrm>
        </p:grpSpPr>
        <p:sp>
          <p:nvSpPr>
            <p:cNvPr id="234509" name="Oval 13"/>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4510" name="Text Box 14"/>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grpSp>
        <p:nvGrpSpPr>
          <p:cNvPr id="234511" name="Group 15"/>
          <p:cNvGrpSpPr>
            <a:grpSpLocks/>
          </p:cNvGrpSpPr>
          <p:nvPr/>
        </p:nvGrpSpPr>
        <p:grpSpPr bwMode="auto">
          <a:xfrm>
            <a:off x="6629400" y="3900488"/>
            <a:ext cx="457200" cy="457200"/>
            <a:chOff x="1344" y="1248"/>
            <a:chExt cx="288" cy="288"/>
          </a:xfrm>
        </p:grpSpPr>
        <p:sp>
          <p:nvSpPr>
            <p:cNvPr id="234512" name="Oval 16"/>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4513" name="Text Box 17"/>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F</a:t>
              </a:r>
              <a:endParaRPr lang="en-GB" altLang="x-none"/>
            </a:p>
          </p:txBody>
        </p:sp>
      </p:grpSp>
      <p:sp>
        <p:nvSpPr>
          <p:cNvPr id="234514" name="Line 18"/>
          <p:cNvSpPr>
            <a:spLocks noChangeShapeType="1"/>
          </p:cNvSpPr>
          <p:nvPr/>
        </p:nvSpPr>
        <p:spPr bwMode="auto">
          <a:xfrm>
            <a:off x="6172200" y="3443288"/>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4515" name="Text Box 19"/>
          <p:cNvSpPr txBox="1">
            <a:spLocks noChangeArrowheads="1"/>
          </p:cNvSpPr>
          <p:nvPr/>
        </p:nvSpPr>
        <p:spPr bwMode="auto">
          <a:xfrm>
            <a:off x="6400800" y="33670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99</a:t>
            </a:r>
            <a:endParaRPr lang="en-GB" altLang="x-none" b="1">
              <a:solidFill>
                <a:schemeClr val="hlink"/>
              </a:solidFill>
            </a:endParaRPr>
          </a:p>
        </p:txBody>
      </p:sp>
      <p:grpSp>
        <p:nvGrpSpPr>
          <p:cNvPr id="234516" name="Group 20"/>
          <p:cNvGrpSpPr>
            <a:grpSpLocks/>
          </p:cNvGrpSpPr>
          <p:nvPr/>
        </p:nvGrpSpPr>
        <p:grpSpPr bwMode="auto">
          <a:xfrm>
            <a:off x="5105400" y="3900488"/>
            <a:ext cx="457200" cy="457200"/>
            <a:chOff x="1344" y="1248"/>
            <a:chExt cx="288" cy="288"/>
          </a:xfrm>
        </p:grpSpPr>
        <p:sp>
          <p:nvSpPr>
            <p:cNvPr id="234517" name="Oval 21"/>
            <p:cNvSpPr>
              <a:spLocks noChangeArrowheads="1"/>
            </p:cNvSpPr>
            <p:nvPr/>
          </p:nvSpPr>
          <p:spPr bwMode="auto">
            <a:xfrm>
              <a:off x="1344" y="1248"/>
              <a:ext cx="288" cy="28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4518" name="Text Box 22"/>
            <p:cNvSpPr txBox="1">
              <a:spLocks noChangeArrowheads="1"/>
            </p:cNvSpPr>
            <p:nvPr/>
          </p:nvSpPr>
          <p:spPr bwMode="auto">
            <a:xfrm>
              <a:off x="1392" y="1296"/>
              <a:ext cx="192" cy="23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G</a:t>
              </a:r>
              <a:endParaRPr lang="en-GB" altLang="x-none"/>
            </a:p>
          </p:txBody>
        </p:sp>
      </p:grpSp>
      <p:sp>
        <p:nvSpPr>
          <p:cNvPr id="234522" name="Line 26"/>
          <p:cNvSpPr>
            <a:spLocks noChangeShapeType="1"/>
          </p:cNvSpPr>
          <p:nvPr/>
        </p:nvSpPr>
        <p:spPr bwMode="auto">
          <a:xfrm flipH="1">
            <a:off x="5257800" y="3443288"/>
            <a:ext cx="914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4524" name="Text Box 28"/>
          <p:cNvSpPr txBox="1">
            <a:spLocks noChangeArrowheads="1"/>
          </p:cNvSpPr>
          <p:nvPr/>
        </p:nvSpPr>
        <p:spPr bwMode="auto">
          <a:xfrm>
            <a:off x="5334000" y="33670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80</a:t>
            </a:r>
            <a:endParaRPr lang="en-GB" altLang="x-none" b="1">
              <a:solidFill>
                <a:schemeClr val="hlink"/>
              </a:solidFill>
            </a:endParaRPr>
          </a:p>
        </p:txBody>
      </p:sp>
      <p:sp>
        <p:nvSpPr>
          <p:cNvPr id="234525" name="Line 29"/>
          <p:cNvSpPr>
            <a:spLocks noChangeShapeType="1"/>
          </p:cNvSpPr>
          <p:nvPr/>
        </p:nvSpPr>
        <p:spPr bwMode="auto">
          <a:xfrm>
            <a:off x="6096000" y="2300288"/>
            <a:ext cx="2362200" cy="671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4526" name="Line 30"/>
          <p:cNvSpPr>
            <a:spLocks noChangeShapeType="1"/>
          </p:cNvSpPr>
          <p:nvPr/>
        </p:nvSpPr>
        <p:spPr bwMode="auto">
          <a:xfrm>
            <a:off x="6096000" y="2300288"/>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4527" name="Line 31"/>
          <p:cNvSpPr>
            <a:spLocks noChangeShapeType="1"/>
          </p:cNvSpPr>
          <p:nvPr/>
        </p:nvSpPr>
        <p:spPr bwMode="auto">
          <a:xfrm flipH="1">
            <a:off x="3962400" y="2300288"/>
            <a:ext cx="2133600" cy="747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4528" name="Text Box 32"/>
          <p:cNvSpPr txBox="1">
            <a:spLocks noChangeArrowheads="1"/>
          </p:cNvSpPr>
          <p:nvPr/>
        </p:nvSpPr>
        <p:spPr bwMode="auto">
          <a:xfrm>
            <a:off x="64008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t>Start</a:t>
            </a:r>
            <a:endParaRPr lang="en-GB" altLang="x-none" b="1"/>
          </a:p>
        </p:txBody>
      </p:sp>
      <p:sp>
        <p:nvSpPr>
          <p:cNvPr id="234530" name="Text Box 34"/>
          <p:cNvSpPr txBox="1">
            <a:spLocks noChangeArrowheads="1"/>
          </p:cNvSpPr>
          <p:nvPr/>
        </p:nvSpPr>
        <p:spPr bwMode="auto">
          <a:xfrm>
            <a:off x="7315200" y="23002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75</a:t>
            </a:r>
            <a:endParaRPr lang="en-GB" altLang="x-none" b="1">
              <a:solidFill>
                <a:schemeClr val="hlink"/>
              </a:solidFill>
            </a:endParaRPr>
          </a:p>
        </p:txBody>
      </p:sp>
      <p:sp>
        <p:nvSpPr>
          <p:cNvPr id="234531" name="Text Box 35"/>
          <p:cNvSpPr txBox="1">
            <a:spLocks noChangeArrowheads="1"/>
          </p:cNvSpPr>
          <p:nvPr/>
        </p:nvSpPr>
        <p:spPr bwMode="auto">
          <a:xfrm>
            <a:off x="4343400" y="2300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118</a:t>
            </a:r>
            <a:endParaRPr lang="en-GB" altLang="x-none" b="1">
              <a:solidFill>
                <a:schemeClr val="hlink"/>
              </a:solidFill>
            </a:endParaRPr>
          </a:p>
        </p:txBody>
      </p:sp>
      <p:sp>
        <p:nvSpPr>
          <p:cNvPr id="234532" name="Text Box 36"/>
          <p:cNvSpPr txBox="1">
            <a:spLocks noChangeArrowheads="1"/>
          </p:cNvSpPr>
          <p:nvPr/>
        </p:nvSpPr>
        <p:spPr bwMode="auto">
          <a:xfrm>
            <a:off x="6096000" y="2543176"/>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140</a:t>
            </a:r>
            <a:endParaRPr lang="en-GB" altLang="x-none" b="1">
              <a:solidFill>
                <a:schemeClr val="hlink"/>
              </a:solidFill>
            </a:endParaRPr>
          </a:p>
        </p:txBody>
      </p:sp>
      <p:sp>
        <p:nvSpPr>
          <p:cNvPr id="234533" name="Text Box 37"/>
          <p:cNvSpPr txBox="1">
            <a:spLocks noChangeArrowheads="1"/>
          </p:cNvSpPr>
          <p:nvPr/>
        </p:nvSpPr>
        <p:spPr bwMode="auto">
          <a:xfrm>
            <a:off x="6400800" y="29860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[393]</a:t>
            </a:r>
            <a:endParaRPr lang="en-GB" altLang="x-none"/>
          </a:p>
        </p:txBody>
      </p:sp>
      <p:sp>
        <p:nvSpPr>
          <p:cNvPr id="234534" name="Text Box 38"/>
          <p:cNvSpPr txBox="1">
            <a:spLocks noChangeArrowheads="1"/>
          </p:cNvSpPr>
          <p:nvPr/>
        </p:nvSpPr>
        <p:spPr bwMode="auto">
          <a:xfrm>
            <a:off x="8686800" y="2971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[449]</a:t>
            </a:r>
            <a:endParaRPr lang="en-GB" altLang="x-none"/>
          </a:p>
        </p:txBody>
      </p:sp>
      <p:sp>
        <p:nvSpPr>
          <p:cNvPr id="234535" name="Text Box 39"/>
          <p:cNvSpPr txBox="1">
            <a:spLocks noChangeArrowheads="1"/>
          </p:cNvSpPr>
          <p:nvPr/>
        </p:nvSpPr>
        <p:spPr bwMode="auto">
          <a:xfrm>
            <a:off x="2971800" y="31242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[447]</a:t>
            </a:r>
            <a:endParaRPr lang="en-GB" altLang="x-none"/>
          </a:p>
        </p:txBody>
      </p:sp>
      <p:sp>
        <p:nvSpPr>
          <p:cNvPr id="234536" name="Text Box 40"/>
          <p:cNvSpPr txBox="1">
            <a:spLocks noChangeArrowheads="1"/>
          </p:cNvSpPr>
          <p:nvPr/>
        </p:nvSpPr>
        <p:spPr bwMode="auto">
          <a:xfrm>
            <a:off x="7162800" y="39004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[417]</a:t>
            </a:r>
            <a:endParaRPr lang="en-GB" altLang="x-none"/>
          </a:p>
        </p:txBody>
      </p:sp>
      <p:sp>
        <p:nvSpPr>
          <p:cNvPr id="234537" name="Text Box 41"/>
          <p:cNvSpPr txBox="1">
            <a:spLocks noChangeArrowheads="1"/>
          </p:cNvSpPr>
          <p:nvPr/>
        </p:nvSpPr>
        <p:spPr bwMode="auto">
          <a:xfrm>
            <a:off x="4343400" y="39766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[413]</a:t>
            </a:r>
            <a:endParaRPr lang="en-GB" altLang="x-none"/>
          </a:p>
        </p:txBody>
      </p:sp>
    </p:spTree>
    <p:extLst>
      <p:ext uri="{BB962C8B-B14F-4D97-AF65-F5344CB8AC3E}">
        <p14:creationId xmlns:p14="http://schemas.microsoft.com/office/powerpoint/2010/main" val="25472989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Grp="1" noChangeArrowheads="1"/>
          </p:cNvSpPr>
          <p:nvPr>
            <p:ph type="title"/>
          </p:nvPr>
        </p:nvSpPr>
        <p:spPr/>
        <p:txBody>
          <a:bodyPr/>
          <a:lstStyle/>
          <a:p>
            <a:r>
              <a:rPr lang="en-US" altLang="x-none"/>
              <a:t>A* Search: Tree Search</a:t>
            </a:r>
            <a:endParaRPr lang="en-GB" altLang="x-none"/>
          </a:p>
        </p:txBody>
      </p:sp>
      <p:sp>
        <p:nvSpPr>
          <p:cNvPr id="43" name="Slide Number Placeholder 6"/>
          <p:cNvSpPr>
            <a:spLocks noGrp="1"/>
          </p:cNvSpPr>
          <p:nvPr>
            <p:ph type="sldNum" sz="quarter" idx="12"/>
          </p:nvPr>
        </p:nvSpPr>
        <p:spPr/>
        <p:txBody>
          <a:bodyPr/>
          <a:lstStyle/>
          <a:p>
            <a:fld id="{AC6936FA-BD00-4732-B8D8-011F90E7F9F0}" type="slidenum">
              <a:rPr lang="en-GB" altLang="x-none" smtClean="0"/>
              <a:pPr/>
              <a:t>32</a:t>
            </a:fld>
            <a:endParaRPr lang="en-GB" altLang="x-none"/>
          </a:p>
        </p:txBody>
      </p:sp>
      <p:grpSp>
        <p:nvGrpSpPr>
          <p:cNvPr id="235523" name="Group 3"/>
          <p:cNvGrpSpPr>
            <a:grpSpLocks/>
          </p:cNvGrpSpPr>
          <p:nvPr/>
        </p:nvGrpSpPr>
        <p:grpSpPr bwMode="auto">
          <a:xfrm>
            <a:off x="5867400" y="1843088"/>
            <a:ext cx="457200" cy="457200"/>
            <a:chOff x="1344" y="1248"/>
            <a:chExt cx="288" cy="288"/>
          </a:xfrm>
        </p:grpSpPr>
        <p:sp>
          <p:nvSpPr>
            <p:cNvPr id="235524" name="Oval 4"/>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525" name="Text Box 5"/>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235526" name="Group 6"/>
          <p:cNvGrpSpPr>
            <a:grpSpLocks/>
          </p:cNvGrpSpPr>
          <p:nvPr/>
        </p:nvGrpSpPr>
        <p:grpSpPr bwMode="auto">
          <a:xfrm>
            <a:off x="8229600" y="2971800"/>
            <a:ext cx="457200" cy="457200"/>
            <a:chOff x="1344" y="1248"/>
            <a:chExt cx="288" cy="288"/>
          </a:xfrm>
        </p:grpSpPr>
        <p:sp>
          <p:nvSpPr>
            <p:cNvPr id="235527" name="Oval 7"/>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528" name="Text Box 8"/>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235529" name="Group 9"/>
          <p:cNvGrpSpPr>
            <a:grpSpLocks/>
          </p:cNvGrpSpPr>
          <p:nvPr/>
        </p:nvGrpSpPr>
        <p:grpSpPr bwMode="auto">
          <a:xfrm>
            <a:off x="3733800" y="3048000"/>
            <a:ext cx="457200" cy="457200"/>
            <a:chOff x="1344" y="1248"/>
            <a:chExt cx="288" cy="288"/>
          </a:xfrm>
        </p:grpSpPr>
        <p:sp>
          <p:nvSpPr>
            <p:cNvPr id="235530" name="Oval 10"/>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531" name="Text Box 11"/>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235532" name="Group 12"/>
          <p:cNvGrpSpPr>
            <a:grpSpLocks/>
          </p:cNvGrpSpPr>
          <p:nvPr/>
        </p:nvGrpSpPr>
        <p:grpSpPr bwMode="auto">
          <a:xfrm>
            <a:off x="5943600" y="2986088"/>
            <a:ext cx="457200" cy="457200"/>
            <a:chOff x="1344" y="1248"/>
            <a:chExt cx="288" cy="288"/>
          </a:xfrm>
        </p:grpSpPr>
        <p:sp>
          <p:nvSpPr>
            <p:cNvPr id="235533" name="Oval 13"/>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534" name="Text Box 14"/>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grpSp>
        <p:nvGrpSpPr>
          <p:cNvPr id="235535" name="Group 15"/>
          <p:cNvGrpSpPr>
            <a:grpSpLocks/>
          </p:cNvGrpSpPr>
          <p:nvPr/>
        </p:nvGrpSpPr>
        <p:grpSpPr bwMode="auto">
          <a:xfrm>
            <a:off x="6629400" y="3900488"/>
            <a:ext cx="457200" cy="457200"/>
            <a:chOff x="1344" y="1248"/>
            <a:chExt cx="288" cy="288"/>
          </a:xfrm>
        </p:grpSpPr>
        <p:sp>
          <p:nvSpPr>
            <p:cNvPr id="235536" name="Oval 16"/>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537" name="Text Box 17"/>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F</a:t>
              </a:r>
              <a:endParaRPr lang="en-GB" altLang="x-none"/>
            </a:p>
          </p:txBody>
        </p:sp>
      </p:grpSp>
      <p:sp>
        <p:nvSpPr>
          <p:cNvPr id="235538" name="Line 18"/>
          <p:cNvSpPr>
            <a:spLocks noChangeShapeType="1"/>
          </p:cNvSpPr>
          <p:nvPr/>
        </p:nvSpPr>
        <p:spPr bwMode="auto">
          <a:xfrm>
            <a:off x="6172200" y="3443288"/>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539" name="Text Box 19"/>
          <p:cNvSpPr txBox="1">
            <a:spLocks noChangeArrowheads="1"/>
          </p:cNvSpPr>
          <p:nvPr/>
        </p:nvSpPr>
        <p:spPr bwMode="auto">
          <a:xfrm>
            <a:off x="6400800" y="33670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99</a:t>
            </a:r>
            <a:endParaRPr lang="en-GB" altLang="x-none" b="1">
              <a:solidFill>
                <a:schemeClr val="hlink"/>
              </a:solidFill>
            </a:endParaRPr>
          </a:p>
        </p:txBody>
      </p:sp>
      <p:grpSp>
        <p:nvGrpSpPr>
          <p:cNvPr id="235540" name="Group 20"/>
          <p:cNvGrpSpPr>
            <a:grpSpLocks/>
          </p:cNvGrpSpPr>
          <p:nvPr/>
        </p:nvGrpSpPr>
        <p:grpSpPr bwMode="auto">
          <a:xfrm>
            <a:off x="5105400" y="3900488"/>
            <a:ext cx="457200" cy="457200"/>
            <a:chOff x="1344" y="1248"/>
            <a:chExt cx="288" cy="288"/>
          </a:xfrm>
        </p:grpSpPr>
        <p:sp>
          <p:nvSpPr>
            <p:cNvPr id="235541" name="Oval 21"/>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542" name="Text Box 22"/>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G</a:t>
              </a:r>
              <a:endParaRPr lang="en-GB" altLang="x-none"/>
            </a:p>
          </p:txBody>
        </p:sp>
      </p:grpSp>
      <p:sp>
        <p:nvSpPr>
          <p:cNvPr id="235546" name="Line 26"/>
          <p:cNvSpPr>
            <a:spLocks noChangeShapeType="1"/>
          </p:cNvSpPr>
          <p:nvPr/>
        </p:nvSpPr>
        <p:spPr bwMode="auto">
          <a:xfrm flipH="1">
            <a:off x="5257800" y="3443288"/>
            <a:ext cx="914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548" name="Text Box 28"/>
          <p:cNvSpPr txBox="1">
            <a:spLocks noChangeArrowheads="1"/>
          </p:cNvSpPr>
          <p:nvPr/>
        </p:nvSpPr>
        <p:spPr bwMode="auto">
          <a:xfrm>
            <a:off x="5334000" y="33670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80</a:t>
            </a:r>
            <a:endParaRPr lang="en-GB" altLang="x-none" b="1">
              <a:solidFill>
                <a:schemeClr val="hlink"/>
              </a:solidFill>
            </a:endParaRPr>
          </a:p>
        </p:txBody>
      </p:sp>
      <p:sp>
        <p:nvSpPr>
          <p:cNvPr id="235549" name="Line 29"/>
          <p:cNvSpPr>
            <a:spLocks noChangeShapeType="1"/>
          </p:cNvSpPr>
          <p:nvPr/>
        </p:nvSpPr>
        <p:spPr bwMode="auto">
          <a:xfrm>
            <a:off x="6096000" y="2300288"/>
            <a:ext cx="2362200" cy="671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550" name="Line 30"/>
          <p:cNvSpPr>
            <a:spLocks noChangeShapeType="1"/>
          </p:cNvSpPr>
          <p:nvPr/>
        </p:nvSpPr>
        <p:spPr bwMode="auto">
          <a:xfrm>
            <a:off x="6096000" y="2300288"/>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551" name="Line 31"/>
          <p:cNvSpPr>
            <a:spLocks noChangeShapeType="1"/>
          </p:cNvSpPr>
          <p:nvPr/>
        </p:nvSpPr>
        <p:spPr bwMode="auto">
          <a:xfrm flipH="1">
            <a:off x="3962400" y="2300288"/>
            <a:ext cx="2133600" cy="747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552" name="Text Box 32"/>
          <p:cNvSpPr txBox="1">
            <a:spLocks noChangeArrowheads="1"/>
          </p:cNvSpPr>
          <p:nvPr/>
        </p:nvSpPr>
        <p:spPr bwMode="auto">
          <a:xfrm>
            <a:off x="64008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t>Start</a:t>
            </a:r>
            <a:endParaRPr lang="en-GB" altLang="x-none" b="1"/>
          </a:p>
        </p:txBody>
      </p:sp>
      <p:sp>
        <p:nvSpPr>
          <p:cNvPr id="235554" name="Text Box 34"/>
          <p:cNvSpPr txBox="1">
            <a:spLocks noChangeArrowheads="1"/>
          </p:cNvSpPr>
          <p:nvPr/>
        </p:nvSpPr>
        <p:spPr bwMode="auto">
          <a:xfrm>
            <a:off x="7315200" y="23002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75</a:t>
            </a:r>
            <a:endParaRPr lang="en-GB" altLang="x-none" b="1">
              <a:solidFill>
                <a:schemeClr val="hlink"/>
              </a:solidFill>
            </a:endParaRPr>
          </a:p>
        </p:txBody>
      </p:sp>
      <p:sp>
        <p:nvSpPr>
          <p:cNvPr id="235555" name="Text Box 35"/>
          <p:cNvSpPr txBox="1">
            <a:spLocks noChangeArrowheads="1"/>
          </p:cNvSpPr>
          <p:nvPr/>
        </p:nvSpPr>
        <p:spPr bwMode="auto">
          <a:xfrm>
            <a:off x="4343400" y="2300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118</a:t>
            </a:r>
            <a:endParaRPr lang="en-GB" altLang="x-none" b="1">
              <a:solidFill>
                <a:schemeClr val="hlink"/>
              </a:solidFill>
            </a:endParaRPr>
          </a:p>
        </p:txBody>
      </p:sp>
      <p:sp>
        <p:nvSpPr>
          <p:cNvPr id="235556" name="Text Box 36"/>
          <p:cNvSpPr txBox="1">
            <a:spLocks noChangeArrowheads="1"/>
          </p:cNvSpPr>
          <p:nvPr/>
        </p:nvSpPr>
        <p:spPr bwMode="auto">
          <a:xfrm>
            <a:off x="6096000" y="2543176"/>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140</a:t>
            </a:r>
            <a:endParaRPr lang="en-GB" altLang="x-none" b="1">
              <a:solidFill>
                <a:schemeClr val="hlink"/>
              </a:solidFill>
            </a:endParaRPr>
          </a:p>
        </p:txBody>
      </p:sp>
      <p:sp>
        <p:nvSpPr>
          <p:cNvPr id="235557" name="Text Box 37"/>
          <p:cNvSpPr txBox="1">
            <a:spLocks noChangeArrowheads="1"/>
          </p:cNvSpPr>
          <p:nvPr/>
        </p:nvSpPr>
        <p:spPr bwMode="auto">
          <a:xfrm>
            <a:off x="6400800" y="29860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[393]</a:t>
            </a:r>
            <a:endParaRPr lang="en-GB" altLang="x-none"/>
          </a:p>
        </p:txBody>
      </p:sp>
      <p:sp>
        <p:nvSpPr>
          <p:cNvPr id="235558" name="Text Box 38"/>
          <p:cNvSpPr txBox="1">
            <a:spLocks noChangeArrowheads="1"/>
          </p:cNvSpPr>
          <p:nvPr/>
        </p:nvSpPr>
        <p:spPr bwMode="auto">
          <a:xfrm>
            <a:off x="8686800" y="2971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[449]</a:t>
            </a:r>
            <a:endParaRPr lang="en-GB" altLang="x-none"/>
          </a:p>
        </p:txBody>
      </p:sp>
      <p:sp>
        <p:nvSpPr>
          <p:cNvPr id="235559" name="Text Box 39"/>
          <p:cNvSpPr txBox="1">
            <a:spLocks noChangeArrowheads="1"/>
          </p:cNvSpPr>
          <p:nvPr/>
        </p:nvSpPr>
        <p:spPr bwMode="auto">
          <a:xfrm>
            <a:off x="2971800" y="31242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[447]</a:t>
            </a:r>
            <a:endParaRPr lang="en-GB" altLang="x-none"/>
          </a:p>
        </p:txBody>
      </p:sp>
      <p:sp>
        <p:nvSpPr>
          <p:cNvPr id="235560" name="Text Box 40"/>
          <p:cNvSpPr txBox="1">
            <a:spLocks noChangeArrowheads="1"/>
          </p:cNvSpPr>
          <p:nvPr/>
        </p:nvSpPr>
        <p:spPr bwMode="auto">
          <a:xfrm>
            <a:off x="7162800" y="39004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[417]</a:t>
            </a:r>
            <a:endParaRPr lang="en-GB" altLang="x-none"/>
          </a:p>
        </p:txBody>
      </p:sp>
      <p:sp>
        <p:nvSpPr>
          <p:cNvPr id="235561" name="Text Box 41"/>
          <p:cNvSpPr txBox="1">
            <a:spLocks noChangeArrowheads="1"/>
          </p:cNvSpPr>
          <p:nvPr/>
        </p:nvSpPr>
        <p:spPr bwMode="auto">
          <a:xfrm>
            <a:off x="4343400" y="39766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[413]</a:t>
            </a:r>
            <a:endParaRPr lang="en-GB" altLang="x-none"/>
          </a:p>
        </p:txBody>
      </p:sp>
      <p:grpSp>
        <p:nvGrpSpPr>
          <p:cNvPr id="235574" name="Group 54"/>
          <p:cNvGrpSpPr>
            <a:grpSpLocks/>
          </p:cNvGrpSpPr>
          <p:nvPr/>
        </p:nvGrpSpPr>
        <p:grpSpPr bwMode="auto">
          <a:xfrm>
            <a:off x="4267200" y="4800600"/>
            <a:ext cx="457200" cy="457200"/>
            <a:chOff x="1344" y="1248"/>
            <a:chExt cx="288" cy="288"/>
          </a:xfrm>
        </p:grpSpPr>
        <p:sp>
          <p:nvSpPr>
            <p:cNvPr id="235575" name="Oval 55"/>
            <p:cNvSpPr>
              <a:spLocks noChangeArrowheads="1"/>
            </p:cNvSpPr>
            <p:nvPr/>
          </p:nvSpPr>
          <p:spPr bwMode="auto">
            <a:xfrm>
              <a:off x="1344" y="1248"/>
              <a:ext cx="288" cy="28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576" name="Text Box 56"/>
            <p:cNvSpPr txBox="1">
              <a:spLocks noChangeArrowheads="1"/>
            </p:cNvSpPr>
            <p:nvPr/>
          </p:nvSpPr>
          <p:spPr bwMode="auto">
            <a:xfrm>
              <a:off x="1392" y="1296"/>
              <a:ext cx="192" cy="23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H</a:t>
              </a:r>
              <a:endParaRPr lang="en-GB" altLang="x-none"/>
            </a:p>
          </p:txBody>
        </p:sp>
      </p:grpSp>
      <p:sp>
        <p:nvSpPr>
          <p:cNvPr id="235577" name="Line 57"/>
          <p:cNvSpPr>
            <a:spLocks noChangeShapeType="1"/>
          </p:cNvSpPr>
          <p:nvPr/>
        </p:nvSpPr>
        <p:spPr bwMode="auto">
          <a:xfrm flipH="1">
            <a:off x="4572000" y="4343401"/>
            <a:ext cx="762000" cy="4429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5578" name="Text Box 58"/>
          <p:cNvSpPr txBox="1">
            <a:spLocks noChangeArrowheads="1"/>
          </p:cNvSpPr>
          <p:nvPr/>
        </p:nvSpPr>
        <p:spPr bwMode="auto">
          <a:xfrm>
            <a:off x="4953000" y="4481513"/>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97</a:t>
            </a:r>
            <a:endParaRPr lang="en-GB" altLang="x-none" b="1">
              <a:solidFill>
                <a:schemeClr val="hlink"/>
              </a:solidFill>
            </a:endParaRPr>
          </a:p>
        </p:txBody>
      </p:sp>
      <p:sp>
        <p:nvSpPr>
          <p:cNvPr id="235579" name="Text Box 59"/>
          <p:cNvSpPr txBox="1">
            <a:spLocks noChangeArrowheads="1"/>
          </p:cNvSpPr>
          <p:nvPr/>
        </p:nvSpPr>
        <p:spPr bwMode="auto">
          <a:xfrm>
            <a:off x="3581400" y="4862513"/>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[455]</a:t>
            </a:r>
            <a:endParaRPr lang="en-GB" altLang="x-none"/>
          </a:p>
        </p:txBody>
      </p:sp>
    </p:spTree>
    <p:extLst>
      <p:ext uri="{BB962C8B-B14F-4D97-AF65-F5344CB8AC3E}">
        <p14:creationId xmlns:p14="http://schemas.microsoft.com/office/powerpoint/2010/main" val="1042064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Grp="1" noChangeArrowheads="1"/>
          </p:cNvSpPr>
          <p:nvPr>
            <p:ph type="title"/>
          </p:nvPr>
        </p:nvSpPr>
        <p:spPr/>
        <p:txBody>
          <a:bodyPr/>
          <a:lstStyle/>
          <a:p>
            <a:r>
              <a:rPr lang="en-US" altLang="x-none"/>
              <a:t>A* Search: Tree Search</a:t>
            </a:r>
            <a:endParaRPr lang="en-GB" altLang="x-none"/>
          </a:p>
        </p:txBody>
      </p:sp>
      <p:sp>
        <p:nvSpPr>
          <p:cNvPr id="49" name="Slide Number Placeholder 6"/>
          <p:cNvSpPr>
            <a:spLocks noGrp="1"/>
          </p:cNvSpPr>
          <p:nvPr>
            <p:ph type="sldNum" sz="quarter" idx="12"/>
          </p:nvPr>
        </p:nvSpPr>
        <p:spPr/>
        <p:txBody>
          <a:bodyPr/>
          <a:lstStyle/>
          <a:p>
            <a:fld id="{487CCEAE-D0CA-4ED8-A4D6-3AC8A8A2FF7D}" type="slidenum">
              <a:rPr lang="en-GB" altLang="x-none" smtClean="0"/>
              <a:pPr/>
              <a:t>33</a:t>
            </a:fld>
            <a:endParaRPr lang="en-GB" altLang="x-none"/>
          </a:p>
        </p:txBody>
      </p:sp>
      <p:grpSp>
        <p:nvGrpSpPr>
          <p:cNvPr id="236547" name="Group 3"/>
          <p:cNvGrpSpPr>
            <a:grpSpLocks/>
          </p:cNvGrpSpPr>
          <p:nvPr/>
        </p:nvGrpSpPr>
        <p:grpSpPr bwMode="auto">
          <a:xfrm>
            <a:off x="5867400" y="1843088"/>
            <a:ext cx="457200" cy="457200"/>
            <a:chOff x="1344" y="1248"/>
            <a:chExt cx="288" cy="288"/>
          </a:xfrm>
        </p:grpSpPr>
        <p:sp>
          <p:nvSpPr>
            <p:cNvPr id="236548" name="Oval 4"/>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6549" name="Text Box 5"/>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236550" name="Group 6"/>
          <p:cNvGrpSpPr>
            <a:grpSpLocks/>
          </p:cNvGrpSpPr>
          <p:nvPr/>
        </p:nvGrpSpPr>
        <p:grpSpPr bwMode="auto">
          <a:xfrm>
            <a:off x="8229600" y="2971800"/>
            <a:ext cx="457200" cy="457200"/>
            <a:chOff x="1344" y="1248"/>
            <a:chExt cx="288" cy="288"/>
          </a:xfrm>
        </p:grpSpPr>
        <p:sp>
          <p:nvSpPr>
            <p:cNvPr id="236551" name="Oval 7"/>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6552" name="Text Box 8"/>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236553" name="Group 9"/>
          <p:cNvGrpSpPr>
            <a:grpSpLocks/>
          </p:cNvGrpSpPr>
          <p:nvPr/>
        </p:nvGrpSpPr>
        <p:grpSpPr bwMode="auto">
          <a:xfrm>
            <a:off x="3733800" y="3048000"/>
            <a:ext cx="457200" cy="457200"/>
            <a:chOff x="1344" y="1248"/>
            <a:chExt cx="288" cy="288"/>
          </a:xfrm>
        </p:grpSpPr>
        <p:sp>
          <p:nvSpPr>
            <p:cNvPr id="236554" name="Oval 10"/>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6555" name="Text Box 11"/>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236556" name="Group 12"/>
          <p:cNvGrpSpPr>
            <a:grpSpLocks/>
          </p:cNvGrpSpPr>
          <p:nvPr/>
        </p:nvGrpSpPr>
        <p:grpSpPr bwMode="auto">
          <a:xfrm>
            <a:off x="5943600" y="2986088"/>
            <a:ext cx="457200" cy="457200"/>
            <a:chOff x="1344" y="1248"/>
            <a:chExt cx="288" cy="288"/>
          </a:xfrm>
        </p:grpSpPr>
        <p:sp>
          <p:nvSpPr>
            <p:cNvPr id="236557" name="Oval 13"/>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6558" name="Text Box 14"/>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grpSp>
        <p:nvGrpSpPr>
          <p:cNvPr id="236559" name="Group 15"/>
          <p:cNvGrpSpPr>
            <a:grpSpLocks/>
          </p:cNvGrpSpPr>
          <p:nvPr/>
        </p:nvGrpSpPr>
        <p:grpSpPr bwMode="auto">
          <a:xfrm>
            <a:off x="6629400" y="3900488"/>
            <a:ext cx="457200" cy="457200"/>
            <a:chOff x="1344" y="1248"/>
            <a:chExt cx="288" cy="288"/>
          </a:xfrm>
        </p:grpSpPr>
        <p:sp>
          <p:nvSpPr>
            <p:cNvPr id="236560" name="Oval 16"/>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6561" name="Text Box 17"/>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F</a:t>
              </a:r>
              <a:endParaRPr lang="en-GB" altLang="x-none"/>
            </a:p>
          </p:txBody>
        </p:sp>
      </p:grpSp>
      <p:sp>
        <p:nvSpPr>
          <p:cNvPr id="236562" name="Line 18"/>
          <p:cNvSpPr>
            <a:spLocks noChangeShapeType="1"/>
          </p:cNvSpPr>
          <p:nvPr/>
        </p:nvSpPr>
        <p:spPr bwMode="auto">
          <a:xfrm>
            <a:off x="6172200" y="3443288"/>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6563" name="Text Box 19"/>
          <p:cNvSpPr txBox="1">
            <a:spLocks noChangeArrowheads="1"/>
          </p:cNvSpPr>
          <p:nvPr/>
        </p:nvSpPr>
        <p:spPr bwMode="auto">
          <a:xfrm>
            <a:off x="6400800" y="33670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99</a:t>
            </a:r>
            <a:endParaRPr lang="en-GB" altLang="x-none" b="1">
              <a:solidFill>
                <a:schemeClr val="hlink"/>
              </a:solidFill>
            </a:endParaRPr>
          </a:p>
        </p:txBody>
      </p:sp>
      <p:grpSp>
        <p:nvGrpSpPr>
          <p:cNvPr id="236564" name="Group 20"/>
          <p:cNvGrpSpPr>
            <a:grpSpLocks/>
          </p:cNvGrpSpPr>
          <p:nvPr/>
        </p:nvGrpSpPr>
        <p:grpSpPr bwMode="auto">
          <a:xfrm>
            <a:off x="5105400" y="3900488"/>
            <a:ext cx="457200" cy="457200"/>
            <a:chOff x="1344" y="1248"/>
            <a:chExt cx="288" cy="288"/>
          </a:xfrm>
        </p:grpSpPr>
        <p:sp>
          <p:nvSpPr>
            <p:cNvPr id="236565" name="Oval 21"/>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6566" name="Text Box 22"/>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G</a:t>
              </a:r>
              <a:endParaRPr lang="en-GB" altLang="x-none"/>
            </a:p>
          </p:txBody>
        </p:sp>
      </p:grpSp>
      <p:grpSp>
        <p:nvGrpSpPr>
          <p:cNvPr id="236567" name="Group 23"/>
          <p:cNvGrpSpPr>
            <a:grpSpLocks/>
          </p:cNvGrpSpPr>
          <p:nvPr/>
        </p:nvGrpSpPr>
        <p:grpSpPr bwMode="auto">
          <a:xfrm>
            <a:off x="4267200" y="4814888"/>
            <a:ext cx="457200" cy="457200"/>
            <a:chOff x="1344" y="1248"/>
            <a:chExt cx="288" cy="288"/>
          </a:xfrm>
        </p:grpSpPr>
        <p:sp>
          <p:nvSpPr>
            <p:cNvPr id="236568" name="Oval 24"/>
            <p:cNvSpPr>
              <a:spLocks noChangeArrowheads="1"/>
            </p:cNvSpPr>
            <p:nvPr/>
          </p:nvSpPr>
          <p:spPr bwMode="auto">
            <a:xfrm>
              <a:off x="1344" y="1248"/>
              <a:ext cx="288" cy="28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6569" name="Text Box 25"/>
            <p:cNvSpPr txBox="1">
              <a:spLocks noChangeArrowheads="1"/>
            </p:cNvSpPr>
            <p:nvPr/>
          </p:nvSpPr>
          <p:spPr bwMode="auto">
            <a:xfrm>
              <a:off x="1392" y="1296"/>
              <a:ext cx="192" cy="23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H</a:t>
              </a:r>
              <a:endParaRPr lang="en-GB" altLang="x-none"/>
            </a:p>
          </p:txBody>
        </p:sp>
      </p:grpSp>
      <p:sp>
        <p:nvSpPr>
          <p:cNvPr id="236570" name="Line 26"/>
          <p:cNvSpPr>
            <a:spLocks noChangeShapeType="1"/>
          </p:cNvSpPr>
          <p:nvPr/>
        </p:nvSpPr>
        <p:spPr bwMode="auto">
          <a:xfrm flipH="1">
            <a:off x="5257800" y="3443288"/>
            <a:ext cx="914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6571" name="Line 27"/>
          <p:cNvSpPr>
            <a:spLocks noChangeShapeType="1"/>
          </p:cNvSpPr>
          <p:nvPr/>
        </p:nvSpPr>
        <p:spPr bwMode="auto">
          <a:xfrm flipH="1">
            <a:off x="4572000" y="4357688"/>
            <a:ext cx="762000" cy="442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6572" name="Text Box 28"/>
          <p:cNvSpPr txBox="1">
            <a:spLocks noChangeArrowheads="1"/>
          </p:cNvSpPr>
          <p:nvPr/>
        </p:nvSpPr>
        <p:spPr bwMode="auto">
          <a:xfrm>
            <a:off x="5334000" y="33670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80</a:t>
            </a:r>
            <a:endParaRPr lang="en-GB" altLang="x-none" b="1">
              <a:solidFill>
                <a:schemeClr val="hlink"/>
              </a:solidFill>
            </a:endParaRPr>
          </a:p>
        </p:txBody>
      </p:sp>
      <p:sp>
        <p:nvSpPr>
          <p:cNvPr id="236573" name="Line 29"/>
          <p:cNvSpPr>
            <a:spLocks noChangeShapeType="1"/>
          </p:cNvSpPr>
          <p:nvPr/>
        </p:nvSpPr>
        <p:spPr bwMode="auto">
          <a:xfrm>
            <a:off x="6096000" y="2300288"/>
            <a:ext cx="2362200" cy="671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6574" name="Line 30"/>
          <p:cNvSpPr>
            <a:spLocks noChangeShapeType="1"/>
          </p:cNvSpPr>
          <p:nvPr/>
        </p:nvSpPr>
        <p:spPr bwMode="auto">
          <a:xfrm>
            <a:off x="6096000" y="2300288"/>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6575" name="Line 31"/>
          <p:cNvSpPr>
            <a:spLocks noChangeShapeType="1"/>
          </p:cNvSpPr>
          <p:nvPr/>
        </p:nvSpPr>
        <p:spPr bwMode="auto">
          <a:xfrm flipH="1">
            <a:off x="3962400" y="2300288"/>
            <a:ext cx="2133600" cy="747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6576" name="Text Box 32"/>
          <p:cNvSpPr txBox="1">
            <a:spLocks noChangeArrowheads="1"/>
          </p:cNvSpPr>
          <p:nvPr/>
        </p:nvSpPr>
        <p:spPr bwMode="auto">
          <a:xfrm>
            <a:off x="64008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t>Start</a:t>
            </a:r>
            <a:endParaRPr lang="en-GB" altLang="x-none" b="1"/>
          </a:p>
        </p:txBody>
      </p:sp>
      <p:sp>
        <p:nvSpPr>
          <p:cNvPr id="236577" name="Text Box 33"/>
          <p:cNvSpPr txBox="1">
            <a:spLocks noChangeArrowheads="1"/>
          </p:cNvSpPr>
          <p:nvPr/>
        </p:nvSpPr>
        <p:spPr bwMode="auto">
          <a:xfrm>
            <a:off x="4953000" y="44958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97</a:t>
            </a:r>
            <a:endParaRPr lang="en-GB" altLang="x-none" b="1">
              <a:solidFill>
                <a:schemeClr val="hlink"/>
              </a:solidFill>
            </a:endParaRPr>
          </a:p>
        </p:txBody>
      </p:sp>
      <p:sp>
        <p:nvSpPr>
          <p:cNvPr id="236578" name="Text Box 34"/>
          <p:cNvSpPr txBox="1">
            <a:spLocks noChangeArrowheads="1"/>
          </p:cNvSpPr>
          <p:nvPr/>
        </p:nvSpPr>
        <p:spPr bwMode="auto">
          <a:xfrm>
            <a:off x="7315200" y="23002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75</a:t>
            </a:r>
            <a:endParaRPr lang="en-GB" altLang="x-none" b="1">
              <a:solidFill>
                <a:schemeClr val="hlink"/>
              </a:solidFill>
            </a:endParaRPr>
          </a:p>
        </p:txBody>
      </p:sp>
      <p:sp>
        <p:nvSpPr>
          <p:cNvPr id="236579" name="Text Box 35"/>
          <p:cNvSpPr txBox="1">
            <a:spLocks noChangeArrowheads="1"/>
          </p:cNvSpPr>
          <p:nvPr/>
        </p:nvSpPr>
        <p:spPr bwMode="auto">
          <a:xfrm>
            <a:off x="4343400" y="2300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118</a:t>
            </a:r>
            <a:endParaRPr lang="en-GB" altLang="x-none" b="1">
              <a:solidFill>
                <a:schemeClr val="hlink"/>
              </a:solidFill>
            </a:endParaRPr>
          </a:p>
        </p:txBody>
      </p:sp>
      <p:sp>
        <p:nvSpPr>
          <p:cNvPr id="236580" name="Text Box 36"/>
          <p:cNvSpPr txBox="1">
            <a:spLocks noChangeArrowheads="1"/>
          </p:cNvSpPr>
          <p:nvPr/>
        </p:nvSpPr>
        <p:spPr bwMode="auto">
          <a:xfrm>
            <a:off x="6096000" y="2543176"/>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140</a:t>
            </a:r>
            <a:endParaRPr lang="en-GB" altLang="x-none" b="1">
              <a:solidFill>
                <a:schemeClr val="hlink"/>
              </a:solidFill>
            </a:endParaRPr>
          </a:p>
        </p:txBody>
      </p:sp>
      <p:sp>
        <p:nvSpPr>
          <p:cNvPr id="236581" name="Text Box 37"/>
          <p:cNvSpPr txBox="1">
            <a:spLocks noChangeArrowheads="1"/>
          </p:cNvSpPr>
          <p:nvPr/>
        </p:nvSpPr>
        <p:spPr bwMode="auto">
          <a:xfrm>
            <a:off x="6400800" y="29860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[393]</a:t>
            </a:r>
            <a:endParaRPr lang="en-GB" altLang="x-none"/>
          </a:p>
        </p:txBody>
      </p:sp>
      <p:sp>
        <p:nvSpPr>
          <p:cNvPr id="236582" name="Text Box 38"/>
          <p:cNvSpPr txBox="1">
            <a:spLocks noChangeArrowheads="1"/>
          </p:cNvSpPr>
          <p:nvPr/>
        </p:nvSpPr>
        <p:spPr bwMode="auto">
          <a:xfrm>
            <a:off x="8686800" y="2971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[449]</a:t>
            </a:r>
            <a:endParaRPr lang="en-GB" altLang="x-none"/>
          </a:p>
        </p:txBody>
      </p:sp>
      <p:sp>
        <p:nvSpPr>
          <p:cNvPr id="236583" name="Text Box 39"/>
          <p:cNvSpPr txBox="1">
            <a:spLocks noChangeArrowheads="1"/>
          </p:cNvSpPr>
          <p:nvPr/>
        </p:nvSpPr>
        <p:spPr bwMode="auto">
          <a:xfrm>
            <a:off x="2971800" y="31242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[447]</a:t>
            </a:r>
            <a:endParaRPr lang="en-GB" altLang="x-none"/>
          </a:p>
        </p:txBody>
      </p:sp>
      <p:sp>
        <p:nvSpPr>
          <p:cNvPr id="236584" name="Text Box 40"/>
          <p:cNvSpPr txBox="1">
            <a:spLocks noChangeArrowheads="1"/>
          </p:cNvSpPr>
          <p:nvPr/>
        </p:nvSpPr>
        <p:spPr bwMode="auto">
          <a:xfrm>
            <a:off x="7162800" y="39004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[417]</a:t>
            </a:r>
            <a:endParaRPr lang="en-GB" altLang="x-none"/>
          </a:p>
        </p:txBody>
      </p:sp>
      <p:sp>
        <p:nvSpPr>
          <p:cNvPr id="236585" name="Text Box 41"/>
          <p:cNvSpPr txBox="1">
            <a:spLocks noChangeArrowheads="1"/>
          </p:cNvSpPr>
          <p:nvPr/>
        </p:nvSpPr>
        <p:spPr bwMode="auto">
          <a:xfrm>
            <a:off x="4343400" y="39766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[413]</a:t>
            </a:r>
            <a:endParaRPr lang="en-GB" altLang="x-none"/>
          </a:p>
        </p:txBody>
      </p:sp>
      <p:sp>
        <p:nvSpPr>
          <p:cNvPr id="236586" name="Text Box 42"/>
          <p:cNvSpPr txBox="1">
            <a:spLocks noChangeArrowheads="1"/>
          </p:cNvSpPr>
          <p:nvPr/>
        </p:nvSpPr>
        <p:spPr bwMode="auto">
          <a:xfrm>
            <a:off x="3581400" y="4876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[455]</a:t>
            </a:r>
            <a:endParaRPr lang="en-GB" altLang="x-none"/>
          </a:p>
        </p:txBody>
      </p:sp>
      <p:sp>
        <p:nvSpPr>
          <p:cNvPr id="236587" name="Text Box 43"/>
          <p:cNvSpPr txBox="1">
            <a:spLocks noChangeArrowheads="1"/>
          </p:cNvSpPr>
          <p:nvPr/>
        </p:nvSpPr>
        <p:spPr bwMode="auto">
          <a:xfrm>
            <a:off x="6629400" y="4876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t>Goal</a:t>
            </a:r>
            <a:endParaRPr lang="en-GB" altLang="x-none" b="1"/>
          </a:p>
        </p:txBody>
      </p:sp>
      <p:grpSp>
        <p:nvGrpSpPr>
          <p:cNvPr id="236588" name="Group 44"/>
          <p:cNvGrpSpPr>
            <a:grpSpLocks/>
          </p:cNvGrpSpPr>
          <p:nvPr/>
        </p:nvGrpSpPr>
        <p:grpSpPr bwMode="auto">
          <a:xfrm>
            <a:off x="7315200" y="4800600"/>
            <a:ext cx="457200" cy="457200"/>
            <a:chOff x="1344" y="1248"/>
            <a:chExt cx="288" cy="288"/>
          </a:xfrm>
        </p:grpSpPr>
        <p:sp>
          <p:nvSpPr>
            <p:cNvPr id="236589" name="Oval 45"/>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6590" name="Text Box 46"/>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I</a:t>
              </a:r>
              <a:endParaRPr lang="en-GB" altLang="x-none"/>
            </a:p>
          </p:txBody>
        </p:sp>
      </p:grpSp>
      <p:sp>
        <p:nvSpPr>
          <p:cNvPr id="236591" name="Line 47"/>
          <p:cNvSpPr>
            <a:spLocks noChangeShapeType="1"/>
          </p:cNvSpPr>
          <p:nvPr/>
        </p:nvSpPr>
        <p:spPr bwMode="auto">
          <a:xfrm>
            <a:off x="6934200" y="4343400"/>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6592" name="Text Box 48"/>
          <p:cNvSpPr txBox="1">
            <a:spLocks noChangeArrowheads="1"/>
          </p:cNvSpPr>
          <p:nvPr/>
        </p:nvSpPr>
        <p:spPr bwMode="auto">
          <a:xfrm>
            <a:off x="7772400" y="4876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[450]</a:t>
            </a:r>
            <a:endParaRPr lang="en-GB" altLang="x-none"/>
          </a:p>
        </p:txBody>
      </p:sp>
      <p:sp>
        <p:nvSpPr>
          <p:cNvPr id="52" name="Text Box 27"/>
          <p:cNvSpPr txBox="1">
            <a:spLocks noChangeArrowheads="1"/>
          </p:cNvSpPr>
          <p:nvPr/>
        </p:nvSpPr>
        <p:spPr bwMode="auto">
          <a:xfrm>
            <a:off x="7391400" y="44196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dirty="0">
                <a:solidFill>
                  <a:schemeClr val="hlink"/>
                </a:solidFill>
              </a:rPr>
              <a:t>211</a:t>
            </a:r>
            <a:endParaRPr lang="en-GB" altLang="x-none" b="1" dirty="0">
              <a:solidFill>
                <a:schemeClr val="hlink"/>
              </a:solidFill>
            </a:endParaRPr>
          </a:p>
        </p:txBody>
      </p:sp>
    </p:spTree>
    <p:extLst>
      <p:ext uri="{BB962C8B-B14F-4D97-AF65-F5344CB8AC3E}">
        <p14:creationId xmlns:p14="http://schemas.microsoft.com/office/powerpoint/2010/main" val="31563466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title"/>
          </p:nvPr>
        </p:nvSpPr>
        <p:spPr/>
        <p:txBody>
          <a:bodyPr/>
          <a:lstStyle/>
          <a:p>
            <a:r>
              <a:rPr lang="en-US" altLang="x-none"/>
              <a:t>A* Search: Tree Search</a:t>
            </a:r>
            <a:endParaRPr lang="en-GB" altLang="x-none"/>
          </a:p>
        </p:txBody>
      </p:sp>
      <p:sp>
        <p:nvSpPr>
          <p:cNvPr id="54" name="Slide Number Placeholder 6"/>
          <p:cNvSpPr>
            <a:spLocks noGrp="1"/>
          </p:cNvSpPr>
          <p:nvPr>
            <p:ph type="sldNum" sz="quarter" idx="12"/>
          </p:nvPr>
        </p:nvSpPr>
        <p:spPr/>
        <p:txBody>
          <a:bodyPr/>
          <a:lstStyle/>
          <a:p>
            <a:fld id="{E989E17C-25A9-4371-992D-906DEFDC5944}" type="slidenum">
              <a:rPr lang="en-GB" altLang="x-none" smtClean="0"/>
              <a:pPr/>
              <a:t>34</a:t>
            </a:fld>
            <a:endParaRPr lang="en-GB" altLang="x-none"/>
          </a:p>
        </p:txBody>
      </p:sp>
      <p:grpSp>
        <p:nvGrpSpPr>
          <p:cNvPr id="240643" name="Group 3"/>
          <p:cNvGrpSpPr>
            <a:grpSpLocks/>
          </p:cNvGrpSpPr>
          <p:nvPr/>
        </p:nvGrpSpPr>
        <p:grpSpPr bwMode="auto">
          <a:xfrm>
            <a:off x="5867400" y="1843088"/>
            <a:ext cx="457200" cy="457200"/>
            <a:chOff x="1344" y="1248"/>
            <a:chExt cx="288" cy="288"/>
          </a:xfrm>
        </p:grpSpPr>
        <p:sp>
          <p:nvSpPr>
            <p:cNvPr id="240644" name="Oval 4"/>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45" name="Text Box 5"/>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240646" name="Group 6"/>
          <p:cNvGrpSpPr>
            <a:grpSpLocks/>
          </p:cNvGrpSpPr>
          <p:nvPr/>
        </p:nvGrpSpPr>
        <p:grpSpPr bwMode="auto">
          <a:xfrm>
            <a:off x="8229600" y="2971800"/>
            <a:ext cx="457200" cy="457200"/>
            <a:chOff x="1344" y="1248"/>
            <a:chExt cx="288" cy="288"/>
          </a:xfrm>
        </p:grpSpPr>
        <p:sp>
          <p:nvSpPr>
            <p:cNvPr id="240647" name="Oval 7"/>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48" name="Text Box 8"/>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240649" name="Group 9"/>
          <p:cNvGrpSpPr>
            <a:grpSpLocks/>
          </p:cNvGrpSpPr>
          <p:nvPr/>
        </p:nvGrpSpPr>
        <p:grpSpPr bwMode="auto">
          <a:xfrm>
            <a:off x="3733800" y="3048000"/>
            <a:ext cx="457200" cy="457200"/>
            <a:chOff x="1344" y="1248"/>
            <a:chExt cx="288" cy="288"/>
          </a:xfrm>
        </p:grpSpPr>
        <p:sp>
          <p:nvSpPr>
            <p:cNvPr id="240650" name="Oval 10"/>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51" name="Text Box 11"/>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240652" name="Group 12"/>
          <p:cNvGrpSpPr>
            <a:grpSpLocks/>
          </p:cNvGrpSpPr>
          <p:nvPr/>
        </p:nvGrpSpPr>
        <p:grpSpPr bwMode="auto">
          <a:xfrm>
            <a:off x="5943600" y="2986088"/>
            <a:ext cx="457200" cy="457200"/>
            <a:chOff x="1344" y="1248"/>
            <a:chExt cx="288" cy="288"/>
          </a:xfrm>
        </p:grpSpPr>
        <p:sp>
          <p:nvSpPr>
            <p:cNvPr id="240653" name="Oval 13"/>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54" name="Text Box 14"/>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grpSp>
        <p:nvGrpSpPr>
          <p:cNvPr id="240655" name="Group 15"/>
          <p:cNvGrpSpPr>
            <a:grpSpLocks/>
          </p:cNvGrpSpPr>
          <p:nvPr/>
        </p:nvGrpSpPr>
        <p:grpSpPr bwMode="auto">
          <a:xfrm>
            <a:off x="6629400" y="3900488"/>
            <a:ext cx="457200" cy="457200"/>
            <a:chOff x="1344" y="1248"/>
            <a:chExt cx="288" cy="288"/>
          </a:xfrm>
        </p:grpSpPr>
        <p:sp>
          <p:nvSpPr>
            <p:cNvPr id="240656" name="Oval 16"/>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57" name="Text Box 17"/>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F</a:t>
              </a:r>
              <a:endParaRPr lang="en-GB" altLang="x-none"/>
            </a:p>
          </p:txBody>
        </p:sp>
      </p:grpSp>
      <p:sp>
        <p:nvSpPr>
          <p:cNvPr id="240658" name="Line 18"/>
          <p:cNvSpPr>
            <a:spLocks noChangeShapeType="1"/>
          </p:cNvSpPr>
          <p:nvPr/>
        </p:nvSpPr>
        <p:spPr bwMode="auto">
          <a:xfrm>
            <a:off x="6172200" y="3443288"/>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0659" name="Text Box 19"/>
          <p:cNvSpPr txBox="1">
            <a:spLocks noChangeArrowheads="1"/>
          </p:cNvSpPr>
          <p:nvPr/>
        </p:nvSpPr>
        <p:spPr bwMode="auto">
          <a:xfrm>
            <a:off x="6400800" y="33670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99</a:t>
            </a:r>
            <a:endParaRPr lang="en-GB" altLang="x-none" b="1">
              <a:solidFill>
                <a:schemeClr val="hlink"/>
              </a:solidFill>
            </a:endParaRPr>
          </a:p>
        </p:txBody>
      </p:sp>
      <p:grpSp>
        <p:nvGrpSpPr>
          <p:cNvPr id="240660" name="Group 20"/>
          <p:cNvGrpSpPr>
            <a:grpSpLocks/>
          </p:cNvGrpSpPr>
          <p:nvPr/>
        </p:nvGrpSpPr>
        <p:grpSpPr bwMode="auto">
          <a:xfrm>
            <a:off x="5105400" y="3900488"/>
            <a:ext cx="457200" cy="457200"/>
            <a:chOff x="1344" y="1248"/>
            <a:chExt cx="288" cy="288"/>
          </a:xfrm>
        </p:grpSpPr>
        <p:sp>
          <p:nvSpPr>
            <p:cNvPr id="240661" name="Oval 21"/>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62" name="Text Box 22"/>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G</a:t>
              </a:r>
              <a:endParaRPr lang="en-GB" altLang="x-none"/>
            </a:p>
          </p:txBody>
        </p:sp>
      </p:grpSp>
      <p:grpSp>
        <p:nvGrpSpPr>
          <p:cNvPr id="240663" name="Group 23"/>
          <p:cNvGrpSpPr>
            <a:grpSpLocks/>
          </p:cNvGrpSpPr>
          <p:nvPr/>
        </p:nvGrpSpPr>
        <p:grpSpPr bwMode="auto">
          <a:xfrm>
            <a:off x="4267200" y="4814888"/>
            <a:ext cx="457200" cy="457200"/>
            <a:chOff x="1344" y="1248"/>
            <a:chExt cx="288" cy="288"/>
          </a:xfrm>
        </p:grpSpPr>
        <p:sp>
          <p:nvSpPr>
            <p:cNvPr id="240664" name="Oval 24"/>
            <p:cNvSpPr>
              <a:spLocks noChangeArrowheads="1"/>
            </p:cNvSpPr>
            <p:nvPr/>
          </p:nvSpPr>
          <p:spPr bwMode="auto">
            <a:xfrm>
              <a:off x="1344" y="1248"/>
              <a:ext cx="288" cy="28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65" name="Text Box 25"/>
            <p:cNvSpPr txBox="1">
              <a:spLocks noChangeArrowheads="1"/>
            </p:cNvSpPr>
            <p:nvPr/>
          </p:nvSpPr>
          <p:spPr bwMode="auto">
            <a:xfrm>
              <a:off x="1392" y="1296"/>
              <a:ext cx="192" cy="23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H</a:t>
              </a:r>
              <a:endParaRPr lang="en-GB" altLang="x-none"/>
            </a:p>
          </p:txBody>
        </p:sp>
      </p:grpSp>
      <p:sp>
        <p:nvSpPr>
          <p:cNvPr id="240666" name="Line 26"/>
          <p:cNvSpPr>
            <a:spLocks noChangeShapeType="1"/>
          </p:cNvSpPr>
          <p:nvPr/>
        </p:nvSpPr>
        <p:spPr bwMode="auto">
          <a:xfrm flipH="1">
            <a:off x="5257800" y="3443288"/>
            <a:ext cx="914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0667" name="Line 27"/>
          <p:cNvSpPr>
            <a:spLocks noChangeShapeType="1"/>
          </p:cNvSpPr>
          <p:nvPr/>
        </p:nvSpPr>
        <p:spPr bwMode="auto">
          <a:xfrm flipH="1">
            <a:off x="4572000" y="4357688"/>
            <a:ext cx="762000" cy="442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0668" name="Text Box 28"/>
          <p:cNvSpPr txBox="1">
            <a:spLocks noChangeArrowheads="1"/>
          </p:cNvSpPr>
          <p:nvPr/>
        </p:nvSpPr>
        <p:spPr bwMode="auto">
          <a:xfrm>
            <a:off x="5334000" y="33670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80</a:t>
            </a:r>
            <a:endParaRPr lang="en-GB" altLang="x-none" b="1">
              <a:solidFill>
                <a:schemeClr val="hlink"/>
              </a:solidFill>
            </a:endParaRPr>
          </a:p>
        </p:txBody>
      </p:sp>
      <p:sp>
        <p:nvSpPr>
          <p:cNvPr id="240669" name="Line 29"/>
          <p:cNvSpPr>
            <a:spLocks noChangeShapeType="1"/>
          </p:cNvSpPr>
          <p:nvPr/>
        </p:nvSpPr>
        <p:spPr bwMode="auto">
          <a:xfrm>
            <a:off x="6096000" y="2300288"/>
            <a:ext cx="2362200" cy="671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0670" name="Line 30"/>
          <p:cNvSpPr>
            <a:spLocks noChangeShapeType="1"/>
          </p:cNvSpPr>
          <p:nvPr/>
        </p:nvSpPr>
        <p:spPr bwMode="auto">
          <a:xfrm>
            <a:off x="6096000" y="2300288"/>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0671" name="Line 31"/>
          <p:cNvSpPr>
            <a:spLocks noChangeShapeType="1"/>
          </p:cNvSpPr>
          <p:nvPr/>
        </p:nvSpPr>
        <p:spPr bwMode="auto">
          <a:xfrm flipH="1">
            <a:off x="3962400" y="2300288"/>
            <a:ext cx="2133600" cy="747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0672" name="Text Box 32"/>
          <p:cNvSpPr txBox="1">
            <a:spLocks noChangeArrowheads="1"/>
          </p:cNvSpPr>
          <p:nvPr/>
        </p:nvSpPr>
        <p:spPr bwMode="auto">
          <a:xfrm>
            <a:off x="64008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t>Start</a:t>
            </a:r>
            <a:endParaRPr lang="en-GB" altLang="x-none" b="1"/>
          </a:p>
        </p:txBody>
      </p:sp>
      <p:sp>
        <p:nvSpPr>
          <p:cNvPr id="240673" name="Text Box 33"/>
          <p:cNvSpPr txBox="1">
            <a:spLocks noChangeArrowheads="1"/>
          </p:cNvSpPr>
          <p:nvPr/>
        </p:nvSpPr>
        <p:spPr bwMode="auto">
          <a:xfrm>
            <a:off x="4953000" y="44958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97</a:t>
            </a:r>
            <a:endParaRPr lang="en-GB" altLang="x-none" b="1">
              <a:solidFill>
                <a:schemeClr val="hlink"/>
              </a:solidFill>
            </a:endParaRPr>
          </a:p>
        </p:txBody>
      </p:sp>
      <p:sp>
        <p:nvSpPr>
          <p:cNvPr id="240674" name="Text Box 34"/>
          <p:cNvSpPr txBox="1">
            <a:spLocks noChangeArrowheads="1"/>
          </p:cNvSpPr>
          <p:nvPr/>
        </p:nvSpPr>
        <p:spPr bwMode="auto">
          <a:xfrm>
            <a:off x="7315200" y="23002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75</a:t>
            </a:r>
            <a:endParaRPr lang="en-GB" altLang="x-none" b="1">
              <a:solidFill>
                <a:schemeClr val="hlink"/>
              </a:solidFill>
            </a:endParaRPr>
          </a:p>
        </p:txBody>
      </p:sp>
      <p:sp>
        <p:nvSpPr>
          <p:cNvPr id="240675" name="Text Box 35"/>
          <p:cNvSpPr txBox="1">
            <a:spLocks noChangeArrowheads="1"/>
          </p:cNvSpPr>
          <p:nvPr/>
        </p:nvSpPr>
        <p:spPr bwMode="auto">
          <a:xfrm>
            <a:off x="4343400" y="2300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118</a:t>
            </a:r>
            <a:endParaRPr lang="en-GB" altLang="x-none" b="1">
              <a:solidFill>
                <a:schemeClr val="hlink"/>
              </a:solidFill>
            </a:endParaRPr>
          </a:p>
        </p:txBody>
      </p:sp>
      <p:sp>
        <p:nvSpPr>
          <p:cNvPr id="240676" name="Text Box 36"/>
          <p:cNvSpPr txBox="1">
            <a:spLocks noChangeArrowheads="1"/>
          </p:cNvSpPr>
          <p:nvPr/>
        </p:nvSpPr>
        <p:spPr bwMode="auto">
          <a:xfrm>
            <a:off x="6096000" y="2543176"/>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140</a:t>
            </a:r>
            <a:endParaRPr lang="en-GB" altLang="x-none" b="1">
              <a:solidFill>
                <a:schemeClr val="hlink"/>
              </a:solidFill>
            </a:endParaRPr>
          </a:p>
        </p:txBody>
      </p:sp>
      <p:sp>
        <p:nvSpPr>
          <p:cNvPr id="240677" name="Text Box 37"/>
          <p:cNvSpPr txBox="1">
            <a:spLocks noChangeArrowheads="1"/>
          </p:cNvSpPr>
          <p:nvPr/>
        </p:nvSpPr>
        <p:spPr bwMode="auto">
          <a:xfrm>
            <a:off x="6400800" y="29860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[393]</a:t>
            </a:r>
            <a:endParaRPr lang="en-GB" altLang="x-none"/>
          </a:p>
        </p:txBody>
      </p:sp>
      <p:sp>
        <p:nvSpPr>
          <p:cNvPr id="240678" name="Text Box 38"/>
          <p:cNvSpPr txBox="1">
            <a:spLocks noChangeArrowheads="1"/>
          </p:cNvSpPr>
          <p:nvPr/>
        </p:nvSpPr>
        <p:spPr bwMode="auto">
          <a:xfrm>
            <a:off x="8686800" y="2971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[449]</a:t>
            </a:r>
            <a:endParaRPr lang="en-GB" altLang="x-none"/>
          </a:p>
        </p:txBody>
      </p:sp>
      <p:sp>
        <p:nvSpPr>
          <p:cNvPr id="240679" name="Text Box 39"/>
          <p:cNvSpPr txBox="1">
            <a:spLocks noChangeArrowheads="1"/>
          </p:cNvSpPr>
          <p:nvPr/>
        </p:nvSpPr>
        <p:spPr bwMode="auto">
          <a:xfrm>
            <a:off x="2971800" y="31242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[447]</a:t>
            </a:r>
            <a:endParaRPr lang="en-GB" altLang="x-none"/>
          </a:p>
        </p:txBody>
      </p:sp>
      <p:sp>
        <p:nvSpPr>
          <p:cNvPr id="240680" name="Text Box 40"/>
          <p:cNvSpPr txBox="1">
            <a:spLocks noChangeArrowheads="1"/>
          </p:cNvSpPr>
          <p:nvPr/>
        </p:nvSpPr>
        <p:spPr bwMode="auto">
          <a:xfrm>
            <a:off x="7162800" y="39004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[417]</a:t>
            </a:r>
            <a:endParaRPr lang="en-GB" altLang="x-none"/>
          </a:p>
        </p:txBody>
      </p:sp>
      <p:sp>
        <p:nvSpPr>
          <p:cNvPr id="240681" name="Text Box 41"/>
          <p:cNvSpPr txBox="1">
            <a:spLocks noChangeArrowheads="1"/>
          </p:cNvSpPr>
          <p:nvPr/>
        </p:nvSpPr>
        <p:spPr bwMode="auto">
          <a:xfrm>
            <a:off x="4343400" y="39766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[413]</a:t>
            </a:r>
            <a:endParaRPr lang="en-GB" altLang="x-none"/>
          </a:p>
        </p:txBody>
      </p:sp>
      <p:sp>
        <p:nvSpPr>
          <p:cNvPr id="240682" name="Text Box 42"/>
          <p:cNvSpPr txBox="1">
            <a:spLocks noChangeArrowheads="1"/>
          </p:cNvSpPr>
          <p:nvPr/>
        </p:nvSpPr>
        <p:spPr bwMode="auto">
          <a:xfrm>
            <a:off x="3581400" y="4876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[455]</a:t>
            </a:r>
            <a:endParaRPr lang="en-GB" altLang="x-none"/>
          </a:p>
        </p:txBody>
      </p:sp>
      <p:sp>
        <p:nvSpPr>
          <p:cNvPr id="240683" name="Text Box 43"/>
          <p:cNvSpPr txBox="1">
            <a:spLocks noChangeArrowheads="1"/>
          </p:cNvSpPr>
          <p:nvPr/>
        </p:nvSpPr>
        <p:spPr bwMode="auto">
          <a:xfrm>
            <a:off x="6629400" y="4876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t>Goal</a:t>
            </a:r>
            <a:endParaRPr lang="en-GB" altLang="x-none" b="1"/>
          </a:p>
        </p:txBody>
      </p:sp>
      <p:grpSp>
        <p:nvGrpSpPr>
          <p:cNvPr id="240684" name="Group 44"/>
          <p:cNvGrpSpPr>
            <a:grpSpLocks/>
          </p:cNvGrpSpPr>
          <p:nvPr/>
        </p:nvGrpSpPr>
        <p:grpSpPr bwMode="auto">
          <a:xfrm>
            <a:off x="7315200" y="4800600"/>
            <a:ext cx="457200" cy="457200"/>
            <a:chOff x="1344" y="1248"/>
            <a:chExt cx="288" cy="288"/>
          </a:xfrm>
        </p:grpSpPr>
        <p:sp>
          <p:nvSpPr>
            <p:cNvPr id="240685" name="Oval 45"/>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86" name="Text Box 46"/>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I</a:t>
              </a:r>
              <a:endParaRPr lang="en-GB" altLang="x-none"/>
            </a:p>
          </p:txBody>
        </p:sp>
      </p:grpSp>
      <p:sp>
        <p:nvSpPr>
          <p:cNvPr id="240687" name="Line 47"/>
          <p:cNvSpPr>
            <a:spLocks noChangeShapeType="1"/>
          </p:cNvSpPr>
          <p:nvPr/>
        </p:nvSpPr>
        <p:spPr bwMode="auto">
          <a:xfrm>
            <a:off x="6934200" y="4343400"/>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0688" name="Text Box 48"/>
          <p:cNvSpPr txBox="1">
            <a:spLocks noChangeArrowheads="1"/>
          </p:cNvSpPr>
          <p:nvPr/>
        </p:nvSpPr>
        <p:spPr bwMode="auto">
          <a:xfrm>
            <a:off x="7772400" y="4876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[450]</a:t>
            </a:r>
            <a:endParaRPr lang="en-GB" altLang="x-none"/>
          </a:p>
        </p:txBody>
      </p:sp>
      <p:grpSp>
        <p:nvGrpSpPr>
          <p:cNvPr id="240689" name="Group 49"/>
          <p:cNvGrpSpPr>
            <a:grpSpLocks/>
          </p:cNvGrpSpPr>
          <p:nvPr/>
        </p:nvGrpSpPr>
        <p:grpSpPr bwMode="auto">
          <a:xfrm>
            <a:off x="2895600" y="3962400"/>
            <a:ext cx="457200" cy="457200"/>
            <a:chOff x="1344" y="1248"/>
            <a:chExt cx="288" cy="288"/>
          </a:xfrm>
        </p:grpSpPr>
        <p:sp>
          <p:nvSpPr>
            <p:cNvPr id="240690" name="Oval 50"/>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0691" name="Text Box 51"/>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D</a:t>
              </a:r>
              <a:endParaRPr lang="en-GB" altLang="x-none"/>
            </a:p>
          </p:txBody>
        </p:sp>
      </p:grpSp>
      <p:sp>
        <p:nvSpPr>
          <p:cNvPr id="240692" name="Line 52"/>
          <p:cNvSpPr>
            <a:spLocks noChangeShapeType="1"/>
          </p:cNvSpPr>
          <p:nvPr/>
        </p:nvSpPr>
        <p:spPr bwMode="auto">
          <a:xfrm flipH="1">
            <a:off x="3048000" y="3505200"/>
            <a:ext cx="914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0693" name="Text Box 53"/>
          <p:cNvSpPr txBox="1">
            <a:spLocks noChangeArrowheads="1"/>
          </p:cNvSpPr>
          <p:nvPr/>
        </p:nvSpPr>
        <p:spPr bwMode="auto">
          <a:xfrm>
            <a:off x="2209800" y="39766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[473]</a:t>
            </a:r>
            <a:endParaRPr lang="en-GB" altLang="x-none"/>
          </a:p>
        </p:txBody>
      </p:sp>
      <p:sp>
        <p:nvSpPr>
          <p:cNvPr id="57" name="Text Box 27"/>
          <p:cNvSpPr txBox="1">
            <a:spLocks noChangeArrowheads="1"/>
          </p:cNvSpPr>
          <p:nvPr/>
        </p:nvSpPr>
        <p:spPr bwMode="auto">
          <a:xfrm>
            <a:off x="7391400" y="44196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dirty="0">
                <a:solidFill>
                  <a:schemeClr val="hlink"/>
                </a:solidFill>
              </a:rPr>
              <a:t>211</a:t>
            </a:r>
            <a:endParaRPr lang="en-GB" altLang="x-none" b="1" dirty="0">
              <a:solidFill>
                <a:schemeClr val="hlink"/>
              </a:solidFill>
            </a:endParaRPr>
          </a:p>
        </p:txBody>
      </p:sp>
    </p:spTree>
    <p:extLst>
      <p:ext uri="{BB962C8B-B14F-4D97-AF65-F5344CB8AC3E}">
        <p14:creationId xmlns:p14="http://schemas.microsoft.com/office/powerpoint/2010/main" val="993035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ChangeArrowheads="1"/>
          </p:cNvSpPr>
          <p:nvPr>
            <p:ph type="title"/>
          </p:nvPr>
        </p:nvSpPr>
        <p:spPr/>
        <p:txBody>
          <a:bodyPr/>
          <a:lstStyle/>
          <a:p>
            <a:r>
              <a:rPr lang="en-US" altLang="x-none"/>
              <a:t>A* Search: Tree Search</a:t>
            </a:r>
            <a:endParaRPr lang="en-GB" altLang="x-none"/>
          </a:p>
        </p:txBody>
      </p:sp>
      <p:sp>
        <p:nvSpPr>
          <p:cNvPr id="54" name="Slide Number Placeholder 6"/>
          <p:cNvSpPr>
            <a:spLocks noGrp="1"/>
          </p:cNvSpPr>
          <p:nvPr>
            <p:ph type="sldNum" sz="quarter" idx="12"/>
          </p:nvPr>
        </p:nvSpPr>
        <p:spPr/>
        <p:txBody>
          <a:bodyPr/>
          <a:lstStyle/>
          <a:p>
            <a:fld id="{CA387771-7FB3-44F9-BC29-9165F9201BA4}" type="slidenum">
              <a:rPr lang="en-GB" altLang="x-none" smtClean="0"/>
              <a:pPr/>
              <a:t>35</a:t>
            </a:fld>
            <a:endParaRPr lang="en-GB" altLang="x-none"/>
          </a:p>
        </p:txBody>
      </p:sp>
      <p:grpSp>
        <p:nvGrpSpPr>
          <p:cNvPr id="237571" name="Group 3"/>
          <p:cNvGrpSpPr>
            <a:grpSpLocks/>
          </p:cNvGrpSpPr>
          <p:nvPr/>
        </p:nvGrpSpPr>
        <p:grpSpPr bwMode="auto">
          <a:xfrm>
            <a:off x="5867400" y="1843088"/>
            <a:ext cx="457200" cy="457200"/>
            <a:chOff x="1344" y="1248"/>
            <a:chExt cx="288" cy="288"/>
          </a:xfrm>
        </p:grpSpPr>
        <p:sp>
          <p:nvSpPr>
            <p:cNvPr id="237572" name="Oval 4"/>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573" name="Text Box 5"/>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237574" name="Group 6"/>
          <p:cNvGrpSpPr>
            <a:grpSpLocks/>
          </p:cNvGrpSpPr>
          <p:nvPr/>
        </p:nvGrpSpPr>
        <p:grpSpPr bwMode="auto">
          <a:xfrm>
            <a:off x="8229600" y="2971800"/>
            <a:ext cx="457200" cy="457200"/>
            <a:chOff x="1344" y="1248"/>
            <a:chExt cx="288" cy="288"/>
          </a:xfrm>
        </p:grpSpPr>
        <p:sp>
          <p:nvSpPr>
            <p:cNvPr id="237575" name="Oval 7"/>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576" name="Text Box 8"/>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237577" name="Group 9"/>
          <p:cNvGrpSpPr>
            <a:grpSpLocks/>
          </p:cNvGrpSpPr>
          <p:nvPr/>
        </p:nvGrpSpPr>
        <p:grpSpPr bwMode="auto">
          <a:xfrm>
            <a:off x="3733800" y="3048000"/>
            <a:ext cx="457200" cy="457200"/>
            <a:chOff x="1344" y="1248"/>
            <a:chExt cx="288" cy="288"/>
          </a:xfrm>
        </p:grpSpPr>
        <p:sp>
          <p:nvSpPr>
            <p:cNvPr id="237578" name="Oval 10"/>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579" name="Text Box 11"/>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237580" name="Group 12"/>
          <p:cNvGrpSpPr>
            <a:grpSpLocks/>
          </p:cNvGrpSpPr>
          <p:nvPr/>
        </p:nvGrpSpPr>
        <p:grpSpPr bwMode="auto">
          <a:xfrm>
            <a:off x="5943600" y="2986088"/>
            <a:ext cx="457200" cy="457200"/>
            <a:chOff x="1344" y="1248"/>
            <a:chExt cx="288" cy="288"/>
          </a:xfrm>
        </p:grpSpPr>
        <p:sp>
          <p:nvSpPr>
            <p:cNvPr id="237581" name="Oval 13"/>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582" name="Text Box 14"/>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grpSp>
        <p:nvGrpSpPr>
          <p:cNvPr id="237583" name="Group 15"/>
          <p:cNvGrpSpPr>
            <a:grpSpLocks/>
          </p:cNvGrpSpPr>
          <p:nvPr/>
        </p:nvGrpSpPr>
        <p:grpSpPr bwMode="auto">
          <a:xfrm>
            <a:off x="6629400" y="3900488"/>
            <a:ext cx="457200" cy="457200"/>
            <a:chOff x="1344" y="1248"/>
            <a:chExt cx="288" cy="288"/>
          </a:xfrm>
        </p:grpSpPr>
        <p:sp>
          <p:nvSpPr>
            <p:cNvPr id="237584" name="Oval 16"/>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585" name="Text Box 17"/>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F</a:t>
              </a:r>
              <a:endParaRPr lang="en-GB" altLang="x-none"/>
            </a:p>
          </p:txBody>
        </p:sp>
      </p:grpSp>
      <p:sp>
        <p:nvSpPr>
          <p:cNvPr id="237586" name="Line 18"/>
          <p:cNvSpPr>
            <a:spLocks noChangeShapeType="1"/>
          </p:cNvSpPr>
          <p:nvPr/>
        </p:nvSpPr>
        <p:spPr bwMode="auto">
          <a:xfrm>
            <a:off x="6172200" y="3443288"/>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7587" name="Text Box 19"/>
          <p:cNvSpPr txBox="1">
            <a:spLocks noChangeArrowheads="1"/>
          </p:cNvSpPr>
          <p:nvPr/>
        </p:nvSpPr>
        <p:spPr bwMode="auto">
          <a:xfrm>
            <a:off x="6400800" y="33670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99</a:t>
            </a:r>
            <a:endParaRPr lang="en-GB" altLang="x-none" b="1">
              <a:solidFill>
                <a:schemeClr val="hlink"/>
              </a:solidFill>
            </a:endParaRPr>
          </a:p>
        </p:txBody>
      </p:sp>
      <p:grpSp>
        <p:nvGrpSpPr>
          <p:cNvPr id="237588" name="Group 20"/>
          <p:cNvGrpSpPr>
            <a:grpSpLocks/>
          </p:cNvGrpSpPr>
          <p:nvPr/>
        </p:nvGrpSpPr>
        <p:grpSpPr bwMode="auto">
          <a:xfrm>
            <a:off x="5105400" y="3900488"/>
            <a:ext cx="457200" cy="457200"/>
            <a:chOff x="1344" y="1248"/>
            <a:chExt cx="288" cy="288"/>
          </a:xfrm>
        </p:grpSpPr>
        <p:sp>
          <p:nvSpPr>
            <p:cNvPr id="237589" name="Oval 21"/>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590" name="Text Box 22"/>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G</a:t>
              </a:r>
              <a:endParaRPr lang="en-GB" altLang="x-none"/>
            </a:p>
          </p:txBody>
        </p:sp>
      </p:grpSp>
      <p:grpSp>
        <p:nvGrpSpPr>
          <p:cNvPr id="237591" name="Group 23"/>
          <p:cNvGrpSpPr>
            <a:grpSpLocks/>
          </p:cNvGrpSpPr>
          <p:nvPr/>
        </p:nvGrpSpPr>
        <p:grpSpPr bwMode="auto">
          <a:xfrm>
            <a:off x="4267200" y="4814888"/>
            <a:ext cx="457200" cy="457200"/>
            <a:chOff x="1344" y="1248"/>
            <a:chExt cx="288" cy="288"/>
          </a:xfrm>
        </p:grpSpPr>
        <p:sp>
          <p:nvSpPr>
            <p:cNvPr id="237592" name="Oval 24"/>
            <p:cNvSpPr>
              <a:spLocks noChangeArrowheads="1"/>
            </p:cNvSpPr>
            <p:nvPr/>
          </p:nvSpPr>
          <p:spPr bwMode="auto">
            <a:xfrm>
              <a:off x="1344" y="1248"/>
              <a:ext cx="288" cy="28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593" name="Text Box 25"/>
            <p:cNvSpPr txBox="1">
              <a:spLocks noChangeArrowheads="1"/>
            </p:cNvSpPr>
            <p:nvPr/>
          </p:nvSpPr>
          <p:spPr bwMode="auto">
            <a:xfrm>
              <a:off x="1392" y="1296"/>
              <a:ext cx="192" cy="23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H</a:t>
              </a:r>
              <a:endParaRPr lang="en-GB" altLang="x-none"/>
            </a:p>
          </p:txBody>
        </p:sp>
      </p:grpSp>
      <p:sp>
        <p:nvSpPr>
          <p:cNvPr id="237594" name="Line 26"/>
          <p:cNvSpPr>
            <a:spLocks noChangeShapeType="1"/>
          </p:cNvSpPr>
          <p:nvPr/>
        </p:nvSpPr>
        <p:spPr bwMode="auto">
          <a:xfrm flipH="1">
            <a:off x="5257800" y="3443288"/>
            <a:ext cx="914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7595" name="Line 27"/>
          <p:cNvSpPr>
            <a:spLocks noChangeShapeType="1"/>
          </p:cNvSpPr>
          <p:nvPr/>
        </p:nvSpPr>
        <p:spPr bwMode="auto">
          <a:xfrm flipH="1">
            <a:off x="4572000" y="4357688"/>
            <a:ext cx="762000" cy="442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7596" name="Text Box 28"/>
          <p:cNvSpPr txBox="1">
            <a:spLocks noChangeArrowheads="1"/>
          </p:cNvSpPr>
          <p:nvPr/>
        </p:nvSpPr>
        <p:spPr bwMode="auto">
          <a:xfrm>
            <a:off x="5334000" y="33670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80</a:t>
            </a:r>
            <a:endParaRPr lang="en-GB" altLang="x-none" b="1">
              <a:solidFill>
                <a:schemeClr val="hlink"/>
              </a:solidFill>
            </a:endParaRPr>
          </a:p>
        </p:txBody>
      </p:sp>
      <p:sp>
        <p:nvSpPr>
          <p:cNvPr id="237597" name="Line 29"/>
          <p:cNvSpPr>
            <a:spLocks noChangeShapeType="1"/>
          </p:cNvSpPr>
          <p:nvPr/>
        </p:nvSpPr>
        <p:spPr bwMode="auto">
          <a:xfrm>
            <a:off x="6096000" y="2300288"/>
            <a:ext cx="2362200" cy="671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7598" name="Line 30"/>
          <p:cNvSpPr>
            <a:spLocks noChangeShapeType="1"/>
          </p:cNvSpPr>
          <p:nvPr/>
        </p:nvSpPr>
        <p:spPr bwMode="auto">
          <a:xfrm>
            <a:off x="6096000" y="2300288"/>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7599" name="Line 31"/>
          <p:cNvSpPr>
            <a:spLocks noChangeShapeType="1"/>
          </p:cNvSpPr>
          <p:nvPr/>
        </p:nvSpPr>
        <p:spPr bwMode="auto">
          <a:xfrm flipH="1">
            <a:off x="3962400" y="2300288"/>
            <a:ext cx="2133600" cy="747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7600" name="Text Box 32"/>
          <p:cNvSpPr txBox="1">
            <a:spLocks noChangeArrowheads="1"/>
          </p:cNvSpPr>
          <p:nvPr/>
        </p:nvSpPr>
        <p:spPr bwMode="auto">
          <a:xfrm>
            <a:off x="64008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t>Start</a:t>
            </a:r>
            <a:endParaRPr lang="en-GB" altLang="x-none" b="1"/>
          </a:p>
        </p:txBody>
      </p:sp>
      <p:sp>
        <p:nvSpPr>
          <p:cNvPr id="237601" name="Text Box 33"/>
          <p:cNvSpPr txBox="1">
            <a:spLocks noChangeArrowheads="1"/>
          </p:cNvSpPr>
          <p:nvPr/>
        </p:nvSpPr>
        <p:spPr bwMode="auto">
          <a:xfrm>
            <a:off x="4953000" y="44958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97</a:t>
            </a:r>
            <a:endParaRPr lang="en-GB" altLang="x-none" b="1">
              <a:solidFill>
                <a:schemeClr val="hlink"/>
              </a:solidFill>
            </a:endParaRPr>
          </a:p>
        </p:txBody>
      </p:sp>
      <p:sp>
        <p:nvSpPr>
          <p:cNvPr id="237602" name="Text Box 34"/>
          <p:cNvSpPr txBox="1">
            <a:spLocks noChangeArrowheads="1"/>
          </p:cNvSpPr>
          <p:nvPr/>
        </p:nvSpPr>
        <p:spPr bwMode="auto">
          <a:xfrm>
            <a:off x="7315200" y="23002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75</a:t>
            </a:r>
            <a:endParaRPr lang="en-GB" altLang="x-none" b="1">
              <a:solidFill>
                <a:schemeClr val="hlink"/>
              </a:solidFill>
            </a:endParaRPr>
          </a:p>
        </p:txBody>
      </p:sp>
      <p:sp>
        <p:nvSpPr>
          <p:cNvPr id="237603" name="Text Box 35"/>
          <p:cNvSpPr txBox="1">
            <a:spLocks noChangeArrowheads="1"/>
          </p:cNvSpPr>
          <p:nvPr/>
        </p:nvSpPr>
        <p:spPr bwMode="auto">
          <a:xfrm>
            <a:off x="4343400" y="2300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118</a:t>
            </a:r>
            <a:endParaRPr lang="en-GB" altLang="x-none" b="1">
              <a:solidFill>
                <a:schemeClr val="hlink"/>
              </a:solidFill>
            </a:endParaRPr>
          </a:p>
        </p:txBody>
      </p:sp>
      <p:sp>
        <p:nvSpPr>
          <p:cNvPr id="237604" name="Text Box 36"/>
          <p:cNvSpPr txBox="1">
            <a:spLocks noChangeArrowheads="1"/>
          </p:cNvSpPr>
          <p:nvPr/>
        </p:nvSpPr>
        <p:spPr bwMode="auto">
          <a:xfrm>
            <a:off x="6096000" y="2543176"/>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140</a:t>
            </a:r>
            <a:endParaRPr lang="en-GB" altLang="x-none" b="1">
              <a:solidFill>
                <a:schemeClr val="hlink"/>
              </a:solidFill>
            </a:endParaRPr>
          </a:p>
        </p:txBody>
      </p:sp>
      <p:sp>
        <p:nvSpPr>
          <p:cNvPr id="237605" name="Text Box 37"/>
          <p:cNvSpPr txBox="1">
            <a:spLocks noChangeArrowheads="1"/>
          </p:cNvSpPr>
          <p:nvPr/>
        </p:nvSpPr>
        <p:spPr bwMode="auto">
          <a:xfrm>
            <a:off x="6400800" y="29860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[393]</a:t>
            </a:r>
            <a:endParaRPr lang="en-GB" altLang="x-none"/>
          </a:p>
        </p:txBody>
      </p:sp>
      <p:sp>
        <p:nvSpPr>
          <p:cNvPr id="237606" name="Text Box 38"/>
          <p:cNvSpPr txBox="1">
            <a:spLocks noChangeArrowheads="1"/>
          </p:cNvSpPr>
          <p:nvPr/>
        </p:nvSpPr>
        <p:spPr bwMode="auto">
          <a:xfrm>
            <a:off x="8686800" y="2971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[449]</a:t>
            </a:r>
            <a:endParaRPr lang="en-GB" altLang="x-none"/>
          </a:p>
        </p:txBody>
      </p:sp>
      <p:sp>
        <p:nvSpPr>
          <p:cNvPr id="237607" name="Text Box 39"/>
          <p:cNvSpPr txBox="1">
            <a:spLocks noChangeArrowheads="1"/>
          </p:cNvSpPr>
          <p:nvPr/>
        </p:nvSpPr>
        <p:spPr bwMode="auto">
          <a:xfrm>
            <a:off x="2971800" y="31242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[447]</a:t>
            </a:r>
            <a:endParaRPr lang="en-GB" altLang="x-none"/>
          </a:p>
        </p:txBody>
      </p:sp>
      <p:sp>
        <p:nvSpPr>
          <p:cNvPr id="237608" name="Text Box 40"/>
          <p:cNvSpPr txBox="1">
            <a:spLocks noChangeArrowheads="1"/>
          </p:cNvSpPr>
          <p:nvPr/>
        </p:nvSpPr>
        <p:spPr bwMode="auto">
          <a:xfrm>
            <a:off x="7162800" y="39004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[417]</a:t>
            </a:r>
            <a:endParaRPr lang="en-GB" altLang="x-none"/>
          </a:p>
        </p:txBody>
      </p:sp>
      <p:sp>
        <p:nvSpPr>
          <p:cNvPr id="237609" name="Text Box 41"/>
          <p:cNvSpPr txBox="1">
            <a:spLocks noChangeArrowheads="1"/>
          </p:cNvSpPr>
          <p:nvPr/>
        </p:nvSpPr>
        <p:spPr bwMode="auto">
          <a:xfrm>
            <a:off x="4343400" y="39766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[413]</a:t>
            </a:r>
            <a:endParaRPr lang="en-GB" altLang="x-none"/>
          </a:p>
        </p:txBody>
      </p:sp>
      <p:sp>
        <p:nvSpPr>
          <p:cNvPr id="237610" name="Text Box 42"/>
          <p:cNvSpPr txBox="1">
            <a:spLocks noChangeArrowheads="1"/>
          </p:cNvSpPr>
          <p:nvPr/>
        </p:nvSpPr>
        <p:spPr bwMode="auto">
          <a:xfrm>
            <a:off x="3581400" y="4876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[455]</a:t>
            </a:r>
            <a:endParaRPr lang="en-GB" altLang="x-none"/>
          </a:p>
        </p:txBody>
      </p:sp>
      <p:sp>
        <p:nvSpPr>
          <p:cNvPr id="237611" name="Text Box 43"/>
          <p:cNvSpPr txBox="1">
            <a:spLocks noChangeArrowheads="1"/>
          </p:cNvSpPr>
          <p:nvPr/>
        </p:nvSpPr>
        <p:spPr bwMode="auto">
          <a:xfrm>
            <a:off x="6629400" y="4876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t>Goal</a:t>
            </a:r>
            <a:endParaRPr lang="en-GB" altLang="x-none" b="1"/>
          </a:p>
        </p:txBody>
      </p:sp>
      <p:grpSp>
        <p:nvGrpSpPr>
          <p:cNvPr id="237612" name="Group 44"/>
          <p:cNvGrpSpPr>
            <a:grpSpLocks/>
          </p:cNvGrpSpPr>
          <p:nvPr/>
        </p:nvGrpSpPr>
        <p:grpSpPr bwMode="auto">
          <a:xfrm>
            <a:off x="7315200" y="4800600"/>
            <a:ext cx="457200" cy="457200"/>
            <a:chOff x="1344" y="1248"/>
            <a:chExt cx="288" cy="288"/>
          </a:xfrm>
        </p:grpSpPr>
        <p:sp>
          <p:nvSpPr>
            <p:cNvPr id="237613" name="Oval 45"/>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614" name="Text Box 46"/>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I</a:t>
              </a:r>
              <a:endParaRPr lang="en-GB" altLang="x-none"/>
            </a:p>
          </p:txBody>
        </p:sp>
      </p:grpSp>
      <p:sp>
        <p:nvSpPr>
          <p:cNvPr id="237615" name="Line 47"/>
          <p:cNvSpPr>
            <a:spLocks noChangeShapeType="1"/>
          </p:cNvSpPr>
          <p:nvPr/>
        </p:nvSpPr>
        <p:spPr bwMode="auto">
          <a:xfrm>
            <a:off x="6934200" y="4343400"/>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7616" name="Text Box 48"/>
          <p:cNvSpPr txBox="1">
            <a:spLocks noChangeArrowheads="1"/>
          </p:cNvSpPr>
          <p:nvPr/>
        </p:nvSpPr>
        <p:spPr bwMode="auto">
          <a:xfrm>
            <a:off x="7772400" y="4876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[450]</a:t>
            </a:r>
            <a:endParaRPr lang="en-GB" altLang="x-none"/>
          </a:p>
        </p:txBody>
      </p:sp>
      <p:grpSp>
        <p:nvGrpSpPr>
          <p:cNvPr id="237617" name="Group 49"/>
          <p:cNvGrpSpPr>
            <a:grpSpLocks/>
          </p:cNvGrpSpPr>
          <p:nvPr/>
        </p:nvGrpSpPr>
        <p:grpSpPr bwMode="auto">
          <a:xfrm>
            <a:off x="2895600" y="3962400"/>
            <a:ext cx="457200" cy="457200"/>
            <a:chOff x="1344" y="1248"/>
            <a:chExt cx="288" cy="288"/>
          </a:xfrm>
        </p:grpSpPr>
        <p:sp>
          <p:nvSpPr>
            <p:cNvPr id="237618" name="Oval 50"/>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7619" name="Text Box 51"/>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D</a:t>
              </a:r>
              <a:endParaRPr lang="en-GB" altLang="x-none"/>
            </a:p>
          </p:txBody>
        </p:sp>
      </p:grpSp>
      <p:sp>
        <p:nvSpPr>
          <p:cNvPr id="237620" name="Line 52"/>
          <p:cNvSpPr>
            <a:spLocks noChangeShapeType="1"/>
          </p:cNvSpPr>
          <p:nvPr/>
        </p:nvSpPr>
        <p:spPr bwMode="auto">
          <a:xfrm flipH="1">
            <a:off x="3048000" y="3505200"/>
            <a:ext cx="914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7621" name="Text Box 53"/>
          <p:cNvSpPr txBox="1">
            <a:spLocks noChangeArrowheads="1"/>
          </p:cNvSpPr>
          <p:nvPr/>
        </p:nvSpPr>
        <p:spPr bwMode="auto">
          <a:xfrm>
            <a:off x="2209800" y="39766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[473]</a:t>
            </a:r>
            <a:endParaRPr lang="en-GB" altLang="x-none"/>
          </a:p>
        </p:txBody>
      </p:sp>
      <p:sp>
        <p:nvSpPr>
          <p:cNvPr id="57" name="Text Box 27"/>
          <p:cNvSpPr txBox="1">
            <a:spLocks noChangeArrowheads="1"/>
          </p:cNvSpPr>
          <p:nvPr/>
        </p:nvSpPr>
        <p:spPr bwMode="auto">
          <a:xfrm>
            <a:off x="7391400" y="44196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dirty="0">
                <a:solidFill>
                  <a:schemeClr val="hlink"/>
                </a:solidFill>
              </a:rPr>
              <a:t>211</a:t>
            </a:r>
            <a:endParaRPr lang="en-GB" altLang="x-none" b="1" dirty="0">
              <a:solidFill>
                <a:schemeClr val="hlink"/>
              </a:solidFill>
            </a:endParaRPr>
          </a:p>
        </p:txBody>
      </p:sp>
    </p:spTree>
    <p:extLst>
      <p:ext uri="{BB962C8B-B14F-4D97-AF65-F5344CB8AC3E}">
        <p14:creationId xmlns:p14="http://schemas.microsoft.com/office/powerpoint/2010/main" val="22183989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2"/>
          <p:cNvSpPr>
            <a:spLocks noGrp="1" noChangeArrowheads="1"/>
          </p:cNvSpPr>
          <p:nvPr>
            <p:ph type="title"/>
          </p:nvPr>
        </p:nvSpPr>
        <p:spPr/>
        <p:txBody>
          <a:bodyPr/>
          <a:lstStyle/>
          <a:p>
            <a:r>
              <a:rPr lang="en-US" altLang="x-none"/>
              <a:t>A* Search: Tree Search</a:t>
            </a:r>
            <a:endParaRPr lang="en-GB" altLang="x-none"/>
          </a:p>
        </p:txBody>
      </p:sp>
      <p:sp>
        <p:nvSpPr>
          <p:cNvPr id="54" name="Slide Number Placeholder 6"/>
          <p:cNvSpPr>
            <a:spLocks noGrp="1"/>
          </p:cNvSpPr>
          <p:nvPr>
            <p:ph type="sldNum" sz="quarter" idx="12"/>
          </p:nvPr>
        </p:nvSpPr>
        <p:spPr/>
        <p:txBody>
          <a:bodyPr/>
          <a:lstStyle/>
          <a:p>
            <a:fld id="{10FCC571-0F74-47DD-A88F-154A3335DE36}" type="slidenum">
              <a:rPr lang="en-GB" altLang="x-none" smtClean="0"/>
              <a:pPr/>
              <a:t>36</a:t>
            </a:fld>
            <a:endParaRPr lang="en-GB" altLang="x-none"/>
          </a:p>
        </p:txBody>
      </p:sp>
      <p:grpSp>
        <p:nvGrpSpPr>
          <p:cNvPr id="238595" name="Group 3"/>
          <p:cNvGrpSpPr>
            <a:grpSpLocks/>
          </p:cNvGrpSpPr>
          <p:nvPr/>
        </p:nvGrpSpPr>
        <p:grpSpPr bwMode="auto">
          <a:xfrm>
            <a:off x="5867400" y="1843088"/>
            <a:ext cx="457200" cy="457200"/>
            <a:chOff x="1344" y="1248"/>
            <a:chExt cx="288" cy="288"/>
          </a:xfrm>
        </p:grpSpPr>
        <p:sp>
          <p:nvSpPr>
            <p:cNvPr id="238596" name="Oval 4"/>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597" name="Text Box 5"/>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238598" name="Group 6"/>
          <p:cNvGrpSpPr>
            <a:grpSpLocks/>
          </p:cNvGrpSpPr>
          <p:nvPr/>
        </p:nvGrpSpPr>
        <p:grpSpPr bwMode="auto">
          <a:xfrm>
            <a:off x="8229600" y="2971800"/>
            <a:ext cx="457200" cy="457200"/>
            <a:chOff x="1344" y="1248"/>
            <a:chExt cx="288" cy="288"/>
          </a:xfrm>
        </p:grpSpPr>
        <p:sp>
          <p:nvSpPr>
            <p:cNvPr id="238599" name="Oval 7"/>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00" name="Text Box 8"/>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238601" name="Group 9"/>
          <p:cNvGrpSpPr>
            <a:grpSpLocks/>
          </p:cNvGrpSpPr>
          <p:nvPr/>
        </p:nvGrpSpPr>
        <p:grpSpPr bwMode="auto">
          <a:xfrm>
            <a:off x="3733800" y="3048000"/>
            <a:ext cx="457200" cy="457200"/>
            <a:chOff x="1344" y="1248"/>
            <a:chExt cx="288" cy="288"/>
          </a:xfrm>
        </p:grpSpPr>
        <p:sp>
          <p:nvSpPr>
            <p:cNvPr id="238602" name="Oval 10"/>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03" name="Text Box 11"/>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238604" name="Group 12"/>
          <p:cNvGrpSpPr>
            <a:grpSpLocks/>
          </p:cNvGrpSpPr>
          <p:nvPr/>
        </p:nvGrpSpPr>
        <p:grpSpPr bwMode="auto">
          <a:xfrm>
            <a:off x="5943600" y="2986088"/>
            <a:ext cx="457200" cy="457200"/>
            <a:chOff x="1344" y="1248"/>
            <a:chExt cx="288" cy="288"/>
          </a:xfrm>
        </p:grpSpPr>
        <p:sp>
          <p:nvSpPr>
            <p:cNvPr id="238605" name="Oval 13"/>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06" name="Text Box 14"/>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grpSp>
        <p:nvGrpSpPr>
          <p:cNvPr id="238607" name="Group 15"/>
          <p:cNvGrpSpPr>
            <a:grpSpLocks/>
          </p:cNvGrpSpPr>
          <p:nvPr/>
        </p:nvGrpSpPr>
        <p:grpSpPr bwMode="auto">
          <a:xfrm>
            <a:off x="6629400" y="3900488"/>
            <a:ext cx="457200" cy="457200"/>
            <a:chOff x="1344" y="1248"/>
            <a:chExt cx="288" cy="288"/>
          </a:xfrm>
        </p:grpSpPr>
        <p:sp>
          <p:nvSpPr>
            <p:cNvPr id="238608" name="Oval 16"/>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09" name="Text Box 17"/>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F</a:t>
              </a:r>
              <a:endParaRPr lang="en-GB" altLang="x-none"/>
            </a:p>
          </p:txBody>
        </p:sp>
      </p:grpSp>
      <p:sp>
        <p:nvSpPr>
          <p:cNvPr id="238610" name="Line 18"/>
          <p:cNvSpPr>
            <a:spLocks noChangeShapeType="1"/>
          </p:cNvSpPr>
          <p:nvPr/>
        </p:nvSpPr>
        <p:spPr bwMode="auto">
          <a:xfrm>
            <a:off x="6172200" y="3443288"/>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11" name="Text Box 19"/>
          <p:cNvSpPr txBox="1">
            <a:spLocks noChangeArrowheads="1"/>
          </p:cNvSpPr>
          <p:nvPr/>
        </p:nvSpPr>
        <p:spPr bwMode="auto">
          <a:xfrm>
            <a:off x="6400800" y="33670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99</a:t>
            </a:r>
            <a:endParaRPr lang="en-GB" altLang="x-none" b="1">
              <a:solidFill>
                <a:schemeClr val="hlink"/>
              </a:solidFill>
            </a:endParaRPr>
          </a:p>
        </p:txBody>
      </p:sp>
      <p:grpSp>
        <p:nvGrpSpPr>
          <p:cNvPr id="238612" name="Group 20"/>
          <p:cNvGrpSpPr>
            <a:grpSpLocks/>
          </p:cNvGrpSpPr>
          <p:nvPr/>
        </p:nvGrpSpPr>
        <p:grpSpPr bwMode="auto">
          <a:xfrm>
            <a:off x="5105400" y="3900488"/>
            <a:ext cx="457200" cy="457200"/>
            <a:chOff x="1344" y="1248"/>
            <a:chExt cx="288" cy="288"/>
          </a:xfrm>
        </p:grpSpPr>
        <p:sp>
          <p:nvSpPr>
            <p:cNvPr id="238613" name="Oval 21"/>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14" name="Text Box 22"/>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G</a:t>
              </a:r>
              <a:endParaRPr lang="en-GB" altLang="x-none"/>
            </a:p>
          </p:txBody>
        </p:sp>
      </p:grpSp>
      <p:grpSp>
        <p:nvGrpSpPr>
          <p:cNvPr id="238615" name="Group 23"/>
          <p:cNvGrpSpPr>
            <a:grpSpLocks/>
          </p:cNvGrpSpPr>
          <p:nvPr/>
        </p:nvGrpSpPr>
        <p:grpSpPr bwMode="auto">
          <a:xfrm>
            <a:off x="4267200" y="4814888"/>
            <a:ext cx="457200" cy="457200"/>
            <a:chOff x="1344" y="1248"/>
            <a:chExt cx="288" cy="288"/>
          </a:xfrm>
        </p:grpSpPr>
        <p:sp>
          <p:nvSpPr>
            <p:cNvPr id="238616" name="Oval 24"/>
            <p:cNvSpPr>
              <a:spLocks noChangeArrowheads="1"/>
            </p:cNvSpPr>
            <p:nvPr/>
          </p:nvSpPr>
          <p:spPr bwMode="auto">
            <a:xfrm>
              <a:off x="1344" y="1248"/>
              <a:ext cx="288" cy="28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17" name="Text Box 25"/>
            <p:cNvSpPr txBox="1">
              <a:spLocks noChangeArrowheads="1"/>
            </p:cNvSpPr>
            <p:nvPr/>
          </p:nvSpPr>
          <p:spPr bwMode="auto">
            <a:xfrm>
              <a:off x="1392" y="1296"/>
              <a:ext cx="192" cy="23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H</a:t>
              </a:r>
              <a:endParaRPr lang="en-GB" altLang="x-none"/>
            </a:p>
          </p:txBody>
        </p:sp>
      </p:grpSp>
      <p:sp>
        <p:nvSpPr>
          <p:cNvPr id="238618" name="Line 26"/>
          <p:cNvSpPr>
            <a:spLocks noChangeShapeType="1"/>
          </p:cNvSpPr>
          <p:nvPr/>
        </p:nvSpPr>
        <p:spPr bwMode="auto">
          <a:xfrm flipH="1">
            <a:off x="5257800" y="3443288"/>
            <a:ext cx="914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19" name="Line 27"/>
          <p:cNvSpPr>
            <a:spLocks noChangeShapeType="1"/>
          </p:cNvSpPr>
          <p:nvPr/>
        </p:nvSpPr>
        <p:spPr bwMode="auto">
          <a:xfrm flipH="1">
            <a:off x="4572000" y="4357688"/>
            <a:ext cx="762000" cy="442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20" name="Text Box 28"/>
          <p:cNvSpPr txBox="1">
            <a:spLocks noChangeArrowheads="1"/>
          </p:cNvSpPr>
          <p:nvPr/>
        </p:nvSpPr>
        <p:spPr bwMode="auto">
          <a:xfrm>
            <a:off x="5334000" y="33670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80</a:t>
            </a:r>
            <a:endParaRPr lang="en-GB" altLang="x-none" b="1">
              <a:solidFill>
                <a:schemeClr val="hlink"/>
              </a:solidFill>
            </a:endParaRPr>
          </a:p>
        </p:txBody>
      </p:sp>
      <p:sp>
        <p:nvSpPr>
          <p:cNvPr id="238621" name="Line 29"/>
          <p:cNvSpPr>
            <a:spLocks noChangeShapeType="1"/>
          </p:cNvSpPr>
          <p:nvPr/>
        </p:nvSpPr>
        <p:spPr bwMode="auto">
          <a:xfrm>
            <a:off x="6096000" y="2300288"/>
            <a:ext cx="2362200" cy="671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22" name="Line 30"/>
          <p:cNvSpPr>
            <a:spLocks noChangeShapeType="1"/>
          </p:cNvSpPr>
          <p:nvPr/>
        </p:nvSpPr>
        <p:spPr bwMode="auto">
          <a:xfrm>
            <a:off x="6096000" y="2300288"/>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23" name="Line 31"/>
          <p:cNvSpPr>
            <a:spLocks noChangeShapeType="1"/>
          </p:cNvSpPr>
          <p:nvPr/>
        </p:nvSpPr>
        <p:spPr bwMode="auto">
          <a:xfrm flipH="1">
            <a:off x="3962400" y="2300288"/>
            <a:ext cx="2133600" cy="747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24" name="Text Box 32"/>
          <p:cNvSpPr txBox="1">
            <a:spLocks noChangeArrowheads="1"/>
          </p:cNvSpPr>
          <p:nvPr/>
        </p:nvSpPr>
        <p:spPr bwMode="auto">
          <a:xfrm>
            <a:off x="64008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t>Start</a:t>
            </a:r>
            <a:endParaRPr lang="en-GB" altLang="x-none" b="1"/>
          </a:p>
        </p:txBody>
      </p:sp>
      <p:sp>
        <p:nvSpPr>
          <p:cNvPr id="238625" name="Text Box 33"/>
          <p:cNvSpPr txBox="1">
            <a:spLocks noChangeArrowheads="1"/>
          </p:cNvSpPr>
          <p:nvPr/>
        </p:nvSpPr>
        <p:spPr bwMode="auto">
          <a:xfrm>
            <a:off x="4953000" y="44958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97</a:t>
            </a:r>
            <a:endParaRPr lang="en-GB" altLang="x-none" b="1">
              <a:solidFill>
                <a:schemeClr val="hlink"/>
              </a:solidFill>
            </a:endParaRPr>
          </a:p>
        </p:txBody>
      </p:sp>
      <p:sp>
        <p:nvSpPr>
          <p:cNvPr id="238626" name="Text Box 34"/>
          <p:cNvSpPr txBox="1">
            <a:spLocks noChangeArrowheads="1"/>
          </p:cNvSpPr>
          <p:nvPr/>
        </p:nvSpPr>
        <p:spPr bwMode="auto">
          <a:xfrm>
            <a:off x="7315200" y="23002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75</a:t>
            </a:r>
            <a:endParaRPr lang="en-GB" altLang="x-none" b="1">
              <a:solidFill>
                <a:schemeClr val="hlink"/>
              </a:solidFill>
            </a:endParaRPr>
          </a:p>
        </p:txBody>
      </p:sp>
      <p:sp>
        <p:nvSpPr>
          <p:cNvPr id="238627" name="Text Box 35"/>
          <p:cNvSpPr txBox="1">
            <a:spLocks noChangeArrowheads="1"/>
          </p:cNvSpPr>
          <p:nvPr/>
        </p:nvSpPr>
        <p:spPr bwMode="auto">
          <a:xfrm>
            <a:off x="4343400" y="2300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118</a:t>
            </a:r>
            <a:endParaRPr lang="en-GB" altLang="x-none" b="1">
              <a:solidFill>
                <a:schemeClr val="hlink"/>
              </a:solidFill>
            </a:endParaRPr>
          </a:p>
        </p:txBody>
      </p:sp>
      <p:sp>
        <p:nvSpPr>
          <p:cNvPr id="238628" name="Text Box 36"/>
          <p:cNvSpPr txBox="1">
            <a:spLocks noChangeArrowheads="1"/>
          </p:cNvSpPr>
          <p:nvPr/>
        </p:nvSpPr>
        <p:spPr bwMode="auto">
          <a:xfrm>
            <a:off x="6096000" y="2543176"/>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140</a:t>
            </a:r>
            <a:endParaRPr lang="en-GB" altLang="x-none" b="1">
              <a:solidFill>
                <a:schemeClr val="hlink"/>
              </a:solidFill>
            </a:endParaRPr>
          </a:p>
        </p:txBody>
      </p:sp>
      <p:sp>
        <p:nvSpPr>
          <p:cNvPr id="238629" name="Text Box 37"/>
          <p:cNvSpPr txBox="1">
            <a:spLocks noChangeArrowheads="1"/>
          </p:cNvSpPr>
          <p:nvPr/>
        </p:nvSpPr>
        <p:spPr bwMode="auto">
          <a:xfrm>
            <a:off x="6400800" y="29860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[393]</a:t>
            </a:r>
            <a:endParaRPr lang="en-GB" altLang="x-none"/>
          </a:p>
        </p:txBody>
      </p:sp>
      <p:sp>
        <p:nvSpPr>
          <p:cNvPr id="238630" name="Text Box 38"/>
          <p:cNvSpPr txBox="1">
            <a:spLocks noChangeArrowheads="1"/>
          </p:cNvSpPr>
          <p:nvPr/>
        </p:nvSpPr>
        <p:spPr bwMode="auto">
          <a:xfrm>
            <a:off x="8686800" y="2971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[449]</a:t>
            </a:r>
            <a:endParaRPr lang="en-GB" altLang="x-none"/>
          </a:p>
        </p:txBody>
      </p:sp>
      <p:sp>
        <p:nvSpPr>
          <p:cNvPr id="238631" name="Text Box 39"/>
          <p:cNvSpPr txBox="1">
            <a:spLocks noChangeArrowheads="1"/>
          </p:cNvSpPr>
          <p:nvPr/>
        </p:nvSpPr>
        <p:spPr bwMode="auto">
          <a:xfrm>
            <a:off x="2971800" y="31242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[447]</a:t>
            </a:r>
            <a:endParaRPr lang="en-GB" altLang="x-none"/>
          </a:p>
        </p:txBody>
      </p:sp>
      <p:sp>
        <p:nvSpPr>
          <p:cNvPr id="238632" name="Text Box 40"/>
          <p:cNvSpPr txBox="1">
            <a:spLocks noChangeArrowheads="1"/>
          </p:cNvSpPr>
          <p:nvPr/>
        </p:nvSpPr>
        <p:spPr bwMode="auto">
          <a:xfrm>
            <a:off x="7162800" y="39004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[417]</a:t>
            </a:r>
            <a:endParaRPr lang="en-GB" altLang="x-none"/>
          </a:p>
        </p:txBody>
      </p:sp>
      <p:sp>
        <p:nvSpPr>
          <p:cNvPr id="238633" name="Text Box 41"/>
          <p:cNvSpPr txBox="1">
            <a:spLocks noChangeArrowheads="1"/>
          </p:cNvSpPr>
          <p:nvPr/>
        </p:nvSpPr>
        <p:spPr bwMode="auto">
          <a:xfrm>
            <a:off x="4343400" y="39766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[413]</a:t>
            </a:r>
            <a:endParaRPr lang="en-GB" altLang="x-none"/>
          </a:p>
        </p:txBody>
      </p:sp>
      <p:sp>
        <p:nvSpPr>
          <p:cNvPr id="238634" name="Text Box 42"/>
          <p:cNvSpPr txBox="1">
            <a:spLocks noChangeArrowheads="1"/>
          </p:cNvSpPr>
          <p:nvPr/>
        </p:nvSpPr>
        <p:spPr bwMode="auto">
          <a:xfrm>
            <a:off x="3581400" y="4876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[455]</a:t>
            </a:r>
            <a:endParaRPr lang="en-GB" altLang="x-none"/>
          </a:p>
        </p:txBody>
      </p:sp>
      <p:sp>
        <p:nvSpPr>
          <p:cNvPr id="238635" name="Text Box 43"/>
          <p:cNvSpPr txBox="1">
            <a:spLocks noChangeArrowheads="1"/>
          </p:cNvSpPr>
          <p:nvPr/>
        </p:nvSpPr>
        <p:spPr bwMode="auto">
          <a:xfrm>
            <a:off x="6629400" y="4876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t>Goal</a:t>
            </a:r>
            <a:endParaRPr lang="en-GB" altLang="x-none" b="1"/>
          </a:p>
        </p:txBody>
      </p:sp>
      <p:grpSp>
        <p:nvGrpSpPr>
          <p:cNvPr id="238636" name="Group 44"/>
          <p:cNvGrpSpPr>
            <a:grpSpLocks/>
          </p:cNvGrpSpPr>
          <p:nvPr/>
        </p:nvGrpSpPr>
        <p:grpSpPr bwMode="auto">
          <a:xfrm>
            <a:off x="7315200" y="4800600"/>
            <a:ext cx="457200" cy="457200"/>
            <a:chOff x="1344" y="1248"/>
            <a:chExt cx="288" cy="288"/>
          </a:xfrm>
        </p:grpSpPr>
        <p:sp>
          <p:nvSpPr>
            <p:cNvPr id="238637" name="Oval 45"/>
            <p:cNvSpPr>
              <a:spLocks noChangeArrowheads="1"/>
            </p:cNvSpPr>
            <p:nvPr/>
          </p:nvSpPr>
          <p:spPr bwMode="auto">
            <a:xfrm>
              <a:off x="1344" y="1248"/>
              <a:ext cx="288" cy="288"/>
            </a:xfrm>
            <a:prstGeom prst="ellipse">
              <a:avLst/>
            </a:prstGeom>
            <a:solidFill>
              <a:schemeClr val="accent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38" name="Text Box 46"/>
            <p:cNvSpPr txBox="1">
              <a:spLocks noChangeArrowheads="1"/>
            </p:cNvSpPr>
            <p:nvPr/>
          </p:nvSpPr>
          <p:spPr bwMode="auto">
            <a:xfrm>
              <a:off x="1392" y="1296"/>
              <a:ext cx="192" cy="231"/>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I</a:t>
              </a:r>
              <a:endParaRPr lang="en-GB" altLang="x-none"/>
            </a:p>
          </p:txBody>
        </p:sp>
      </p:grpSp>
      <p:sp>
        <p:nvSpPr>
          <p:cNvPr id="238639" name="Line 47"/>
          <p:cNvSpPr>
            <a:spLocks noChangeShapeType="1"/>
          </p:cNvSpPr>
          <p:nvPr/>
        </p:nvSpPr>
        <p:spPr bwMode="auto">
          <a:xfrm>
            <a:off x="6934200" y="4343400"/>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40" name="Text Box 48"/>
          <p:cNvSpPr txBox="1">
            <a:spLocks noChangeArrowheads="1"/>
          </p:cNvSpPr>
          <p:nvPr/>
        </p:nvSpPr>
        <p:spPr bwMode="auto">
          <a:xfrm>
            <a:off x="7772400" y="4876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[450]</a:t>
            </a:r>
            <a:endParaRPr lang="en-GB" altLang="x-none"/>
          </a:p>
        </p:txBody>
      </p:sp>
      <p:grpSp>
        <p:nvGrpSpPr>
          <p:cNvPr id="238641" name="Group 49"/>
          <p:cNvGrpSpPr>
            <a:grpSpLocks/>
          </p:cNvGrpSpPr>
          <p:nvPr/>
        </p:nvGrpSpPr>
        <p:grpSpPr bwMode="auto">
          <a:xfrm>
            <a:off x="2895600" y="3962400"/>
            <a:ext cx="457200" cy="457200"/>
            <a:chOff x="1344" y="1248"/>
            <a:chExt cx="288" cy="288"/>
          </a:xfrm>
        </p:grpSpPr>
        <p:sp>
          <p:nvSpPr>
            <p:cNvPr id="238642" name="Oval 50"/>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8643" name="Text Box 51"/>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D</a:t>
              </a:r>
              <a:endParaRPr lang="en-GB" altLang="x-none"/>
            </a:p>
          </p:txBody>
        </p:sp>
      </p:grpSp>
      <p:sp>
        <p:nvSpPr>
          <p:cNvPr id="238644" name="Line 52"/>
          <p:cNvSpPr>
            <a:spLocks noChangeShapeType="1"/>
          </p:cNvSpPr>
          <p:nvPr/>
        </p:nvSpPr>
        <p:spPr bwMode="auto">
          <a:xfrm flipH="1">
            <a:off x="3048000" y="3505200"/>
            <a:ext cx="914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8645" name="Text Box 53"/>
          <p:cNvSpPr txBox="1">
            <a:spLocks noChangeArrowheads="1"/>
          </p:cNvSpPr>
          <p:nvPr/>
        </p:nvSpPr>
        <p:spPr bwMode="auto">
          <a:xfrm>
            <a:off x="2209800" y="39766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[473]</a:t>
            </a:r>
            <a:endParaRPr lang="en-GB" altLang="x-none"/>
          </a:p>
        </p:txBody>
      </p:sp>
      <p:sp>
        <p:nvSpPr>
          <p:cNvPr id="57" name="Text Box 27"/>
          <p:cNvSpPr txBox="1">
            <a:spLocks noChangeArrowheads="1"/>
          </p:cNvSpPr>
          <p:nvPr/>
        </p:nvSpPr>
        <p:spPr bwMode="auto">
          <a:xfrm>
            <a:off x="7391400" y="44196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dirty="0">
                <a:solidFill>
                  <a:schemeClr val="hlink"/>
                </a:solidFill>
              </a:rPr>
              <a:t>211</a:t>
            </a:r>
            <a:endParaRPr lang="en-GB" altLang="x-none" b="1" dirty="0">
              <a:solidFill>
                <a:schemeClr val="hlink"/>
              </a:solidFill>
            </a:endParaRPr>
          </a:p>
        </p:txBody>
      </p:sp>
    </p:spTree>
    <p:extLst>
      <p:ext uri="{BB962C8B-B14F-4D97-AF65-F5344CB8AC3E}">
        <p14:creationId xmlns:p14="http://schemas.microsoft.com/office/powerpoint/2010/main" val="20401411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8" name="Rectangle 2"/>
          <p:cNvSpPr>
            <a:spLocks noGrp="1" noChangeArrowheads="1"/>
          </p:cNvSpPr>
          <p:nvPr>
            <p:ph type="title"/>
          </p:nvPr>
        </p:nvSpPr>
        <p:spPr/>
        <p:txBody>
          <a:bodyPr/>
          <a:lstStyle/>
          <a:p>
            <a:r>
              <a:rPr lang="en-US" altLang="x-none"/>
              <a:t>A* Search: Tree Search</a:t>
            </a:r>
            <a:endParaRPr lang="en-GB" altLang="x-none"/>
          </a:p>
        </p:txBody>
      </p:sp>
      <p:sp>
        <p:nvSpPr>
          <p:cNvPr id="55" name="Slide Number Placeholder 6"/>
          <p:cNvSpPr>
            <a:spLocks noGrp="1"/>
          </p:cNvSpPr>
          <p:nvPr>
            <p:ph type="sldNum" sz="quarter" idx="12"/>
          </p:nvPr>
        </p:nvSpPr>
        <p:spPr/>
        <p:txBody>
          <a:bodyPr/>
          <a:lstStyle/>
          <a:p>
            <a:fld id="{3F2B23C9-F904-45BC-AC47-B55CE32948AE}" type="slidenum">
              <a:rPr lang="en-GB" altLang="x-none" smtClean="0"/>
              <a:pPr/>
              <a:t>37</a:t>
            </a:fld>
            <a:endParaRPr lang="en-GB" altLang="x-none"/>
          </a:p>
        </p:txBody>
      </p:sp>
      <p:grpSp>
        <p:nvGrpSpPr>
          <p:cNvPr id="239619" name="Group 3"/>
          <p:cNvGrpSpPr>
            <a:grpSpLocks/>
          </p:cNvGrpSpPr>
          <p:nvPr/>
        </p:nvGrpSpPr>
        <p:grpSpPr bwMode="auto">
          <a:xfrm>
            <a:off x="5867400" y="1843088"/>
            <a:ext cx="457200" cy="457200"/>
            <a:chOff x="1344" y="1248"/>
            <a:chExt cx="288" cy="288"/>
          </a:xfrm>
        </p:grpSpPr>
        <p:sp>
          <p:nvSpPr>
            <p:cNvPr id="239620" name="Oval 4"/>
            <p:cNvSpPr>
              <a:spLocks noChangeArrowheads="1"/>
            </p:cNvSpPr>
            <p:nvPr/>
          </p:nvSpPr>
          <p:spPr bwMode="auto">
            <a:xfrm>
              <a:off x="1344" y="1248"/>
              <a:ext cx="288" cy="28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21" name="Text Box 5"/>
            <p:cNvSpPr txBox="1">
              <a:spLocks noChangeArrowheads="1"/>
            </p:cNvSpPr>
            <p:nvPr/>
          </p:nvSpPr>
          <p:spPr bwMode="auto">
            <a:xfrm>
              <a:off x="1392" y="1296"/>
              <a:ext cx="192" cy="231"/>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A</a:t>
              </a:r>
              <a:endParaRPr lang="en-GB" altLang="x-none"/>
            </a:p>
          </p:txBody>
        </p:sp>
      </p:grpSp>
      <p:grpSp>
        <p:nvGrpSpPr>
          <p:cNvPr id="239622" name="Group 6"/>
          <p:cNvGrpSpPr>
            <a:grpSpLocks/>
          </p:cNvGrpSpPr>
          <p:nvPr/>
        </p:nvGrpSpPr>
        <p:grpSpPr bwMode="auto">
          <a:xfrm>
            <a:off x="8229600" y="2971800"/>
            <a:ext cx="457200" cy="457200"/>
            <a:chOff x="1344" y="1248"/>
            <a:chExt cx="288" cy="288"/>
          </a:xfrm>
        </p:grpSpPr>
        <p:sp>
          <p:nvSpPr>
            <p:cNvPr id="239623" name="Oval 7"/>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24" name="Text Box 8"/>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B</a:t>
              </a:r>
              <a:endParaRPr lang="en-GB" altLang="x-none"/>
            </a:p>
          </p:txBody>
        </p:sp>
      </p:grpSp>
      <p:grpSp>
        <p:nvGrpSpPr>
          <p:cNvPr id="239625" name="Group 9"/>
          <p:cNvGrpSpPr>
            <a:grpSpLocks/>
          </p:cNvGrpSpPr>
          <p:nvPr/>
        </p:nvGrpSpPr>
        <p:grpSpPr bwMode="auto">
          <a:xfrm>
            <a:off x="3733800" y="3048000"/>
            <a:ext cx="457200" cy="457200"/>
            <a:chOff x="1344" y="1248"/>
            <a:chExt cx="288" cy="288"/>
          </a:xfrm>
        </p:grpSpPr>
        <p:sp>
          <p:nvSpPr>
            <p:cNvPr id="239626" name="Oval 10"/>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27" name="Text Box 11"/>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C</a:t>
              </a:r>
              <a:endParaRPr lang="en-GB" altLang="x-none"/>
            </a:p>
          </p:txBody>
        </p:sp>
      </p:grpSp>
      <p:grpSp>
        <p:nvGrpSpPr>
          <p:cNvPr id="239628" name="Group 12"/>
          <p:cNvGrpSpPr>
            <a:grpSpLocks/>
          </p:cNvGrpSpPr>
          <p:nvPr/>
        </p:nvGrpSpPr>
        <p:grpSpPr bwMode="auto">
          <a:xfrm>
            <a:off x="5943600" y="2986088"/>
            <a:ext cx="457200" cy="457200"/>
            <a:chOff x="1344" y="1248"/>
            <a:chExt cx="288" cy="288"/>
          </a:xfrm>
        </p:grpSpPr>
        <p:sp>
          <p:nvSpPr>
            <p:cNvPr id="239629" name="Oval 13"/>
            <p:cNvSpPr>
              <a:spLocks noChangeArrowheads="1"/>
            </p:cNvSpPr>
            <p:nvPr/>
          </p:nvSpPr>
          <p:spPr bwMode="auto">
            <a:xfrm>
              <a:off x="1344" y="1248"/>
              <a:ext cx="288" cy="28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30" name="Text Box 14"/>
            <p:cNvSpPr txBox="1">
              <a:spLocks noChangeArrowheads="1"/>
            </p:cNvSpPr>
            <p:nvPr/>
          </p:nvSpPr>
          <p:spPr bwMode="auto">
            <a:xfrm>
              <a:off x="1392" y="1296"/>
              <a:ext cx="192" cy="231"/>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E</a:t>
              </a:r>
              <a:endParaRPr lang="en-GB" altLang="x-none"/>
            </a:p>
          </p:txBody>
        </p:sp>
      </p:grpSp>
      <p:grpSp>
        <p:nvGrpSpPr>
          <p:cNvPr id="239631" name="Group 15"/>
          <p:cNvGrpSpPr>
            <a:grpSpLocks/>
          </p:cNvGrpSpPr>
          <p:nvPr/>
        </p:nvGrpSpPr>
        <p:grpSpPr bwMode="auto">
          <a:xfrm>
            <a:off x="6629400" y="3900488"/>
            <a:ext cx="457200" cy="457200"/>
            <a:chOff x="1344" y="1248"/>
            <a:chExt cx="288" cy="288"/>
          </a:xfrm>
        </p:grpSpPr>
        <p:sp>
          <p:nvSpPr>
            <p:cNvPr id="239632" name="Oval 16"/>
            <p:cNvSpPr>
              <a:spLocks noChangeArrowheads="1"/>
            </p:cNvSpPr>
            <p:nvPr/>
          </p:nvSpPr>
          <p:spPr bwMode="auto">
            <a:xfrm>
              <a:off x="1344" y="1248"/>
              <a:ext cx="288" cy="28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33" name="Text Box 17"/>
            <p:cNvSpPr txBox="1">
              <a:spLocks noChangeArrowheads="1"/>
            </p:cNvSpPr>
            <p:nvPr/>
          </p:nvSpPr>
          <p:spPr bwMode="auto">
            <a:xfrm>
              <a:off x="1392" y="1296"/>
              <a:ext cx="192" cy="231"/>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F</a:t>
              </a:r>
              <a:endParaRPr lang="en-GB" altLang="x-none"/>
            </a:p>
          </p:txBody>
        </p:sp>
      </p:grpSp>
      <p:sp>
        <p:nvSpPr>
          <p:cNvPr id="239634" name="Line 18"/>
          <p:cNvSpPr>
            <a:spLocks noChangeShapeType="1"/>
          </p:cNvSpPr>
          <p:nvPr/>
        </p:nvSpPr>
        <p:spPr bwMode="auto">
          <a:xfrm>
            <a:off x="6172200" y="3443288"/>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9635" name="Text Box 19"/>
          <p:cNvSpPr txBox="1">
            <a:spLocks noChangeArrowheads="1"/>
          </p:cNvSpPr>
          <p:nvPr/>
        </p:nvSpPr>
        <p:spPr bwMode="auto">
          <a:xfrm>
            <a:off x="6400800" y="33670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99</a:t>
            </a:r>
            <a:endParaRPr lang="en-GB" altLang="x-none" b="1">
              <a:solidFill>
                <a:schemeClr val="hlink"/>
              </a:solidFill>
            </a:endParaRPr>
          </a:p>
        </p:txBody>
      </p:sp>
      <p:grpSp>
        <p:nvGrpSpPr>
          <p:cNvPr id="239636" name="Group 20"/>
          <p:cNvGrpSpPr>
            <a:grpSpLocks/>
          </p:cNvGrpSpPr>
          <p:nvPr/>
        </p:nvGrpSpPr>
        <p:grpSpPr bwMode="auto">
          <a:xfrm>
            <a:off x="5105400" y="3900488"/>
            <a:ext cx="457200" cy="457200"/>
            <a:chOff x="1344" y="1248"/>
            <a:chExt cx="288" cy="288"/>
          </a:xfrm>
        </p:grpSpPr>
        <p:sp>
          <p:nvSpPr>
            <p:cNvPr id="239637" name="Oval 21"/>
            <p:cNvSpPr>
              <a:spLocks noChangeArrowheads="1"/>
            </p:cNvSpPr>
            <p:nvPr/>
          </p:nvSpPr>
          <p:spPr bwMode="auto">
            <a:xfrm>
              <a:off x="1344" y="1248"/>
              <a:ext cx="288" cy="28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38" name="Text Box 22"/>
            <p:cNvSpPr txBox="1">
              <a:spLocks noChangeArrowheads="1"/>
            </p:cNvSpPr>
            <p:nvPr/>
          </p:nvSpPr>
          <p:spPr bwMode="auto">
            <a:xfrm>
              <a:off x="1392" y="1296"/>
              <a:ext cx="192" cy="23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G</a:t>
              </a:r>
              <a:endParaRPr lang="en-GB" altLang="x-none"/>
            </a:p>
          </p:txBody>
        </p:sp>
      </p:grpSp>
      <p:grpSp>
        <p:nvGrpSpPr>
          <p:cNvPr id="239639" name="Group 23"/>
          <p:cNvGrpSpPr>
            <a:grpSpLocks/>
          </p:cNvGrpSpPr>
          <p:nvPr/>
        </p:nvGrpSpPr>
        <p:grpSpPr bwMode="auto">
          <a:xfrm>
            <a:off x="4267200" y="4814888"/>
            <a:ext cx="457200" cy="457200"/>
            <a:chOff x="1344" y="1248"/>
            <a:chExt cx="288" cy="288"/>
          </a:xfrm>
        </p:grpSpPr>
        <p:sp>
          <p:nvSpPr>
            <p:cNvPr id="239640" name="Oval 24"/>
            <p:cNvSpPr>
              <a:spLocks noChangeArrowheads="1"/>
            </p:cNvSpPr>
            <p:nvPr/>
          </p:nvSpPr>
          <p:spPr bwMode="auto">
            <a:xfrm>
              <a:off x="1344" y="1248"/>
              <a:ext cx="288" cy="28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41" name="Text Box 25"/>
            <p:cNvSpPr txBox="1">
              <a:spLocks noChangeArrowheads="1"/>
            </p:cNvSpPr>
            <p:nvPr/>
          </p:nvSpPr>
          <p:spPr bwMode="auto">
            <a:xfrm>
              <a:off x="1392" y="1296"/>
              <a:ext cx="192" cy="23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H</a:t>
              </a:r>
              <a:endParaRPr lang="en-GB" altLang="x-none"/>
            </a:p>
          </p:txBody>
        </p:sp>
      </p:grpSp>
      <p:sp>
        <p:nvSpPr>
          <p:cNvPr id="239642" name="Line 26"/>
          <p:cNvSpPr>
            <a:spLocks noChangeShapeType="1"/>
          </p:cNvSpPr>
          <p:nvPr/>
        </p:nvSpPr>
        <p:spPr bwMode="auto">
          <a:xfrm flipH="1">
            <a:off x="5257800" y="3443288"/>
            <a:ext cx="914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9643" name="Line 27"/>
          <p:cNvSpPr>
            <a:spLocks noChangeShapeType="1"/>
          </p:cNvSpPr>
          <p:nvPr/>
        </p:nvSpPr>
        <p:spPr bwMode="auto">
          <a:xfrm flipH="1">
            <a:off x="4572000" y="4357688"/>
            <a:ext cx="762000" cy="4429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9644" name="Text Box 28"/>
          <p:cNvSpPr txBox="1">
            <a:spLocks noChangeArrowheads="1"/>
          </p:cNvSpPr>
          <p:nvPr/>
        </p:nvSpPr>
        <p:spPr bwMode="auto">
          <a:xfrm>
            <a:off x="5334000" y="33670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80</a:t>
            </a:r>
            <a:endParaRPr lang="en-GB" altLang="x-none" b="1">
              <a:solidFill>
                <a:schemeClr val="hlink"/>
              </a:solidFill>
            </a:endParaRPr>
          </a:p>
        </p:txBody>
      </p:sp>
      <p:sp>
        <p:nvSpPr>
          <p:cNvPr id="239645" name="Line 29"/>
          <p:cNvSpPr>
            <a:spLocks noChangeShapeType="1"/>
          </p:cNvSpPr>
          <p:nvPr/>
        </p:nvSpPr>
        <p:spPr bwMode="auto">
          <a:xfrm>
            <a:off x="6096000" y="2300288"/>
            <a:ext cx="2362200" cy="671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9646" name="Line 30"/>
          <p:cNvSpPr>
            <a:spLocks noChangeShapeType="1"/>
          </p:cNvSpPr>
          <p:nvPr/>
        </p:nvSpPr>
        <p:spPr bwMode="auto">
          <a:xfrm>
            <a:off x="6096000" y="2300288"/>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9647" name="Line 31"/>
          <p:cNvSpPr>
            <a:spLocks noChangeShapeType="1"/>
          </p:cNvSpPr>
          <p:nvPr/>
        </p:nvSpPr>
        <p:spPr bwMode="auto">
          <a:xfrm flipH="1">
            <a:off x="3962400" y="2300288"/>
            <a:ext cx="2133600" cy="7477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9648" name="Text Box 32"/>
          <p:cNvSpPr txBox="1">
            <a:spLocks noChangeArrowheads="1"/>
          </p:cNvSpPr>
          <p:nvPr/>
        </p:nvSpPr>
        <p:spPr bwMode="auto">
          <a:xfrm>
            <a:off x="6400800" y="1828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t>Start</a:t>
            </a:r>
            <a:endParaRPr lang="en-GB" altLang="x-none" b="1"/>
          </a:p>
        </p:txBody>
      </p:sp>
      <p:sp>
        <p:nvSpPr>
          <p:cNvPr id="239649" name="Text Box 33"/>
          <p:cNvSpPr txBox="1">
            <a:spLocks noChangeArrowheads="1"/>
          </p:cNvSpPr>
          <p:nvPr/>
        </p:nvSpPr>
        <p:spPr bwMode="auto">
          <a:xfrm>
            <a:off x="4953000" y="4495801"/>
            <a:ext cx="609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97</a:t>
            </a:r>
            <a:endParaRPr lang="en-GB" altLang="x-none" b="1">
              <a:solidFill>
                <a:schemeClr val="hlink"/>
              </a:solidFill>
            </a:endParaRPr>
          </a:p>
        </p:txBody>
      </p:sp>
      <p:sp>
        <p:nvSpPr>
          <p:cNvPr id="239650" name="Text Box 34"/>
          <p:cNvSpPr txBox="1">
            <a:spLocks noChangeArrowheads="1"/>
          </p:cNvSpPr>
          <p:nvPr/>
        </p:nvSpPr>
        <p:spPr bwMode="auto">
          <a:xfrm>
            <a:off x="7315200" y="2300288"/>
            <a:ext cx="6096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75</a:t>
            </a:r>
            <a:endParaRPr lang="en-GB" altLang="x-none" b="1">
              <a:solidFill>
                <a:schemeClr val="hlink"/>
              </a:solidFill>
            </a:endParaRPr>
          </a:p>
        </p:txBody>
      </p:sp>
      <p:sp>
        <p:nvSpPr>
          <p:cNvPr id="239651" name="Text Box 35"/>
          <p:cNvSpPr txBox="1">
            <a:spLocks noChangeArrowheads="1"/>
          </p:cNvSpPr>
          <p:nvPr/>
        </p:nvSpPr>
        <p:spPr bwMode="auto">
          <a:xfrm>
            <a:off x="4343400" y="23002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118</a:t>
            </a:r>
            <a:endParaRPr lang="en-GB" altLang="x-none" b="1">
              <a:solidFill>
                <a:schemeClr val="hlink"/>
              </a:solidFill>
            </a:endParaRPr>
          </a:p>
        </p:txBody>
      </p:sp>
      <p:sp>
        <p:nvSpPr>
          <p:cNvPr id="239652" name="Text Box 36"/>
          <p:cNvSpPr txBox="1">
            <a:spLocks noChangeArrowheads="1"/>
          </p:cNvSpPr>
          <p:nvPr/>
        </p:nvSpPr>
        <p:spPr bwMode="auto">
          <a:xfrm>
            <a:off x="6096000" y="2543176"/>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solidFill>
                  <a:schemeClr val="hlink"/>
                </a:solidFill>
              </a:rPr>
              <a:t>140</a:t>
            </a:r>
            <a:endParaRPr lang="en-GB" altLang="x-none" b="1">
              <a:solidFill>
                <a:schemeClr val="hlink"/>
              </a:solidFill>
            </a:endParaRPr>
          </a:p>
        </p:txBody>
      </p:sp>
      <p:sp>
        <p:nvSpPr>
          <p:cNvPr id="239653" name="Text Box 37"/>
          <p:cNvSpPr txBox="1">
            <a:spLocks noChangeArrowheads="1"/>
          </p:cNvSpPr>
          <p:nvPr/>
        </p:nvSpPr>
        <p:spPr bwMode="auto">
          <a:xfrm>
            <a:off x="6400800" y="29860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[393]</a:t>
            </a:r>
            <a:endParaRPr lang="en-GB" altLang="x-none"/>
          </a:p>
        </p:txBody>
      </p:sp>
      <p:sp>
        <p:nvSpPr>
          <p:cNvPr id="239654" name="Text Box 38"/>
          <p:cNvSpPr txBox="1">
            <a:spLocks noChangeArrowheads="1"/>
          </p:cNvSpPr>
          <p:nvPr/>
        </p:nvSpPr>
        <p:spPr bwMode="auto">
          <a:xfrm>
            <a:off x="8686800" y="2971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[449]</a:t>
            </a:r>
            <a:endParaRPr lang="en-GB" altLang="x-none"/>
          </a:p>
        </p:txBody>
      </p:sp>
      <p:sp>
        <p:nvSpPr>
          <p:cNvPr id="239655" name="Text Box 39"/>
          <p:cNvSpPr txBox="1">
            <a:spLocks noChangeArrowheads="1"/>
          </p:cNvSpPr>
          <p:nvPr/>
        </p:nvSpPr>
        <p:spPr bwMode="auto">
          <a:xfrm>
            <a:off x="2971800" y="31242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[447]</a:t>
            </a:r>
            <a:endParaRPr lang="en-GB" altLang="x-none"/>
          </a:p>
        </p:txBody>
      </p:sp>
      <p:sp>
        <p:nvSpPr>
          <p:cNvPr id="239656" name="Text Box 40"/>
          <p:cNvSpPr txBox="1">
            <a:spLocks noChangeArrowheads="1"/>
          </p:cNvSpPr>
          <p:nvPr/>
        </p:nvSpPr>
        <p:spPr bwMode="auto">
          <a:xfrm>
            <a:off x="7162800" y="39004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[417]</a:t>
            </a:r>
            <a:endParaRPr lang="en-GB" altLang="x-none"/>
          </a:p>
        </p:txBody>
      </p:sp>
      <p:sp>
        <p:nvSpPr>
          <p:cNvPr id="239657" name="Text Box 41"/>
          <p:cNvSpPr txBox="1">
            <a:spLocks noChangeArrowheads="1"/>
          </p:cNvSpPr>
          <p:nvPr/>
        </p:nvSpPr>
        <p:spPr bwMode="auto">
          <a:xfrm>
            <a:off x="4343400" y="39766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[413]</a:t>
            </a:r>
            <a:endParaRPr lang="en-GB" altLang="x-none"/>
          </a:p>
        </p:txBody>
      </p:sp>
      <p:sp>
        <p:nvSpPr>
          <p:cNvPr id="239658" name="Text Box 42"/>
          <p:cNvSpPr txBox="1">
            <a:spLocks noChangeArrowheads="1"/>
          </p:cNvSpPr>
          <p:nvPr/>
        </p:nvSpPr>
        <p:spPr bwMode="auto">
          <a:xfrm>
            <a:off x="3581400" y="4876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[455]</a:t>
            </a:r>
            <a:endParaRPr lang="en-GB" altLang="x-none"/>
          </a:p>
        </p:txBody>
      </p:sp>
      <p:sp>
        <p:nvSpPr>
          <p:cNvPr id="239659" name="Text Box 43"/>
          <p:cNvSpPr txBox="1">
            <a:spLocks noChangeArrowheads="1"/>
          </p:cNvSpPr>
          <p:nvPr/>
        </p:nvSpPr>
        <p:spPr bwMode="auto">
          <a:xfrm>
            <a:off x="6629400" y="4876801"/>
            <a:ext cx="1219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a:t>Goal</a:t>
            </a:r>
            <a:endParaRPr lang="en-GB" altLang="x-none" b="1"/>
          </a:p>
        </p:txBody>
      </p:sp>
      <p:grpSp>
        <p:nvGrpSpPr>
          <p:cNvPr id="239660" name="Group 44"/>
          <p:cNvGrpSpPr>
            <a:grpSpLocks/>
          </p:cNvGrpSpPr>
          <p:nvPr/>
        </p:nvGrpSpPr>
        <p:grpSpPr bwMode="auto">
          <a:xfrm>
            <a:off x="7315200" y="4800600"/>
            <a:ext cx="457200" cy="457200"/>
            <a:chOff x="1344" y="1248"/>
            <a:chExt cx="288" cy="288"/>
          </a:xfrm>
        </p:grpSpPr>
        <p:sp>
          <p:nvSpPr>
            <p:cNvPr id="239661" name="Oval 45"/>
            <p:cNvSpPr>
              <a:spLocks noChangeArrowheads="1"/>
            </p:cNvSpPr>
            <p:nvPr/>
          </p:nvSpPr>
          <p:spPr bwMode="auto">
            <a:xfrm>
              <a:off x="1344" y="1248"/>
              <a:ext cx="288" cy="28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62" name="Text Box 46"/>
            <p:cNvSpPr txBox="1">
              <a:spLocks noChangeArrowheads="1"/>
            </p:cNvSpPr>
            <p:nvPr/>
          </p:nvSpPr>
          <p:spPr bwMode="auto">
            <a:xfrm>
              <a:off x="1392" y="1296"/>
              <a:ext cx="192" cy="231"/>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I</a:t>
              </a:r>
              <a:endParaRPr lang="en-GB" altLang="x-none"/>
            </a:p>
          </p:txBody>
        </p:sp>
      </p:grpSp>
      <p:sp>
        <p:nvSpPr>
          <p:cNvPr id="239663" name="Line 47"/>
          <p:cNvSpPr>
            <a:spLocks noChangeShapeType="1"/>
          </p:cNvSpPr>
          <p:nvPr/>
        </p:nvSpPr>
        <p:spPr bwMode="auto">
          <a:xfrm>
            <a:off x="6934200" y="4343400"/>
            <a:ext cx="6096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9664" name="Text Box 48"/>
          <p:cNvSpPr txBox="1">
            <a:spLocks noChangeArrowheads="1"/>
          </p:cNvSpPr>
          <p:nvPr/>
        </p:nvSpPr>
        <p:spPr bwMode="auto">
          <a:xfrm>
            <a:off x="7772400" y="48768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[450]</a:t>
            </a:r>
            <a:endParaRPr lang="en-GB" altLang="x-none"/>
          </a:p>
        </p:txBody>
      </p:sp>
      <p:grpSp>
        <p:nvGrpSpPr>
          <p:cNvPr id="239665" name="Group 49"/>
          <p:cNvGrpSpPr>
            <a:grpSpLocks/>
          </p:cNvGrpSpPr>
          <p:nvPr/>
        </p:nvGrpSpPr>
        <p:grpSpPr bwMode="auto">
          <a:xfrm>
            <a:off x="2895600" y="3962400"/>
            <a:ext cx="457200" cy="457200"/>
            <a:chOff x="1344" y="1248"/>
            <a:chExt cx="288" cy="288"/>
          </a:xfrm>
        </p:grpSpPr>
        <p:sp>
          <p:nvSpPr>
            <p:cNvPr id="239666" name="Oval 50"/>
            <p:cNvSpPr>
              <a:spLocks noChangeArrowheads="1"/>
            </p:cNvSpPr>
            <p:nvPr/>
          </p:nvSpPr>
          <p:spPr bwMode="auto">
            <a:xfrm>
              <a:off x="1344" y="1248"/>
              <a:ext cx="288" cy="288"/>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9667" name="Text Box 51"/>
            <p:cNvSpPr txBox="1">
              <a:spLocks noChangeArrowheads="1"/>
            </p:cNvSpPr>
            <p:nvPr/>
          </p:nvSpPr>
          <p:spPr bwMode="auto">
            <a:xfrm>
              <a:off x="1392" y="1296"/>
              <a:ext cx="19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D</a:t>
              </a:r>
              <a:endParaRPr lang="en-GB" altLang="x-none"/>
            </a:p>
          </p:txBody>
        </p:sp>
      </p:grpSp>
      <p:sp>
        <p:nvSpPr>
          <p:cNvPr id="239668" name="Line 52"/>
          <p:cNvSpPr>
            <a:spLocks noChangeShapeType="1"/>
          </p:cNvSpPr>
          <p:nvPr/>
        </p:nvSpPr>
        <p:spPr bwMode="auto">
          <a:xfrm flipH="1">
            <a:off x="3048000" y="3505200"/>
            <a:ext cx="914400"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9669" name="Text Box 53"/>
          <p:cNvSpPr txBox="1">
            <a:spLocks noChangeArrowheads="1"/>
          </p:cNvSpPr>
          <p:nvPr/>
        </p:nvSpPr>
        <p:spPr bwMode="auto">
          <a:xfrm>
            <a:off x="2209800" y="3976688"/>
            <a:ext cx="7620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a:t>[473]</a:t>
            </a:r>
            <a:endParaRPr lang="en-GB" altLang="x-none"/>
          </a:p>
        </p:txBody>
      </p:sp>
      <p:sp>
        <p:nvSpPr>
          <p:cNvPr id="239670" name="Text Box 54"/>
          <p:cNvSpPr txBox="1">
            <a:spLocks noChangeArrowheads="1"/>
          </p:cNvSpPr>
          <p:nvPr/>
        </p:nvSpPr>
        <p:spPr bwMode="auto">
          <a:xfrm>
            <a:off x="1981200" y="5613738"/>
            <a:ext cx="640080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sz="2400" dirty="0"/>
              <a:t>A* not optimal !!!</a:t>
            </a:r>
          </a:p>
          <a:p>
            <a:pPr>
              <a:spcBef>
                <a:spcPct val="50000"/>
              </a:spcBef>
            </a:pPr>
            <a:r>
              <a:rPr lang="en-US" altLang="x-none" sz="2400" dirty="0"/>
              <a:t>When heuristic h is not admissible</a:t>
            </a:r>
            <a:endParaRPr lang="en-GB" altLang="x-none" sz="2400" dirty="0"/>
          </a:p>
        </p:txBody>
      </p:sp>
      <p:sp>
        <p:nvSpPr>
          <p:cNvPr id="58" name="Rectangle 57"/>
          <p:cNvSpPr/>
          <p:nvPr/>
        </p:nvSpPr>
        <p:spPr>
          <a:xfrm>
            <a:off x="6705601" y="5848290"/>
            <a:ext cx="3434273" cy="400110"/>
          </a:xfrm>
          <a:prstGeom prst="rect">
            <a:avLst/>
          </a:prstGeom>
        </p:spPr>
        <p:txBody>
          <a:bodyPr wrap="none">
            <a:spAutoFit/>
          </a:bodyPr>
          <a:lstStyle/>
          <a:p>
            <a:pPr>
              <a:spcBef>
                <a:spcPct val="50000"/>
              </a:spcBef>
            </a:pPr>
            <a:r>
              <a:rPr lang="en-US" altLang="x-none" sz="2000" b="1" dirty="0" err="1"/>
              <a:t>dist</a:t>
            </a:r>
            <a:r>
              <a:rPr lang="en-US" altLang="x-none" sz="2000" b="1" dirty="0"/>
              <a:t>(A-E-F-I) =140+99+211=</a:t>
            </a:r>
            <a:r>
              <a:rPr lang="en-US" altLang="x-none" sz="2000" b="1" dirty="0">
                <a:solidFill>
                  <a:srgbClr val="F466E0"/>
                </a:solidFill>
              </a:rPr>
              <a:t>450</a:t>
            </a:r>
            <a:endParaRPr lang="en-GB" altLang="x-none" sz="2000" b="1" dirty="0">
              <a:solidFill>
                <a:srgbClr val="F466E0"/>
              </a:solidFill>
            </a:endParaRPr>
          </a:p>
        </p:txBody>
      </p:sp>
      <p:sp>
        <p:nvSpPr>
          <p:cNvPr id="59" name="Text Box 27"/>
          <p:cNvSpPr txBox="1">
            <a:spLocks noChangeArrowheads="1"/>
          </p:cNvSpPr>
          <p:nvPr/>
        </p:nvSpPr>
        <p:spPr bwMode="auto">
          <a:xfrm>
            <a:off x="7391400" y="4419601"/>
            <a:ext cx="76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x-none" b="1" dirty="0">
                <a:solidFill>
                  <a:schemeClr val="hlink"/>
                </a:solidFill>
              </a:rPr>
              <a:t>211</a:t>
            </a:r>
            <a:endParaRPr lang="en-GB" altLang="x-none" b="1" dirty="0">
              <a:solidFill>
                <a:schemeClr val="hlink"/>
              </a:solidFill>
            </a:endParaRPr>
          </a:p>
        </p:txBody>
      </p:sp>
    </p:spTree>
    <p:extLst>
      <p:ext uri="{BB962C8B-B14F-4D97-AF65-F5344CB8AC3E}">
        <p14:creationId xmlns:p14="http://schemas.microsoft.com/office/powerpoint/2010/main" val="29631646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dirty="0">
                <a:latin typeface="Calibri"/>
                <a:cs typeface="Calibri"/>
              </a:rPr>
              <a:t>A* Tree Search</a:t>
            </a:r>
          </a:p>
        </p:txBody>
      </p:sp>
      <p:sp>
        <p:nvSpPr>
          <p:cNvPr id="18" name="Oval 17"/>
          <p:cNvSpPr/>
          <p:nvPr/>
        </p:nvSpPr>
        <p:spPr>
          <a:xfrm>
            <a:off x="464021" y="2967235"/>
            <a:ext cx="762000" cy="762000"/>
          </a:xfrm>
          <a:prstGeom prst="ellipse">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lIns="91438" tIns="45719" rIns="91438" bIns="45719" anchor="ctr"/>
          <a:lstStyle/>
          <a:p>
            <a:pPr algn="ctr">
              <a:defRPr/>
            </a:pPr>
            <a:r>
              <a:rPr lang="en-US" sz="2800" b="1" dirty="0">
                <a:latin typeface="Calibri"/>
                <a:cs typeface="Calibri"/>
              </a:rPr>
              <a:t>S</a:t>
            </a:r>
          </a:p>
        </p:txBody>
      </p:sp>
      <p:sp>
        <p:nvSpPr>
          <p:cNvPr id="19" name="Oval 18"/>
          <p:cNvSpPr/>
          <p:nvPr/>
        </p:nvSpPr>
        <p:spPr>
          <a:xfrm>
            <a:off x="2216621" y="2232160"/>
            <a:ext cx="762000" cy="762000"/>
          </a:xfrm>
          <a:prstGeom prst="ellipse">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lIns="91438" tIns="45719" rIns="91438" bIns="45719" anchor="ctr"/>
          <a:lstStyle/>
          <a:p>
            <a:pPr algn="ctr">
              <a:defRPr/>
            </a:pPr>
            <a:r>
              <a:rPr lang="en-US" sz="2800" dirty="0">
                <a:latin typeface="Calibri"/>
                <a:cs typeface="Calibri"/>
              </a:rPr>
              <a:t>A</a:t>
            </a:r>
          </a:p>
        </p:txBody>
      </p:sp>
      <p:sp>
        <p:nvSpPr>
          <p:cNvPr id="21" name="Oval 20"/>
          <p:cNvSpPr/>
          <p:nvPr/>
        </p:nvSpPr>
        <p:spPr>
          <a:xfrm>
            <a:off x="3893021" y="2994160"/>
            <a:ext cx="762000" cy="762000"/>
          </a:xfrm>
          <a:prstGeom prst="ellipse">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lIns="91438" tIns="45719" rIns="91438" bIns="45719" anchor="ctr"/>
          <a:lstStyle/>
          <a:p>
            <a:pPr algn="ctr">
              <a:defRPr/>
            </a:pPr>
            <a:r>
              <a:rPr lang="en-US" sz="2800" dirty="0">
                <a:latin typeface="Calibri"/>
                <a:cs typeface="Calibri"/>
              </a:rPr>
              <a:t>C</a:t>
            </a:r>
          </a:p>
        </p:txBody>
      </p:sp>
      <p:sp>
        <p:nvSpPr>
          <p:cNvPr id="22" name="Oval 21"/>
          <p:cNvSpPr/>
          <p:nvPr/>
        </p:nvSpPr>
        <p:spPr>
          <a:xfrm>
            <a:off x="3893021" y="5203960"/>
            <a:ext cx="762000" cy="762000"/>
          </a:xfrm>
          <a:prstGeom prst="ellipse">
            <a:avLst/>
          </a:prstGeom>
          <a:ln w="28575">
            <a:solidFill>
              <a:schemeClr val="tx1"/>
            </a:solidFill>
          </a:ln>
        </p:spPr>
        <p:style>
          <a:lnRef idx="2">
            <a:schemeClr val="accent6"/>
          </a:lnRef>
          <a:fillRef idx="1">
            <a:schemeClr val="lt1"/>
          </a:fillRef>
          <a:effectRef idx="0">
            <a:schemeClr val="accent6"/>
          </a:effectRef>
          <a:fontRef idx="minor">
            <a:schemeClr val="dk1"/>
          </a:fontRef>
        </p:style>
        <p:txBody>
          <a:bodyPr lIns="91438" tIns="45719" rIns="91438" bIns="45719" anchor="ctr"/>
          <a:lstStyle/>
          <a:p>
            <a:pPr algn="ctr">
              <a:defRPr/>
            </a:pPr>
            <a:r>
              <a:rPr lang="en-US" sz="2800" b="1" dirty="0">
                <a:latin typeface="Calibri"/>
                <a:cs typeface="Calibri"/>
              </a:rPr>
              <a:t>G</a:t>
            </a:r>
          </a:p>
        </p:txBody>
      </p:sp>
      <p:cxnSp>
        <p:nvCxnSpPr>
          <p:cNvPr id="24" name="Straight Arrow Connector 23"/>
          <p:cNvCxnSpPr>
            <a:stCxn id="18" idx="7"/>
            <a:endCxn id="19" idx="2"/>
          </p:cNvCxnSpPr>
          <p:nvPr/>
        </p:nvCxnSpPr>
        <p:spPr>
          <a:xfrm flipV="1">
            <a:off x="1114429" y="2613160"/>
            <a:ext cx="1102192" cy="465667"/>
          </a:xfrm>
          <a:prstGeom prst="straightConnector1">
            <a:avLst/>
          </a:prstGeom>
          <a:ln w="28575">
            <a:solidFill>
              <a:schemeClr val="tx1"/>
            </a:solidFill>
            <a:headEnd type="none" w="med" len="med"/>
            <a:tailEnd type="triangle" w="lg" len="lg"/>
          </a:ln>
        </p:spPr>
        <p:style>
          <a:lnRef idx="1">
            <a:schemeClr val="accent2"/>
          </a:lnRef>
          <a:fillRef idx="0">
            <a:schemeClr val="accent2"/>
          </a:fillRef>
          <a:effectRef idx="0">
            <a:schemeClr val="accent2"/>
          </a:effectRef>
          <a:fontRef idx="minor">
            <a:schemeClr val="tx1"/>
          </a:fontRef>
        </p:style>
      </p:cxnSp>
      <p:cxnSp>
        <p:nvCxnSpPr>
          <p:cNvPr id="27" name="Straight Arrow Connector 26"/>
          <p:cNvCxnSpPr>
            <a:cxnSpLocks/>
            <a:stCxn id="18" idx="5"/>
            <a:endCxn id="21" idx="3"/>
          </p:cNvCxnSpPr>
          <p:nvPr/>
        </p:nvCxnSpPr>
        <p:spPr>
          <a:xfrm>
            <a:off x="1114429" y="3617643"/>
            <a:ext cx="2890184" cy="26925"/>
          </a:xfrm>
          <a:prstGeom prst="straightConnector1">
            <a:avLst/>
          </a:prstGeom>
          <a:ln w="28575">
            <a:solidFill>
              <a:schemeClr val="tx1"/>
            </a:solidFill>
            <a:headEnd type="none" w="med" len="med"/>
            <a:tailEnd type="triangle" w="lg" len="lg"/>
          </a:ln>
        </p:spPr>
        <p:style>
          <a:lnRef idx="1">
            <a:schemeClr val="accent2"/>
          </a:lnRef>
          <a:fillRef idx="0">
            <a:schemeClr val="accent2"/>
          </a:fillRef>
          <a:effectRef idx="0">
            <a:schemeClr val="accent2"/>
          </a:effectRef>
          <a:fontRef idx="minor">
            <a:schemeClr val="tx1"/>
          </a:fontRef>
        </p:style>
      </p:cxnSp>
      <p:cxnSp>
        <p:nvCxnSpPr>
          <p:cNvPr id="31" name="Straight Arrow Connector 30"/>
          <p:cNvCxnSpPr>
            <a:stCxn id="19" idx="6"/>
            <a:endCxn id="21" idx="1"/>
          </p:cNvCxnSpPr>
          <p:nvPr/>
        </p:nvCxnSpPr>
        <p:spPr>
          <a:xfrm>
            <a:off x="2978621" y="2613160"/>
            <a:ext cx="1025992" cy="492592"/>
          </a:xfrm>
          <a:prstGeom prst="straightConnector1">
            <a:avLst/>
          </a:prstGeom>
          <a:ln w="28575">
            <a:solidFill>
              <a:schemeClr val="tx1"/>
            </a:solidFill>
            <a:headEnd type="none" w="med" len="med"/>
            <a:tailEnd type="triangle" w="lg" len="lg"/>
          </a:ln>
        </p:spPr>
        <p:style>
          <a:lnRef idx="1">
            <a:schemeClr val="accent2"/>
          </a:lnRef>
          <a:fillRef idx="0">
            <a:schemeClr val="accent2"/>
          </a:fillRef>
          <a:effectRef idx="0">
            <a:schemeClr val="accent2"/>
          </a:effectRef>
          <a:fontRef idx="minor">
            <a:schemeClr val="tx1"/>
          </a:fontRef>
        </p:style>
      </p:cxnSp>
      <p:cxnSp>
        <p:nvCxnSpPr>
          <p:cNvPr id="33" name="Straight Arrow Connector 32"/>
          <p:cNvCxnSpPr>
            <a:stCxn id="21" idx="4"/>
            <a:endCxn id="22" idx="0"/>
          </p:cNvCxnSpPr>
          <p:nvPr/>
        </p:nvCxnSpPr>
        <p:spPr>
          <a:xfrm>
            <a:off x="4274021" y="3756160"/>
            <a:ext cx="0" cy="1447800"/>
          </a:xfrm>
          <a:prstGeom prst="straightConnector1">
            <a:avLst/>
          </a:prstGeom>
          <a:ln w="28575">
            <a:solidFill>
              <a:schemeClr val="tx1"/>
            </a:solidFill>
            <a:headEnd type="none" w="med" len="med"/>
            <a:tailEnd type="triangle" w="lg" len="lg"/>
          </a:ln>
        </p:spPr>
        <p:style>
          <a:lnRef idx="1">
            <a:schemeClr val="accent2"/>
          </a:lnRef>
          <a:fillRef idx="0">
            <a:schemeClr val="accent2"/>
          </a:fillRef>
          <a:effectRef idx="0">
            <a:schemeClr val="accent2"/>
          </a:effectRef>
          <a:fontRef idx="minor">
            <a:schemeClr val="tx1"/>
          </a:fontRef>
        </p:style>
      </p:cxnSp>
      <p:sp>
        <p:nvSpPr>
          <p:cNvPr id="33805" name="TextBox 34"/>
          <p:cNvSpPr txBox="1">
            <a:spLocks noChangeArrowheads="1"/>
          </p:cNvSpPr>
          <p:nvPr/>
        </p:nvSpPr>
        <p:spPr bwMode="auto">
          <a:xfrm>
            <a:off x="1428411" y="2351551"/>
            <a:ext cx="367404" cy="523218"/>
          </a:xfrm>
          <a:prstGeom prst="rect">
            <a:avLst/>
          </a:prstGeom>
          <a:noFill/>
          <a:ln w="9525">
            <a:noFill/>
            <a:miter lim="800000"/>
            <a:headEnd/>
            <a:tailEnd/>
          </a:ln>
        </p:spPr>
        <p:txBody>
          <a:bodyPr wrap="none" lIns="91438" tIns="45719" rIns="91438" bIns="45719">
            <a:spAutoFit/>
          </a:bodyPr>
          <a:lstStyle/>
          <a:p>
            <a:r>
              <a:rPr lang="en-US" sz="2800" dirty="0">
                <a:latin typeface="Calibri"/>
                <a:cs typeface="Calibri"/>
              </a:rPr>
              <a:t>1</a:t>
            </a:r>
          </a:p>
        </p:txBody>
      </p:sp>
      <p:sp>
        <p:nvSpPr>
          <p:cNvPr id="33806" name="TextBox 35"/>
          <p:cNvSpPr txBox="1">
            <a:spLocks noChangeArrowheads="1"/>
          </p:cNvSpPr>
          <p:nvPr/>
        </p:nvSpPr>
        <p:spPr bwMode="auto">
          <a:xfrm>
            <a:off x="2309601" y="3626815"/>
            <a:ext cx="367404" cy="523218"/>
          </a:xfrm>
          <a:prstGeom prst="rect">
            <a:avLst/>
          </a:prstGeom>
          <a:noFill/>
          <a:ln w="9525">
            <a:noFill/>
            <a:miter lim="800000"/>
            <a:headEnd/>
            <a:tailEnd/>
          </a:ln>
        </p:spPr>
        <p:txBody>
          <a:bodyPr wrap="none" lIns="91438" tIns="45719" rIns="91438" bIns="45719">
            <a:spAutoFit/>
          </a:bodyPr>
          <a:lstStyle/>
          <a:p>
            <a:r>
              <a:rPr lang="en-US" sz="2800" dirty="0">
                <a:latin typeface="Calibri"/>
                <a:cs typeface="Calibri"/>
              </a:rPr>
              <a:t>3</a:t>
            </a:r>
          </a:p>
        </p:txBody>
      </p:sp>
      <p:sp>
        <p:nvSpPr>
          <p:cNvPr id="33807" name="TextBox 36"/>
          <p:cNvSpPr txBox="1">
            <a:spLocks noChangeArrowheads="1"/>
          </p:cNvSpPr>
          <p:nvPr/>
        </p:nvSpPr>
        <p:spPr bwMode="auto">
          <a:xfrm>
            <a:off x="3311562" y="2386148"/>
            <a:ext cx="367404" cy="523218"/>
          </a:xfrm>
          <a:prstGeom prst="rect">
            <a:avLst/>
          </a:prstGeom>
          <a:noFill/>
          <a:ln w="9525">
            <a:noFill/>
            <a:miter lim="800000"/>
            <a:headEnd/>
            <a:tailEnd/>
          </a:ln>
        </p:spPr>
        <p:txBody>
          <a:bodyPr wrap="none" lIns="91438" tIns="45719" rIns="91438" bIns="45719">
            <a:spAutoFit/>
          </a:bodyPr>
          <a:lstStyle/>
          <a:p>
            <a:r>
              <a:rPr lang="en-US" sz="2800" dirty="0">
                <a:latin typeface="Calibri"/>
                <a:cs typeface="Calibri"/>
              </a:rPr>
              <a:t>1</a:t>
            </a:r>
          </a:p>
        </p:txBody>
      </p:sp>
      <p:sp>
        <p:nvSpPr>
          <p:cNvPr id="33809" name="TextBox 38"/>
          <p:cNvSpPr txBox="1">
            <a:spLocks noChangeArrowheads="1"/>
          </p:cNvSpPr>
          <p:nvPr/>
        </p:nvSpPr>
        <p:spPr bwMode="auto">
          <a:xfrm>
            <a:off x="4291551" y="4111791"/>
            <a:ext cx="367404" cy="523218"/>
          </a:xfrm>
          <a:prstGeom prst="rect">
            <a:avLst/>
          </a:prstGeom>
          <a:noFill/>
          <a:ln w="9525">
            <a:noFill/>
            <a:miter lim="800000"/>
            <a:headEnd/>
            <a:tailEnd/>
          </a:ln>
        </p:spPr>
        <p:txBody>
          <a:bodyPr wrap="none" lIns="91438" tIns="45719" rIns="91438" bIns="45719">
            <a:spAutoFit/>
          </a:bodyPr>
          <a:lstStyle/>
          <a:p>
            <a:r>
              <a:rPr lang="en-US" sz="2800" dirty="0">
                <a:latin typeface="Calibri"/>
                <a:cs typeface="Calibri"/>
              </a:rPr>
              <a:t>3</a:t>
            </a:r>
          </a:p>
        </p:txBody>
      </p:sp>
      <p:grpSp>
        <p:nvGrpSpPr>
          <p:cNvPr id="2" name="Group 44"/>
          <p:cNvGrpSpPr>
            <a:grpSpLocks/>
          </p:cNvGrpSpPr>
          <p:nvPr/>
        </p:nvGrpSpPr>
        <p:grpSpPr bwMode="auto">
          <a:xfrm>
            <a:off x="350851" y="1863745"/>
            <a:ext cx="4900253" cy="4568761"/>
            <a:chOff x="1418159" y="1527469"/>
            <a:chExt cx="4898765" cy="4568366"/>
          </a:xfrm>
        </p:grpSpPr>
        <p:sp>
          <p:nvSpPr>
            <p:cNvPr id="33831" name="TextBox 39"/>
            <p:cNvSpPr txBox="1">
              <a:spLocks noChangeArrowheads="1"/>
            </p:cNvSpPr>
            <p:nvPr/>
          </p:nvSpPr>
          <p:spPr bwMode="auto">
            <a:xfrm>
              <a:off x="1418159" y="3299612"/>
              <a:ext cx="735875" cy="523175"/>
            </a:xfrm>
            <a:prstGeom prst="rect">
              <a:avLst/>
            </a:prstGeom>
            <a:noFill/>
            <a:ln w="9525">
              <a:noFill/>
              <a:miter lim="800000"/>
              <a:headEnd/>
              <a:tailEnd/>
            </a:ln>
          </p:spPr>
          <p:txBody>
            <a:bodyPr wrap="none">
              <a:spAutoFit/>
            </a:bodyPr>
            <a:lstStyle/>
            <a:p>
              <a:r>
                <a:rPr lang="en-US" sz="2800" i="1" dirty="0">
                  <a:solidFill>
                    <a:srgbClr val="00B050"/>
                  </a:solidFill>
                  <a:latin typeface="Calibri"/>
                  <a:cs typeface="Calibri"/>
                </a:rPr>
                <a:t>h=2</a:t>
              </a:r>
            </a:p>
          </p:txBody>
        </p:sp>
        <p:sp>
          <p:nvSpPr>
            <p:cNvPr id="33833" name="TextBox 41"/>
            <p:cNvSpPr txBox="1">
              <a:spLocks noChangeArrowheads="1"/>
            </p:cNvSpPr>
            <p:nvPr/>
          </p:nvSpPr>
          <p:spPr bwMode="auto">
            <a:xfrm>
              <a:off x="3869303" y="1527469"/>
              <a:ext cx="735875" cy="523175"/>
            </a:xfrm>
            <a:prstGeom prst="rect">
              <a:avLst/>
            </a:prstGeom>
            <a:noFill/>
            <a:ln w="9525">
              <a:noFill/>
              <a:miter lim="800000"/>
              <a:headEnd/>
              <a:tailEnd/>
            </a:ln>
          </p:spPr>
          <p:txBody>
            <a:bodyPr wrap="none">
              <a:spAutoFit/>
            </a:bodyPr>
            <a:lstStyle/>
            <a:p>
              <a:r>
                <a:rPr lang="en-US" sz="2800" i="1" dirty="0">
                  <a:solidFill>
                    <a:srgbClr val="00B050"/>
                  </a:solidFill>
                  <a:latin typeface="Calibri"/>
                  <a:cs typeface="Calibri"/>
                </a:rPr>
                <a:t>h=4</a:t>
              </a:r>
            </a:p>
          </p:txBody>
        </p:sp>
        <p:sp>
          <p:nvSpPr>
            <p:cNvPr id="33834" name="TextBox 42"/>
            <p:cNvSpPr txBox="1">
              <a:spLocks noChangeArrowheads="1"/>
            </p:cNvSpPr>
            <p:nvPr/>
          </p:nvSpPr>
          <p:spPr bwMode="auto">
            <a:xfrm>
              <a:off x="5581049" y="2311413"/>
              <a:ext cx="735875" cy="523175"/>
            </a:xfrm>
            <a:prstGeom prst="rect">
              <a:avLst/>
            </a:prstGeom>
            <a:noFill/>
            <a:ln w="9525">
              <a:noFill/>
              <a:miter lim="800000"/>
              <a:headEnd/>
              <a:tailEnd/>
            </a:ln>
          </p:spPr>
          <p:txBody>
            <a:bodyPr wrap="none">
              <a:spAutoFit/>
            </a:bodyPr>
            <a:lstStyle/>
            <a:p>
              <a:r>
                <a:rPr lang="en-US" sz="2800" i="1" dirty="0">
                  <a:solidFill>
                    <a:srgbClr val="00B050"/>
                  </a:solidFill>
                  <a:latin typeface="Calibri"/>
                  <a:cs typeface="Calibri"/>
                </a:rPr>
                <a:t>h=1</a:t>
              </a:r>
            </a:p>
          </p:txBody>
        </p:sp>
        <p:sp>
          <p:nvSpPr>
            <p:cNvPr id="33835" name="TextBox 43"/>
            <p:cNvSpPr txBox="1">
              <a:spLocks noChangeArrowheads="1"/>
            </p:cNvSpPr>
            <p:nvPr/>
          </p:nvSpPr>
          <p:spPr bwMode="auto">
            <a:xfrm>
              <a:off x="5023727" y="5572660"/>
              <a:ext cx="735875" cy="523175"/>
            </a:xfrm>
            <a:prstGeom prst="rect">
              <a:avLst/>
            </a:prstGeom>
            <a:noFill/>
            <a:ln w="9525">
              <a:noFill/>
              <a:miter lim="800000"/>
              <a:headEnd/>
              <a:tailEnd/>
            </a:ln>
          </p:spPr>
          <p:txBody>
            <a:bodyPr wrap="none">
              <a:spAutoFit/>
            </a:bodyPr>
            <a:lstStyle/>
            <a:p>
              <a:r>
                <a:rPr lang="en-US" sz="2800" i="1" dirty="0">
                  <a:solidFill>
                    <a:srgbClr val="00B050"/>
                  </a:solidFill>
                  <a:latin typeface="Calibri"/>
                  <a:cs typeface="Calibri"/>
                </a:rPr>
                <a:t>h=0</a:t>
              </a:r>
            </a:p>
          </p:txBody>
        </p:sp>
      </p:grpSp>
      <p:sp>
        <p:nvSpPr>
          <p:cNvPr id="54" name="TextBox 53"/>
          <p:cNvSpPr txBox="1">
            <a:spLocks noChangeArrowheads="1"/>
          </p:cNvSpPr>
          <p:nvPr/>
        </p:nvSpPr>
        <p:spPr bwMode="auto">
          <a:xfrm>
            <a:off x="8105725" y="1929827"/>
            <a:ext cx="1338824" cy="584773"/>
          </a:xfrm>
          <a:prstGeom prst="rect">
            <a:avLst/>
          </a:prstGeom>
          <a:noFill/>
          <a:ln w="9525">
            <a:noFill/>
            <a:miter lim="800000"/>
            <a:headEnd/>
            <a:tailEnd/>
          </a:ln>
        </p:spPr>
        <p:txBody>
          <a:bodyPr wrap="none" lIns="91438" tIns="45719" rIns="91438" bIns="45719">
            <a:spAutoFit/>
          </a:bodyPr>
          <a:lstStyle/>
          <a:p>
            <a:r>
              <a:rPr lang="en-US" sz="3200" dirty="0">
                <a:latin typeface="Calibri"/>
                <a:cs typeface="Calibri"/>
              </a:rPr>
              <a:t>S (0+</a:t>
            </a:r>
            <a:r>
              <a:rPr lang="en-US" sz="3200" dirty="0">
                <a:solidFill>
                  <a:srgbClr val="00B050"/>
                </a:solidFill>
                <a:latin typeface="Calibri"/>
                <a:cs typeface="Calibri"/>
              </a:rPr>
              <a:t>2</a:t>
            </a:r>
            <a:r>
              <a:rPr lang="en-US" sz="3200" dirty="0">
                <a:latin typeface="Calibri"/>
                <a:cs typeface="Calibri"/>
              </a:rPr>
              <a:t>)</a:t>
            </a:r>
          </a:p>
        </p:txBody>
      </p:sp>
      <p:grpSp>
        <p:nvGrpSpPr>
          <p:cNvPr id="3" name="Group 80"/>
          <p:cNvGrpSpPr>
            <a:grpSpLocks/>
          </p:cNvGrpSpPr>
          <p:nvPr/>
        </p:nvGrpSpPr>
        <p:grpSpPr bwMode="auto">
          <a:xfrm>
            <a:off x="7115125" y="2514600"/>
            <a:ext cx="2684389" cy="1127183"/>
            <a:chOff x="5638800" y="1824206"/>
            <a:chExt cx="2684390" cy="1126737"/>
          </a:xfrm>
        </p:grpSpPr>
        <p:sp>
          <p:nvSpPr>
            <p:cNvPr id="33827" name="TextBox 54"/>
            <p:cNvSpPr txBox="1">
              <a:spLocks noChangeArrowheads="1"/>
            </p:cNvSpPr>
            <p:nvPr/>
          </p:nvSpPr>
          <p:spPr bwMode="auto">
            <a:xfrm>
              <a:off x="5638800" y="2366396"/>
              <a:ext cx="1386918" cy="584547"/>
            </a:xfrm>
            <a:prstGeom prst="rect">
              <a:avLst/>
            </a:prstGeom>
            <a:noFill/>
            <a:ln w="9525">
              <a:noFill/>
              <a:miter lim="800000"/>
              <a:headEnd/>
              <a:tailEnd/>
            </a:ln>
          </p:spPr>
          <p:txBody>
            <a:bodyPr wrap="none">
              <a:spAutoFit/>
            </a:bodyPr>
            <a:lstStyle/>
            <a:p>
              <a:r>
                <a:rPr lang="en-US" sz="3200" dirty="0">
                  <a:latin typeface="Calibri"/>
                  <a:cs typeface="Calibri"/>
                </a:rPr>
                <a:t>A (1+</a:t>
              </a:r>
              <a:r>
                <a:rPr lang="en-US" sz="3200" dirty="0">
                  <a:solidFill>
                    <a:srgbClr val="00B050"/>
                  </a:solidFill>
                  <a:latin typeface="Calibri"/>
                  <a:cs typeface="Calibri"/>
                </a:rPr>
                <a:t>4</a:t>
              </a:r>
              <a:r>
                <a:rPr lang="en-US" sz="3200" dirty="0">
                  <a:latin typeface="Calibri"/>
                  <a:cs typeface="Calibri"/>
                </a:rPr>
                <a:t>)</a:t>
              </a:r>
            </a:p>
          </p:txBody>
        </p:sp>
        <p:cxnSp>
          <p:nvCxnSpPr>
            <p:cNvPr id="62" name="Straight Arrow Connector 61"/>
            <p:cNvCxnSpPr>
              <a:cxnSpLocks/>
              <a:stCxn id="54" idx="2"/>
              <a:endCxn id="33821" idx="0"/>
            </p:cNvCxnSpPr>
            <p:nvPr/>
          </p:nvCxnSpPr>
          <p:spPr>
            <a:xfrm>
              <a:off x="7298813" y="1824206"/>
              <a:ext cx="1024377" cy="546149"/>
            </a:xfrm>
            <a:prstGeom prst="straightConnector1">
              <a:avLst/>
            </a:prstGeom>
            <a:ln w="28575">
              <a:solidFill>
                <a:schemeClr val="tx1"/>
              </a:solidFill>
              <a:headEnd type="none" w="med" len="med"/>
              <a:tailEnd type="triangle" w="lg" len="lg"/>
            </a:ln>
          </p:spPr>
          <p:style>
            <a:lnRef idx="1">
              <a:schemeClr val="accent2"/>
            </a:lnRef>
            <a:fillRef idx="0">
              <a:schemeClr val="accent2"/>
            </a:fillRef>
            <a:effectRef idx="0">
              <a:schemeClr val="accent2"/>
            </a:effectRef>
            <a:fontRef idx="minor">
              <a:schemeClr val="tx1"/>
            </a:fontRef>
          </p:style>
        </p:cxnSp>
        <p:cxnSp>
          <p:nvCxnSpPr>
            <p:cNvPr id="65" name="Straight Arrow Connector 64"/>
            <p:cNvCxnSpPr>
              <a:stCxn id="54" idx="2"/>
              <a:endCxn id="33827" idx="0"/>
            </p:cNvCxnSpPr>
            <p:nvPr/>
          </p:nvCxnSpPr>
          <p:spPr>
            <a:xfrm flipH="1">
              <a:off x="6332259" y="1824206"/>
              <a:ext cx="966553" cy="542190"/>
            </a:xfrm>
            <a:prstGeom prst="straightConnector1">
              <a:avLst/>
            </a:prstGeom>
            <a:ln w="28575">
              <a:solidFill>
                <a:schemeClr val="tx1"/>
              </a:solidFill>
              <a:headEnd type="none" w="med" len="med"/>
              <a:tailEnd type="triangle" w="lg" len="lg"/>
            </a:ln>
          </p:spPr>
          <p:style>
            <a:lnRef idx="1">
              <a:schemeClr val="accent2"/>
            </a:lnRef>
            <a:fillRef idx="0">
              <a:schemeClr val="accent2"/>
            </a:fillRef>
            <a:effectRef idx="0">
              <a:schemeClr val="accent2"/>
            </a:effectRef>
            <a:fontRef idx="minor">
              <a:schemeClr val="tx1"/>
            </a:fontRef>
          </p:style>
        </p:cxnSp>
      </p:grpSp>
      <p:grpSp>
        <p:nvGrpSpPr>
          <p:cNvPr id="4" name="Group 83"/>
          <p:cNvGrpSpPr>
            <a:grpSpLocks/>
          </p:cNvGrpSpPr>
          <p:nvPr/>
        </p:nvGrpSpPr>
        <p:grpSpPr bwMode="auto">
          <a:xfrm>
            <a:off x="6923512" y="3641784"/>
            <a:ext cx="1788967" cy="953026"/>
            <a:chOff x="5447280" y="3279742"/>
            <a:chExt cx="1788115" cy="478245"/>
          </a:xfrm>
        </p:grpSpPr>
        <p:sp>
          <p:nvSpPr>
            <p:cNvPr id="33825" name="TextBox 58"/>
            <p:cNvSpPr txBox="1">
              <a:spLocks noChangeArrowheads="1"/>
            </p:cNvSpPr>
            <p:nvPr/>
          </p:nvSpPr>
          <p:spPr bwMode="auto">
            <a:xfrm>
              <a:off x="5447280" y="3464538"/>
              <a:ext cx="1788115" cy="293449"/>
            </a:xfrm>
            <a:prstGeom prst="rect">
              <a:avLst/>
            </a:prstGeom>
            <a:noFill/>
            <a:ln w="28575">
              <a:noFill/>
              <a:miter lim="800000"/>
              <a:headEnd/>
              <a:tailEnd/>
            </a:ln>
          </p:spPr>
          <p:txBody>
            <a:bodyPr wrap="square">
              <a:spAutoFit/>
            </a:bodyPr>
            <a:lstStyle/>
            <a:p>
              <a:pPr algn="ctr"/>
              <a:r>
                <a:rPr lang="en-US" sz="3200" dirty="0">
                  <a:latin typeface="Calibri"/>
                  <a:cs typeface="Calibri"/>
                </a:rPr>
                <a:t>C (2+</a:t>
              </a:r>
              <a:r>
                <a:rPr lang="en-US" sz="3200" dirty="0">
                  <a:solidFill>
                    <a:srgbClr val="00B050"/>
                  </a:solidFill>
                  <a:latin typeface="Calibri"/>
                  <a:cs typeface="Calibri"/>
                </a:rPr>
                <a:t>1</a:t>
              </a:r>
              <a:r>
                <a:rPr lang="en-US" sz="3200" dirty="0">
                  <a:latin typeface="Calibri"/>
                  <a:cs typeface="Calibri"/>
                </a:rPr>
                <a:t>)</a:t>
              </a:r>
            </a:p>
          </p:txBody>
        </p:sp>
        <p:cxnSp>
          <p:nvCxnSpPr>
            <p:cNvPr id="68" name="Straight Arrow Connector 67"/>
            <p:cNvCxnSpPr>
              <a:cxnSpLocks/>
              <a:stCxn id="33827" idx="2"/>
              <a:endCxn id="33825" idx="0"/>
            </p:cNvCxnSpPr>
            <p:nvPr/>
          </p:nvCxnSpPr>
          <p:spPr>
            <a:xfrm>
              <a:off x="6331930" y="3279742"/>
              <a:ext cx="9408" cy="184796"/>
            </a:xfrm>
            <a:prstGeom prst="straightConnector1">
              <a:avLst/>
            </a:prstGeom>
            <a:ln w="28575">
              <a:solidFill>
                <a:schemeClr val="tx1"/>
              </a:solidFill>
              <a:headEnd type="none" w="med" len="med"/>
              <a:tailEnd type="triangle" w="lg" len="lg"/>
            </a:ln>
          </p:spPr>
          <p:style>
            <a:lnRef idx="1">
              <a:schemeClr val="accent2"/>
            </a:lnRef>
            <a:fillRef idx="0">
              <a:schemeClr val="accent2"/>
            </a:fillRef>
            <a:effectRef idx="0">
              <a:schemeClr val="accent2"/>
            </a:effectRef>
            <a:fontRef idx="minor">
              <a:schemeClr val="tx1"/>
            </a:fontRef>
          </p:style>
        </p:cxnSp>
      </p:grpSp>
      <p:grpSp>
        <p:nvGrpSpPr>
          <p:cNvPr id="5" name="Group 84"/>
          <p:cNvGrpSpPr>
            <a:grpSpLocks/>
          </p:cNvGrpSpPr>
          <p:nvPr/>
        </p:nvGrpSpPr>
        <p:grpSpPr bwMode="auto">
          <a:xfrm>
            <a:off x="7113315" y="4594810"/>
            <a:ext cx="1409360" cy="942964"/>
            <a:chOff x="5636997" y="3903899"/>
            <a:chExt cx="1408875" cy="943298"/>
          </a:xfrm>
        </p:grpSpPr>
        <p:sp>
          <p:nvSpPr>
            <p:cNvPr id="33823" name="TextBox 59"/>
            <p:cNvSpPr txBox="1">
              <a:spLocks noChangeArrowheads="1"/>
            </p:cNvSpPr>
            <p:nvPr/>
          </p:nvSpPr>
          <p:spPr bwMode="auto">
            <a:xfrm>
              <a:off x="5636997" y="4262215"/>
              <a:ext cx="1408875" cy="584982"/>
            </a:xfrm>
            <a:prstGeom prst="rect">
              <a:avLst/>
            </a:prstGeom>
            <a:noFill/>
            <a:ln w="28575">
              <a:noFill/>
              <a:miter lim="800000"/>
              <a:headEnd type="none" w="med" len="med"/>
              <a:tailEnd type="triangle" w="lg" len="lg"/>
            </a:ln>
          </p:spPr>
          <p:txBody>
            <a:bodyPr wrap="none">
              <a:spAutoFit/>
            </a:bodyPr>
            <a:lstStyle/>
            <a:p>
              <a:pPr algn="ctr"/>
              <a:r>
                <a:rPr lang="en-US" sz="3200" dirty="0">
                  <a:latin typeface="Calibri"/>
                  <a:cs typeface="Calibri"/>
                </a:rPr>
                <a:t>G (5+</a:t>
              </a:r>
              <a:r>
                <a:rPr lang="en-US" sz="3200" dirty="0">
                  <a:solidFill>
                    <a:srgbClr val="00B050"/>
                  </a:solidFill>
                  <a:latin typeface="Calibri"/>
                  <a:cs typeface="Calibri"/>
                </a:rPr>
                <a:t>0</a:t>
              </a:r>
              <a:r>
                <a:rPr lang="en-US" sz="3200" dirty="0">
                  <a:latin typeface="Calibri"/>
                  <a:cs typeface="Calibri"/>
                </a:rPr>
                <a:t>)</a:t>
              </a:r>
            </a:p>
          </p:txBody>
        </p:sp>
        <p:cxnSp>
          <p:nvCxnSpPr>
            <p:cNvPr id="70" name="Straight Arrow Connector 69"/>
            <p:cNvCxnSpPr>
              <a:cxnSpLocks/>
              <a:stCxn id="33825" idx="2"/>
              <a:endCxn id="33823" idx="0"/>
            </p:cNvCxnSpPr>
            <p:nvPr/>
          </p:nvCxnSpPr>
          <p:spPr>
            <a:xfrm flipH="1">
              <a:off x="6341435" y="3903899"/>
              <a:ext cx="1" cy="358316"/>
            </a:xfrm>
            <a:prstGeom prst="straightConnector1">
              <a:avLst/>
            </a:prstGeom>
            <a:ln w="28575">
              <a:solidFill>
                <a:schemeClr val="tx1"/>
              </a:solidFill>
              <a:headEnd type="none" w="med" len="med"/>
              <a:tailEnd type="triangle" w="lg" len="lg"/>
            </a:ln>
          </p:spPr>
          <p:style>
            <a:lnRef idx="1">
              <a:schemeClr val="accent2"/>
            </a:lnRef>
            <a:fillRef idx="0">
              <a:schemeClr val="accent2"/>
            </a:fillRef>
            <a:effectRef idx="0">
              <a:schemeClr val="accent2"/>
            </a:effectRef>
            <a:fontRef idx="minor">
              <a:schemeClr val="tx1"/>
            </a:fontRef>
          </p:style>
        </p:cxnSp>
      </p:grpSp>
      <p:sp>
        <p:nvSpPr>
          <p:cNvPr id="33821" name="TextBox 56"/>
          <p:cNvSpPr txBox="1">
            <a:spLocks noChangeArrowheads="1"/>
          </p:cNvSpPr>
          <p:nvPr/>
        </p:nvSpPr>
        <p:spPr bwMode="auto">
          <a:xfrm>
            <a:off x="9022527" y="3060965"/>
            <a:ext cx="1553973" cy="584775"/>
          </a:xfrm>
          <a:prstGeom prst="rect">
            <a:avLst/>
          </a:prstGeom>
          <a:noFill/>
          <a:ln w="9525">
            <a:noFill/>
            <a:miter lim="800000"/>
            <a:headEnd/>
            <a:tailEnd/>
          </a:ln>
        </p:spPr>
        <p:txBody>
          <a:bodyPr wrap="square">
            <a:spAutoFit/>
          </a:bodyPr>
          <a:lstStyle/>
          <a:p>
            <a:pPr algn="ctr"/>
            <a:r>
              <a:rPr lang="en-US" sz="3200" dirty="0">
                <a:latin typeface="Calibri"/>
                <a:cs typeface="Calibri"/>
              </a:rPr>
              <a:t>C (3+</a:t>
            </a:r>
            <a:r>
              <a:rPr lang="en-US" sz="3200" dirty="0">
                <a:solidFill>
                  <a:srgbClr val="00B050"/>
                </a:solidFill>
                <a:latin typeface="Calibri"/>
                <a:cs typeface="Calibri"/>
              </a:rPr>
              <a:t>1</a:t>
            </a:r>
            <a:r>
              <a:rPr lang="en-US" sz="3200" dirty="0">
                <a:latin typeface="Calibri"/>
                <a:cs typeface="Calibri"/>
              </a:rPr>
              <a:t>)</a:t>
            </a:r>
          </a:p>
        </p:txBody>
      </p:sp>
      <p:grpSp>
        <p:nvGrpSpPr>
          <p:cNvPr id="7" name="Group 82"/>
          <p:cNvGrpSpPr>
            <a:grpSpLocks/>
          </p:cNvGrpSpPr>
          <p:nvPr/>
        </p:nvGrpSpPr>
        <p:grpSpPr bwMode="auto">
          <a:xfrm>
            <a:off x="9094833" y="3645741"/>
            <a:ext cx="1409360" cy="943263"/>
            <a:chOff x="7542000" y="2955183"/>
            <a:chExt cx="1408875" cy="943266"/>
          </a:xfrm>
        </p:grpSpPr>
        <p:sp>
          <p:nvSpPr>
            <p:cNvPr id="33819" name="TextBox 57"/>
            <p:cNvSpPr txBox="1">
              <a:spLocks noChangeArrowheads="1"/>
            </p:cNvSpPr>
            <p:nvPr/>
          </p:nvSpPr>
          <p:spPr bwMode="auto">
            <a:xfrm>
              <a:off x="7542000" y="3313672"/>
              <a:ext cx="1408875" cy="584777"/>
            </a:xfrm>
            <a:prstGeom prst="rect">
              <a:avLst/>
            </a:prstGeom>
            <a:noFill/>
            <a:ln w="28575">
              <a:noFill/>
              <a:miter lim="800000"/>
              <a:headEnd type="none" w="med" len="med"/>
              <a:tailEnd type="triangle" w="lg" len="lg"/>
            </a:ln>
          </p:spPr>
          <p:txBody>
            <a:bodyPr wrap="none">
              <a:spAutoFit/>
            </a:bodyPr>
            <a:lstStyle/>
            <a:p>
              <a:pPr algn="ctr"/>
              <a:r>
                <a:rPr lang="en-US" sz="3200" dirty="0">
                  <a:latin typeface="Calibri"/>
                  <a:cs typeface="Calibri"/>
                </a:rPr>
                <a:t>G (6+</a:t>
              </a:r>
              <a:r>
                <a:rPr lang="en-US" sz="3200" dirty="0">
                  <a:solidFill>
                    <a:srgbClr val="00B050"/>
                  </a:solidFill>
                  <a:latin typeface="Calibri"/>
                  <a:cs typeface="Calibri"/>
                </a:rPr>
                <a:t>0</a:t>
              </a:r>
              <a:r>
                <a:rPr lang="en-US" sz="3200" dirty="0">
                  <a:latin typeface="Calibri"/>
                  <a:cs typeface="Calibri"/>
                </a:rPr>
                <a:t>)</a:t>
              </a:r>
            </a:p>
          </p:txBody>
        </p:sp>
        <p:cxnSp>
          <p:nvCxnSpPr>
            <p:cNvPr id="74" name="Straight Arrow Connector 73"/>
            <p:cNvCxnSpPr>
              <a:cxnSpLocks/>
              <a:stCxn id="33821" idx="2"/>
              <a:endCxn id="33819" idx="0"/>
            </p:cNvCxnSpPr>
            <p:nvPr/>
          </p:nvCxnSpPr>
          <p:spPr>
            <a:xfrm flipH="1">
              <a:off x="8246438" y="2955183"/>
              <a:ext cx="1" cy="358489"/>
            </a:xfrm>
            <a:prstGeom prst="straightConnector1">
              <a:avLst/>
            </a:prstGeom>
            <a:ln w="28575">
              <a:solidFill>
                <a:schemeClr val="tx1"/>
              </a:solidFill>
              <a:headEnd type="none" w="med" len="med"/>
              <a:tailEnd type="triangle" w="lg" len="lg"/>
            </a:ln>
          </p:spPr>
          <p:style>
            <a:lnRef idx="1">
              <a:schemeClr val="accent2"/>
            </a:lnRef>
            <a:fillRef idx="0">
              <a:schemeClr val="accent2"/>
            </a:fillRef>
            <a:effectRef idx="0">
              <a:schemeClr val="accent2"/>
            </a:effectRef>
            <a:fontRef idx="minor">
              <a:schemeClr val="tx1"/>
            </a:fontRef>
          </p:style>
        </p:cxnSp>
      </p:grpSp>
      <p:sp>
        <p:nvSpPr>
          <p:cNvPr id="33817" name="TextBox 85"/>
          <p:cNvSpPr txBox="1">
            <a:spLocks noChangeArrowheads="1"/>
          </p:cNvSpPr>
          <p:nvPr/>
        </p:nvSpPr>
        <p:spPr bwMode="auto">
          <a:xfrm>
            <a:off x="1226022" y="1076388"/>
            <a:ext cx="2759406" cy="523218"/>
          </a:xfrm>
          <a:prstGeom prst="rect">
            <a:avLst/>
          </a:prstGeom>
          <a:noFill/>
          <a:ln w="9525">
            <a:noFill/>
            <a:miter lim="800000"/>
            <a:headEnd/>
            <a:tailEnd/>
          </a:ln>
        </p:spPr>
        <p:txBody>
          <a:bodyPr wrap="none" lIns="91438" tIns="45719" rIns="91438" bIns="45719">
            <a:spAutoFit/>
          </a:bodyPr>
          <a:lstStyle/>
          <a:p>
            <a:r>
              <a:rPr lang="en-US" sz="2800" dirty="0">
                <a:latin typeface="Calibri"/>
                <a:cs typeface="Calibri"/>
              </a:rPr>
              <a:t>State space graph</a:t>
            </a:r>
          </a:p>
        </p:txBody>
      </p:sp>
      <p:sp>
        <p:nvSpPr>
          <p:cNvPr id="87" name="TextBox 86"/>
          <p:cNvSpPr txBox="1">
            <a:spLocks noChangeArrowheads="1"/>
          </p:cNvSpPr>
          <p:nvPr/>
        </p:nvSpPr>
        <p:spPr bwMode="auto">
          <a:xfrm>
            <a:off x="7780083" y="1076388"/>
            <a:ext cx="1838576" cy="523218"/>
          </a:xfrm>
          <a:prstGeom prst="rect">
            <a:avLst/>
          </a:prstGeom>
          <a:noFill/>
          <a:ln w="9525">
            <a:noFill/>
            <a:miter lim="800000"/>
            <a:headEnd/>
            <a:tailEnd/>
          </a:ln>
        </p:spPr>
        <p:txBody>
          <a:bodyPr wrap="none" lIns="91438" tIns="45719" rIns="91438" bIns="45719">
            <a:spAutoFit/>
          </a:bodyPr>
          <a:lstStyle/>
          <a:p>
            <a:r>
              <a:rPr lang="en-US" sz="2800" dirty="0">
                <a:latin typeface="Calibri"/>
                <a:cs typeface="Calibri"/>
              </a:rPr>
              <a:t>Search tree</a:t>
            </a:r>
          </a:p>
        </p:txBody>
      </p:sp>
    </p:spTree>
    <p:extLst>
      <p:ext uri="{BB962C8B-B14F-4D97-AF65-F5344CB8AC3E}">
        <p14:creationId xmlns:p14="http://schemas.microsoft.com/office/powerpoint/2010/main" val="39494079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8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33821" grpId="0"/>
      <p:bldP spid="8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normAutofit/>
          </a:bodyPr>
          <a:lstStyle/>
          <a:p>
            <a:r>
              <a:rPr lang="en-US" dirty="0">
                <a:cs typeface="Calibri"/>
              </a:rPr>
              <a:t>Consistency of Heuristics</a:t>
            </a:r>
          </a:p>
        </p:txBody>
      </p:sp>
      <p:sp>
        <p:nvSpPr>
          <p:cNvPr id="8195" name="Content Placeholder 14"/>
          <p:cNvSpPr>
            <a:spLocks noGrp="1"/>
          </p:cNvSpPr>
          <p:nvPr>
            <p:ph idx="1"/>
          </p:nvPr>
        </p:nvSpPr>
        <p:spPr>
          <a:xfrm>
            <a:off x="4284302" y="1825625"/>
            <a:ext cx="7069497" cy="4351338"/>
          </a:xfrm>
        </p:spPr>
        <p:txBody>
          <a:bodyPr>
            <a:normAutofit fontScale="77500" lnSpcReduction="20000"/>
          </a:bodyPr>
          <a:lstStyle/>
          <a:p>
            <a:pPr>
              <a:lnSpc>
                <a:spcPct val="100000"/>
              </a:lnSpc>
            </a:pPr>
            <a:r>
              <a:rPr lang="en-US" dirty="0">
                <a:latin typeface="Calibri"/>
                <a:cs typeface="Calibri"/>
              </a:rPr>
              <a:t>Main idea: Estimated heuristic costs ≤ actual costs</a:t>
            </a:r>
          </a:p>
          <a:p>
            <a:pPr lvl="1">
              <a:lnSpc>
                <a:spcPct val="100000"/>
              </a:lnSpc>
            </a:pPr>
            <a:r>
              <a:rPr lang="en-US" sz="2800" dirty="0">
                <a:latin typeface="Calibri"/>
                <a:cs typeface="Calibri"/>
              </a:rPr>
              <a:t>Admissibility:</a:t>
            </a:r>
          </a:p>
          <a:p>
            <a:pPr marL="0" lvl="1" indent="0">
              <a:lnSpc>
                <a:spcPct val="100000"/>
              </a:lnSpc>
              <a:buNone/>
            </a:pPr>
            <a:r>
              <a:rPr lang="en-US" sz="2800" dirty="0">
                <a:latin typeface="Calibri"/>
                <a:cs typeface="Calibri"/>
              </a:rPr>
              <a:t>	heuristic cost ≤ actual cost to goal</a:t>
            </a:r>
          </a:p>
          <a:p>
            <a:pPr lvl="1">
              <a:lnSpc>
                <a:spcPct val="100000"/>
              </a:lnSpc>
              <a:buNone/>
            </a:pPr>
            <a:r>
              <a:rPr lang="en-US" sz="2800" dirty="0">
                <a:latin typeface="Calibri"/>
                <a:cs typeface="Calibri"/>
              </a:rPr>
              <a:t>			</a:t>
            </a:r>
            <a:r>
              <a:rPr lang="en-US" sz="2800" dirty="0">
                <a:solidFill>
                  <a:srgbClr val="00B050"/>
                </a:solidFill>
                <a:latin typeface="Calibri"/>
                <a:cs typeface="Calibri"/>
              </a:rPr>
              <a:t>h(A) </a:t>
            </a:r>
            <a:r>
              <a:rPr lang="en-US" sz="2800" dirty="0">
                <a:latin typeface="Calibri"/>
                <a:cs typeface="Calibri"/>
              </a:rPr>
              <a:t>≤</a:t>
            </a:r>
            <a:r>
              <a:rPr lang="en-US" sz="2800" dirty="0">
                <a:solidFill>
                  <a:srgbClr val="C00000"/>
                </a:solidFill>
                <a:latin typeface="Calibri"/>
                <a:cs typeface="Calibri"/>
              </a:rPr>
              <a:t> </a:t>
            </a:r>
            <a:r>
              <a:rPr lang="en-US" sz="2800" dirty="0">
                <a:solidFill>
                  <a:schemeClr val="accent1"/>
                </a:solidFill>
                <a:latin typeface="Calibri"/>
                <a:cs typeface="Calibri"/>
              </a:rPr>
              <a:t>actual cost from A to G</a:t>
            </a:r>
          </a:p>
          <a:p>
            <a:pPr lvl="1">
              <a:lnSpc>
                <a:spcPct val="100000"/>
              </a:lnSpc>
            </a:pPr>
            <a:r>
              <a:rPr lang="en-US" sz="2800" dirty="0">
                <a:latin typeface="Calibri"/>
                <a:cs typeface="Calibri"/>
              </a:rPr>
              <a:t>Consistency:</a:t>
            </a:r>
          </a:p>
          <a:p>
            <a:pPr marL="0" lvl="1" indent="0">
              <a:lnSpc>
                <a:spcPct val="100000"/>
              </a:lnSpc>
              <a:buNone/>
            </a:pPr>
            <a:r>
              <a:rPr lang="en-US" sz="2800" dirty="0">
                <a:latin typeface="Calibri"/>
                <a:cs typeface="Calibri"/>
              </a:rPr>
              <a:t>	“heuristic step cost” ≤ actual cost for each step</a:t>
            </a:r>
          </a:p>
          <a:p>
            <a:pPr lvl="1">
              <a:lnSpc>
                <a:spcPct val="100000"/>
              </a:lnSpc>
              <a:buNone/>
            </a:pPr>
            <a:r>
              <a:rPr lang="en-US" sz="2800" dirty="0">
                <a:solidFill>
                  <a:srgbClr val="C00000"/>
                </a:solidFill>
                <a:latin typeface="Calibri"/>
                <a:cs typeface="Calibri"/>
              </a:rPr>
              <a:t>			</a:t>
            </a:r>
            <a:r>
              <a:rPr lang="en-US" sz="2800" dirty="0">
                <a:solidFill>
                  <a:srgbClr val="00B050"/>
                </a:solidFill>
                <a:latin typeface="Calibri"/>
                <a:cs typeface="Calibri"/>
              </a:rPr>
              <a:t>h(A) </a:t>
            </a:r>
            <a:r>
              <a:rPr lang="en-US" sz="2800" dirty="0">
                <a:latin typeface="Calibri"/>
                <a:cs typeface="Calibri"/>
              </a:rPr>
              <a:t>–</a:t>
            </a:r>
            <a:r>
              <a:rPr lang="en-US" sz="2800" dirty="0">
                <a:solidFill>
                  <a:srgbClr val="00B050"/>
                </a:solidFill>
                <a:latin typeface="Calibri"/>
                <a:cs typeface="Calibri"/>
              </a:rPr>
              <a:t> h(C) </a:t>
            </a:r>
            <a:r>
              <a:rPr lang="en-US" sz="2800" dirty="0">
                <a:latin typeface="Calibri"/>
                <a:cs typeface="Calibri"/>
              </a:rPr>
              <a:t>≤ </a:t>
            </a:r>
            <a:r>
              <a:rPr lang="en-US" sz="2800" dirty="0">
                <a:solidFill>
                  <a:schemeClr val="accent1"/>
                </a:solidFill>
                <a:latin typeface="Calibri"/>
                <a:cs typeface="Calibri"/>
              </a:rPr>
              <a:t>cost(A to C)</a:t>
            </a:r>
          </a:p>
          <a:p>
            <a:pPr lvl="1">
              <a:lnSpc>
                <a:spcPct val="100000"/>
              </a:lnSpc>
              <a:buNone/>
            </a:pPr>
            <a:r>
              <a:rPr lang="en-US" sz="2800" dirty="0">
                <a:solidFill>
                  <a:schemeClr val="accent1"/>
                </a:solidFill>
                <a:latin typeface="Calibri"/>
                <a:cs typeface="Calibri"/>
              </a:rPr>
              <a:t>		</a:t>
            </a:r>
            <a:r>
              <a:rPr lang="en-US" sz="2800" dirty="0">
                <a:latin typeface="Calibri"/>
                <a:cs typeface="Calibri"/>
              </a:rPr>
              <a:t>triangle inequality</a:t>
            </a:r>
            <a:endParaRPr lang="en-US" sz="2800" dirty="0">
              <a:cs typeface="Calibri"/>
            </a:endParaRPr>
          </a:p>
          <a:p>
            <a:pPr lvl="1">
              <a:lnSpc>
                <a:spcPct val="100000"/>
              </a:lnSpc>
              <a:buNone/>
            </a:pPr>
            <a:r>
              <a:rPr lang="en-US" sz="2800" dirty="0">
                <a:solidFill>
                  <a:srgbClr val="C00000"/>
                </a:solidFill>
                <a:cs typeface="Calibri"/>
              </a:rPr>
              <a:t>			</a:t>
            </a:r>
            <a:r>
              <a:rPr lang="en-US" sz="2800" dirty="0">
                <a:solidFill>
                  <a:srgbClr val="00B050"/>
                </a:solidFill>
                <a:cs typeface="Calibri"/>
              </a:rPr>
              <a:t>h(A) </a:t>
            </a:r>
            <a:r>
              <a:rPr lang="en-US" sz="2800" dirty="0">
                <a:cs typeface="Calibri"/>
              </a:rPr>
              <a:t>≤ </a:t>
            </a:r>
            <a:r>
              <a:rPr lang="en-US" sz="2800" dirty="0">
                <a:solidFill>
                  <a:schemeClr val="accent1"/>
                </a:solidFill>
                <a:cs typeface="Calibri"/>
              </a:rPr>
              <a:t>cost(A to C) </a:t>
            </a:r>
            <a:r>
              <a:rPr lang="en-US" sz="2800" dirty="0">
                <a:cs typeface="Calibri"/>
              </a:rPr>
              <a:t>+</a:t>
            </a:r>
            <a:r>
              <a:rPr lang="en-US" sz="2800" dirty="0">
                <a:solidFill>
                  <a:srgbClr val="008000"/>
                </a:solidFill>
                <a:cs typeface="Calibri"/>
              </a:rPr>
              <a:t> </a:t>
            </a:r>
            <a:r>
              <a:rPr lang="en-US" sz="2800" dirty="0">
                <a:solidFill>
                  <a:srgbClr val="00B050"/>
                </a:solidFill>
                <a:cs typeface="Calibri"/>
              </a:rPr>
              <a:t>h(C)</a:t>
            </a:r>
          </a:p>
          <a:p>
            <a:pPr>
              <a:lnSpc>
                <a:spcPct val="100000"/>
              </a:lnSpc>
              <a:buClr>
                <a:srgbClr val="333399"/>
              </a:buClr>
            </a:pPr>
            <a:r>
              <a:rPr lang="en-US" dirty="0">
                <a:latin typeface="Calibri"/>
                <a:cs typeface="Calibri"/>
              </a:rPr>
              <a:t>Consequences of consistency:</a:t>
            </a:r>
          </a:p>
          <a:p>
            <a:pPr lvl="1">
              <a:lnSpc>
                <a:spcPct val="100000"/>
              </a:lnSpc>
              <a:buClr>
                <a:schemeClr val="tx1"/>
              </a:buClr>
            </a:pPr>
            <a:r>
              <a:rPr lang="en-US" sz="2800" dirty="0">
                <a:latin typeface="Calibri"/>
                <a:cs typeface="Calibri"/>
              </a:rPr>
              <a:t>The f value along a path never decreases</a:t>
            </a:r>
          </a:p>
          <a:p>
            <a:pPr lvl="1">
              <a:lnSpc>
                <a:spcPct val="100000"/>
              </a:lnSpc>
              <a:buClr>
                <a:schemeClr val="tx1"/>
              </a:buClr>
            </a:pPr>
            <a:r>
              <a:rPr lang="en-US" sz="2800" dirty="0">
                <a:latin typeface="Calibri"/>
                <a:cs typeface="Calibri"/>
              </a:rPr>
              <a:t>A* graph search is optimal</a:t>
            </a:r>
          </a:p>
          <a:p>
            <a:pPr>
              <a:lnSpc>
                <a:spcPct val="100000"/>
              </a:lnSpc>
            </a:pPr>
            <a:endParaRPr lang="en-US" sz="2400" dirty="0">
              <a:latin typeface="Calibri"/>
              <a:cs typeface="Calibri"/>
            </a:endParaRPr>
          </a:p>
        </p:txBody>
      </p:sp>
      <p:cxnSp>
        <p:nvCxnSpPr>
          <p:cNvPr id="4" name="Straight Arrow Connector 3"/>
          <p:cNvCxnSpPr>
            <a:endCxn id="8" idx="1"/>
          </p:cNvCxnSpPr>
          <p:nvPr/>
        </p:nvCxnSpPr>
        <p:spPr>
          <a:xfrm>
            <a:off x="1894855" y="2272897"/>
            <a:ext cx="1124510" cy="438710"/>
          </a:xfrm>
          <a:prstGeom prst="straightConnector1">
            <a:avLst/>
          </a:prstGeom>
          <a:ln w="57150">
            <a:solidFill>
              <a:schemeClr val="accent1"/>
            </a:solidFill>
            <a:headEnd type="none" w="med" len="med"/>
            <a:tailEnd type="triangle" w="lg" len="lg"/>
          </a:ln>
        </p:spPr>
        <p:style>
          <a:lnRef idx="1">
            <a:schemeClr val="accent2"/>
          </a:lnRef>
          <a:fillRef idx="0">
            <a:schemeClr val="accent2"/>
          </a:fillRef>
          <a:effectRef idx="0">
            <a:schemeClr val="accent2"/>
          </a:effectRef>
          <a:fontRef idx="minor">
            <a:schemeClr val="tx1"/>
          </a:fontRef>
        </p:style>
      </p:cxnSp>
      <p:sp>
        <p:nvSpPr>
          <p:cNvPr id="7" name="Oval 6"/>
          <p:cNvSpPr/>
          <p:nvPr/>
        </p:nvSpPr>
        <p:spPr>
          <a:xfrm>
            <a:off x="980454" y="1815696"/>
            <a:ext cx="914400" cy="914400"/>
          </a:xfrm>
          <a:prstGeom prst="ellipse">
            <a:avLst/>
          </a:prstGeom>
          <a:ln w="57150">
            <a:solidFill>
              <a:schemeClr val="tx1"/>
            </a:solidFill>
          </a:ln>
        </p:spPr>
        <p:style>
          <a:lnRef idx="2">
            <a:schemeClr val="accent2"/>
          </a:lnRef>
          <a:fillRef idx="1">
            <a:schemeClr val="lt1"/>
          </a:fillRef>
          <a:effectRef idx="0">
            <a:schemeClr val="accent2"/>
          </a:effectRef>
          <a:fontRef idx="minor">
            <a:schemeClr val="dk1"/>
          </a:fontRef>
        </p:style>
        <p:txBody>
          <a:bodyPr lIns="91438" tIns="45719" rIns="91438" bIns="45719" anchor="ctr"/>
          <a:lstStyle/>
          <a:p>
            <a:pPr algn="ctr">
              <a:defRPr/>
            </a:pPr>
            <a:r>
              <a:rPr lang="en-US" sz="3600" dirty="0">
                <a:latin typeface="Calibri"/>
                <a:cs typeface="Calibri"/>
              </a:rPr>
              <a:t>A</a:t>
            </a:r>
          </a:p>
        </p:txBody>
      </p:sp>
      <p:sp>
        <p:nvSpPr>
          <p:cNvPr id="8" name="Oval 7"/>
          <p:cNvSpPr/>
          <p:nvPr/>
        </p:nvSpPr>
        <p:spPr>
          <a:xfrm>
            <a:off x="2885454" y="2577696"/>
            <a:ext cx="914400" cy="914400"/>
          </a:xfrm>
          <a:prstGeom prst="ellipse">
            <a:avLst/>
          </a:prstGeom>
          <a:ln w="57150">
            <a:solidFill>
              <a:schemeClr val="tx1"/>
            </a:solidFill>
          </a:ln>
        </p:spPr>
        <p:style>
          <a:lnRef idx="2">
            <a:schemeClr val="accent2"/>
          </a:lnRef>
          <a:fillRef idx="1">
            <a:schemeClr val="lt1"/>
          </a:fillRef>
          <a:effectRef idx="0">
            <a:schemeClr val="accent2"/>
          </a:effectRef>
          <a:fontRef idx="minor">
            <a:schemeClr val="dk1"/>
          </a:fontRef>
        </p:style>
        <p:txBody>
          <a:bodyPr lIns="91438" tIns="45719" rIns="91438" bIns="45719" anchor="ctr"/>
          <a:lstStyle/>
          <a:p>
            <a:pPr algn="ctr">
              <a:defRPr/>
            </a:pPr>
            <a:r>
              <a:rPr lang="en-US" sz="3600" dirty="0">
                <a:latin typeface="Calibri"/>
                <a:cs typeface="Calibri"/>
              </a:rPr>
              <a:t>C</a:t>
            </a:r>
          </a:p>
        </p:txBody>
      </p:sp>
      <p:sp>
        <p:nvSpPr>
          <p:cNvPr id="9" name="Oval 8"/>
          <p:cNvSpPr/>
          <p:nvPr/>
        </p:nvSpPr>
        <p:spPr>
          <a:xfrm>
            <a:off x="2885454" y="5020857"/>
            <a:ext cx="914400" cy="914400"/>
          </a:xfrm>
          <a:prstGeom prst="ellipse">
            <a:avLst/>
          </a:prstGeom>
          <a:ln w="57150">
            <a:solidFill>
              <a:schemeClr val="tx1"/>
            </a:solidFill>
          </a:ln>
        </p:spPr>
        <p:style>
          <a:lnRef idx="2">
            <a:schemeClr val="accent2"/>
          </a:lnRef>
          <a:fillRef idx="1">
            <a:schemeClr val="lt1"/>
          </a:fillRef>
          <a:effectRef idx="0">
            <a:schemeClr val="accent2"/>
          </a:effectRef>
          <a:fontRef idx="minor">
            <a:schemeClr val="dk1"/>
          </a:fontRef>
        </p:style>
        <p:txBody>
          <a:bodyPr lIns="91438" tIns="45719" rIns="91438" bIns="45719" anchor="ctr"/>
          <a:lstStyle/>
          <a:p>
            <a:pPr algn="ctr">
              <a:defRPr/>
            </a:pPr>
            <a:r>
              <a:rPr lang="en-US" sz="3600" dirty="0">
                <a:latin typeface="Calibri"/>
                <a:cs typeface="Calibri"/>
              </a:rPr>
              <a:t>G</a:t>
            </a:r>
          </a:p>
        </p:txBody>
      </p:sp>
      <p:sp>
        <p:nvSpPr>
          <p:cNvPr id="34826" name="TextBox 9"/>
          <p:cNvSpPr txBox="1">
            <a:spLocks noChangeArrowheads="1"/>
          </p:cNvSpPr>
          <p:nvPr/>
        </p:nvSpPr>
        <p:spPr bwMode="auto">
          <a:xfrm>
            <a:off x="1277146" y="3480302"/>
            <a:ext cx="814643" cy="584773"/>
          </a:xfrm>
          <a:prstGeom prst="rect">
            <a:avLst/>
          </a:prstGeom>
          <a:noFill/>
          <a:ln w="9525">
            <a:noFill/>
            <a:miter lim="800000"/>
            <a:headEnd/>
            <a:tailEnd/>
          </a:ln>
        </p:spPr>
        <p:txBody>
          <a:bodyPr wrap="none" lIns="91438" tIns="45719" rIns="91438" bIns="45719">
            <a:spAutoFit/>
          </a:bodyPr>
          <a:lstStyle/>
          <a:p>
            <a:r>
              <a:rPr lang="en-US" sz="3200" i="1" dirty="0">
                <a:solidFill>
                  <a:srgbClr val="00B050"/>
                </a:solidFill>
                <a:latin typeface="Calibri"/>
                <a:cs typeface="Calibri"/>
              </a:rPr>
              <a:t>h=4</a:t>
            </a:r>
          </a:p>
        </p:txBody>
      </p:sp>
      <p:sp>
        <p:nvSpPr>
          <p:cNvPr id="34827" name="TextBox 10"/>
          <p:cNvSpPr txBox="1">
            <a:spLocks noChangeArrowheads="1"/>
          </p:cNvSpPr>
          <p:nvPr/>
        </p:nvSpPr>
        <p:spPr bwMode="auto">
          <a:xfrm>
            <a:off x="3469659" y="3754659"/>
            <a:ext cx="814643" cy="584773"/>
          </a:xfrm>
          <a:prstGeom prst="rect">
            <a:avLst/>
          </a:prstGeom>
          <a:noFill/>
          <a:ln w="9525">
            <a:noFill/>
            <a:miter lim="800000"/>
            <a:headEnd/>
            <a:tailEnd/>
          </a:ln>
        </p:spPr>
        <p:txBody>
          <a:bodyPr wrap="none" lIns="91438" tIns="45719" rIns="91438" bIns="45719">
            <a:spAutoFit/>
          </a:bodyPr>
          <a:lstStyle/>
          <a:p>
            <a:r>
              <a:rPr lang="en-US" sz="3200" i="1" dirty="0">
                <a:solidFill>
                  <a:srgbClr val="00B050"/>
                </a:solidFill>
                <a:latin typeface="Calibri"/>
                <a:cs typeface="Calibri"/>
              </a:rPr>
              <a:t>h=1</a:t>
            </a:r>
          </a:p>
        </p:txBody>
      </p:sp>
      <p:sp>
        <p:nvSpPr>
          <p:cNvPr id="34828" name="TextBox 11"/>
          <p:cNvSpPr txBox="1">
            <a:spLocks noChangeArrowheads="1"/>
          </p:cNvSpPr>
          <p:nvPr/>
        </p:nvSpPr>
        <p:spPr bwMode="auto">
          <a:xfrm>
            <a:off x="2191762" y="1763231"/>
            <a:ext cx="393052" cy="584773"/>
          </a:xfrm>
          <a:prstGeom prst="rect">
            <a:avLst/>
          </a:prstGeom>
          <a:noFill/>
          <a:ln w="9525">
            <a:noFill/>
            <a:miter lim="800000"/>
            <a:headEnd/>
            <a:tailEnd/>
          </a:ln>
        </p:spPr>
        <p:txBody>
          <a:bodyPr wrap="none" lIns="91438" tIns="45719" rIns="91438" bIns="45719">
            <a:spAutoFit/>
          </a:bodyPr>
          <a:lstStyle/>
          <a:p>
            <a:r>
              <a:rPr lang="en-US" sz="3200" dirty="0">
                <a:solidFill>
                  <a:schemeClr val="accent1"/>
                </a:solidFill>
                <a:latin typeface="Calibri"/>
                <a:cs typeface="Calibri"/>
              </a:rPr>
              <a:t>1</a:t>
            </a:r>
          </a:p>
        </p:txBody>
      </p:sp>
      <p:cxnSp>
        <p:nvCxnSpPr>
          <p:cNvPr id="17" name="Straight Arrow Connector 16"/>
          <p:cNvCxnSpPr>
            <a:stCxn id="7" idx="5"/>
            <a:endCxn id="9" idx="1"/>
          </p:cNvCxnSpPr>
          <p:nvPr/>
        </p:nvCxnSpPr>
        <p:spPr>
          <a:xfrm>
            <a:off x="1760943" y="2596185"/>
            <a:ext cx="1258422" cy="2558583"/>
          </a:xfrm>
          <a:prstGeom prst="straightConnector1">
            <a:avLst/>
          </a:prstGeom>
          <a:ln w="57150">
            <a:solidFill>
              <a:srgbClr val="00B050"/>
            </a:solidFill>
            <a:prstDash val="sysDot"/>
            <a:headEnd type="none" w="med" len="med"/>
            <a:tailEnd type="triangle" w="lg" len="lg"/>
          </a:ln>
        </p:spPr>
        <p:style>
          <a:lnRef idx="1">
            <a:schemeClr val="dk1"/>
          </a:lnRef>
          <a:fillRef idx="0">
            <a:schemeClr val="dk1"/>
          </a:fillRef>
          <a:effectRef idx="0">
            <a:schemeClr val="dk1"/>
          </a:effectRef>
          <a:fontRef idx="minor">
            <a:schemeClr val="tx1"/>
          </a:fontRef>
        </p:style>
      </p:cxnSp>
      <p:sp>
        <p:nvSpPr>
          <p:cNvPr id="26" name="TextBox 9"/>
          <p:cNvSpPr txBox="1">
            <a:spLocks noChangeArrowheads="1"/>
          </p:cNvSpPr>
          <p:nvPr/>
        </p:nvSpPr>
        <p:spPr bwMode="auto">
          <a:xfrm>
            <a:off x="1271019" y="3884823"/>
            <a:ext cx="814643" cy="584773"/>
          </a:xfrm>
          <a:prstGeom prst="rect">
            <a:avLst/>
          </a:prstGeom>
          <a:noFill/>
          <a:ln w="9525">
            <a:noFill/>
            <a:miter lim="800000"/>
            <a:headEnd/>
            <a:tailEnd/>
          </a:ln>
        </p:spPr>
        <p:txBody>
          <a:bodyPr wrap="none" lIns="91438" tIns="45719" rIns="91438" bIns="45719">
            <a:spAutoFit/>
          </a:bodyPr>
          <a:lstStyle/>
          <a:p>
            <a:r>
              <a:rPr lang="en-US" sz="3200" i="1" dirty="0">
                <a:solidFill>
                  <a:srgbClr val="00B050"/>
                </a:solidFill>
                <a:latin typeface="Calibri"/>
                <a:cs typeface="Calibri"/>
              </a:rPr>
              <a:t>h=2</a:t>
            </a:r>
          </a:p>
        </p:txBody>
      </p:sp>
      <p:cxnSp>
        <p:nvCxnSpPr>
          <p:cNvPr id="19" name="Straight Connector 18"/>
          <p:cNvCxnSpPr/>
          <p:nvPr/>
        </p:nvCxnSpPr>
        <p:spPr>
          <a:xfrm>
            <a:off x="1277146" y="3740287"/>
            <a:ext cx="838200" cy="63808"/>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75281405-EA50-4854-8E1B-ED1A0E49E919}"/>
              </a:ext>
            </a:extLst>
          </p:cNvPr>
          <p:cNvCxnSpPr>
            <a:cxnSpLocks/>
            <a:stCxn id="8" idx="4"/>
            <a:endCxn id="9" idx="0"/>
          </p:cNvCxnSpPr>
          <p:nvPr/>
        </p:nvCxnSpPr>
        <p:spPr>
          <a:xfrm>
            <a:off x="3342654" y="3492096"/>
            <a:ext cx="0" cy="1528761"/>
          </a:xfrm>
          <a:prstGeom prst="straightConnector1">
            <a:avLst/>
          </a:prstGeom>
          <a:ln w="57150">
            <a:solidFill>
              <a:srgbClr val="00B050"/>
            </a:solidFill>
            <a:prstDash val="sysDot"/>
            <a:headEnd type="none" w="med" len="med"/>
            <a:tailEnd type="triangle" w="lg" len="lg"/>
          </a:ln>
        </p:spPr>
        <p:style>
          <a:lnRef idx="1">
            <a:schemeClr val="dk1"/>
          </a:lnRef>
          <a:fillRef idx="0">
            <a:schemeClr val="dk1"/>
          </a:fillRef>
          <a:effectRef idx="0">
            <a:schemeClr val="dk1"/>
          </a:effectRef>
          <a:fontRef idx="minor">
            <a:schemeClr val="tx1"/>
          </a:fontRef>
        </p:style>
      </p:cxnSp>
      <p:sp>
        <p:nvSpPr>
          <p:cNvPr id="2" name="TextBox 1"/>
          <p:cNvSpPr txBox="1"/>
          <p:nvPr/>
        </p:nvSpPr>
        <p:spPr>
          <a:xfrm>
            <a:off x="2372509" y="6240669"/>
            <a:ext cx="7446982" cy="461665"/>
          </a:xfrm>
          <a:prstGeom prst="rect">
            <a:avLst/>
          </a:prstGeom>
          <a:noFill/>
          <a:ln>
            <a:solidFill>
              <a:schemeClr val="accent1"/>
            </a:solidFill>
          </a:ln>
        </p:spPr>
        <p:txBody>
          <a:bodyPr wrap="square" rtlCol="0">
            <a:spAutoFit/>
          </a:bodyPr>
          <a:lstStyle/>
          <a:p>
            <a:pPr algn="ctr"/>
            <a:r>
              <a:rPr lang="en-US" sz="2400" b="1" dirty="0"/>
              <a:t>But an </a:t>
            </a:r>
            <a:r>
              <a:rPr lang="en-US" sz="2400" b="1" dirty="0">
                <a:solidFill>
                  <a:srgbClr val="FF0000"/>
                </a:solidFill>
              </a:rPr>
              <a:t>admissible heuristic is not always consistent</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16185FB7-259C-6D56-F20C-E38220979879}"/>
                  </a:ext>
                </a:extLst>
              </p14:cNvPr>
              <p14:cNvContentPartPr/>
              <p14:nvPr/>
            </p14:nvContentPartPr>
            <p14:xfrm>
              <a:off x="6299276" y="3114587"/>
              <a:ext cx="2437560" cy="57600"/>
            </p14:xfrm>
          </p:contentPart>
        </mc:Choice>
        <mc:Fallback xmlns="">
          <p:pic>
            <p:nvPicPr>
              <p:cNvPr id="3" name="Ink 2">
                <a:extLst>
                  <a:ext uri="{FF2B5EF4-FFF2-40B4-BE49-F238E27FC236}">
                    <a16:creationId xmlns:a16="http://schemas.microsoft.com/office/drawing/2014/main" id="{16185FB7-259C-6D56-F20C-E38220979879}"/>
                  </a:ext>
                </a:extLst>
              </p:cNvPr>
              <p:cNvPicPr/>
              <p:nvPr/>
            </p:nvPicPr>
            <p:blipFill>
              <a:blip r:embed="rId4"/>
              <a:stretch>
                <a:fillRect/>
              </a:stretch>
            </p:blipFill>
            <p:spPr>
              <a:xfrm>
                <a:off x="6293156" y="3108467"/>
                <a:ext cx="2449800" cy="69840"/>
              </a:xfrm>
              <a:prstGeom prst="rect">
                <a:avLst/>
              </a:prstGeom>
            </p:spPr>
          </p:pic>
        </mc:Fallback>
      </mc:AlternateContent>
    </p:spTree>
    <p:extLst>
      <p:ext uri="{BB962C8B-B14F-4D97-AF65-F5344CB8AC3E}">
        <p14:creationId xmlns:p14="http://schemas.microsoft.com/office/powerpoint/2010/main" val="131274318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5">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5">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95">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195">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195">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19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BB7DF-32D2-9639-C385-DE423823B067}"/>
            </a:ext>
          </a:extLst>
        </p:cNvPr>
        <p:cNvGrpSpPr/>
        <p:nvPr/>
      </p:nvGrpSpPr>
      <p:grpSpPr>
        <a:xfrm>
          <a:off x="0" y="0"/>
          <a:ext cx="0" cy="0"/>
          <a:chOff x="0" y="0"/>
          <a:chExt cx="0" cy="0"/>
        </a:xfrm>
      </p:grpSpPr>
      <p:sp>
        <p:nvSpPr>
          <p:cNvPr id="34818" name="Title 1">
            <a:extLst>
              <a:ext uri="{FF2B5EF4-FFF2-40B4-BE49-F238E27FC236}">
                <a16:creationId xmlns:a16="http://schemas.microsoft.com/office/drawing/2014/main" id="{7C37DB6D-2F99-1693-110E-0637ABFE4E17}"/>
              </a:ext>
            </a:extLst>
          </p:cNvPr>
          <p:cNvSpPr>
            <a:spLocks noGrp="1"/>
          </p:cNvSpPr>
          <p:nvPr>
            <p:ph type="title"/>
          </p:nvPr>
        </p:nvSpPr>
        <p:spPr/>
        <p:txBody>
          <a:bodyPr>
            <a:normAutofit/>
          </a:bodyPr>
          <a:lstStyle/>
          <a:p>
            <a:r>
              <a:rPr lang="en-US" dirty="0">
                <a:cs typeface="Calibri"/>
              </a:rPr>
              <a:t>Consistency of Heuristics</a:t>
            </a:r>
          </a:p>
        </p:txBody>
      </p:sp>
      <p:sp>
        <p:nvSpPr>
          <p:cNvPr id="8195" name="Content Placeholder 14">
            <a:extLst>
              <a:ext uri="{FF2B5EF4-FFF2-40B4-BE49-F238E27FC236}">
                <a16:creationId xmlns:a16="http://schemas.microsoft.com/office/drawing/2014/main" id="{3EE1800B-D95E-9EF7-299D-8F807208F66B}"/>
              </a:ext>
            </a:extLst>
          </p:cNvPr>
          <p:cNvSpPr>
            <a:spLocks noGrp="1"/>
          </p:cNvSpPr>
          <p:nvPr>
            <p:ph idx="1"/>
          </p:nvPr>
        </p:nvSpPr>
        <p:spPr>
          <a:xfrm>
            <a:off x="637853" y="1569147"/>
            <a:ext cx="5105025" cy="4218336"/>
          </a:xfrm>
        </p:spPr>
        <p:txBody>
          <a:bodyPr>
            <a:normAutofit fontScale="92500"/>
          </a:bodyPr>
          <a:lstStyle/>
          <a:p>
            <a:pPr>
              <a:lnSpc>
                <a:spcPct val="100000"/>
              </a:lnSpc>
            </a:pPr>
            <a:r>
              <a:rPr lang="en-US" sz="2400" dirty="0"/>
              <a:t>Imagine you’re traveling between cities. Here’s the map:</a:t>
            </a:r>
            <a:endParaRPr lang="en-US" sz="2400" dirty="0">
              <a:cs typeface="Calibri"/>
            </a:endParaRPr>
          </a:p>
          <a:p>
            <a:pPr>
              <a:lnSpc>
                <a:spcPct val="100000"/>
              </a:lnSpc>
            </a:pPr>
            <a:r>
              <a:rPr lang="en-US" sz="2400" dirty="0">
                <a:cs typeface="Calibri"/>
              </a:rPr>
              <a:t>City A --(10 km)--&gt; City B --(20 km)--&gt; City C (Goal)</a:t>
            </a:r>
          </a:p>
          <a:p>
            <a:pPr>
              <a:lnSpc>
                <a:spcPct val="100000"/>
              </a:lnSpc>
            </a:pPr>
            <a:r>
              <a:rPr lang="en-US" sz="2400" dirty="0">
                <a:cs typeface="Calibri"/>
              </a:rPr>
              <a:t>If we take heuristic as:</a:t>
            </a:r>
          </a:p>
          <a:p>
            <a:pPr>
              <a:lnSpc>
                <a:spcPct val="100000"/>
              </a:lnSpc>
            </a:pPr>
            <a:r>
              <a:rPr lang="en-US" sz="2400" dirty="0">
                <a:cs typeface="Calibri"/>
              </a:rPr>
              <a:t>h(C) = 0 (You're at the goal, so no cost)</a:t>
            </a:r>
          </a:p>
          <a:p>
            <a:pPr>
              <a:lnSpc>
                <a:spcPct val="100000"/>
              </a:lnSpc>
            </a:pPr>
            <a:r>
              <a:rPr lang="en-US" sz="2400" dirty="0">
                <a:cs typeface="Calibri"/>
              </a:rPr>
              <a:t>h(B) = 15 (You estimate B is 15 km away from the goal)</a:t>
            </a:r>
          </a:p>
          <a:p>
            <a:pPr>
              <a:lnSpc>
                <a:spcPct val="100000"/>
              </a:lnSpc>
            </a:pPr>
            <a:r>
              <a:rPr lang="en-US" sz="2400" dirty="0">
                <a:cs typeface="Calibri"/>
              </a:rPr>
              <a:t>h(A) = 40 (You estimate A is 40 km away from the goal)</a:t>
            </a:r>
          </a:p>
          <a:p>
            <a:pPr>
              <a:lnSpc>
                <a:spcPct val="100000"/>
              </a:lnSpc>
            </a:pPr>
            <a:endParaRPr lang="en-US" sz="2400" dirty="0">
              <a:latin typeface="Calibri"/>
              <a:cs typeface="Calibri"/>
            </a:endParaRPr>
          </a:p>
        </p:txBody>
      </p:sp>
      <p:sp>
        <p:nvSpPr>
          <p:cNvPr id="2" name="TextBox 1">
            <a:extLst>
              <a:ext uri="{FF2B5EF4-FFF2-40B4-BE49-F238E27FC236}">
                <a16:creationId xmlns:a16="http://schemas.microsoft.com/office/drawing/2014/main" id="{F49631D4-264D-15AE-9CF1-97D67A729D18}"/>
              </a:ext>
            </a:extLst>
          </p:cNvPr>
          <p:cNvSpPr txBox="1"/>
          <p:nvPr/>
        </p:nvSpPr>
        <p:spPr>
          <a:xfrm>
            <a:off x="2372509" y="6240669"/>
            <a:ext cx="7446982" cy="461665"/>
          </a:xfrm>
          <a:prstGeom prst="rect">
            <a:avLst/>
          </a:prstGeom>
          <a:noFill/>
          <a:ln>
            <a:solidFill>
              <a:schemeClr val="accent1"/>
            </a:solidFill>
          </a:ln>
        </p:spPr>
        <p:txBody>
          <a:bodyPr wrap="square" rtlCol="0">
            <a:spAutoFit/>
          </a:bodyPr>
          <a:lstStyle/>
          <a:p>
            <a:pPr algn="ctr"/>
            <a:r>
              <a:rPr lang="en-US" sz="2400" b="1" dirty="0"/>
              <a:t>But an </a:t>
            </a:r>
            <a:r>
              <a:rPr lang="en-US" sz="2400" b="1" dirty="0">
                <a:solidFill>
                  <a:srgbClr val="FF0000"/>
                </a:solidFill>
              </a:rPr>
              <a:t>admissible heuristic is not always consistent</a:t>
            </a:r>
          </a:p>
        </p:txBody>
      </p:sp>
      <p:sp>
        <p:nvSpPr>
          <p:cNvPr id="5" name="Content Placeholder 14">
            <a:extLst>
              <a:ext uri="{FF2B5EF4-FFF2-40B4-BE49-F238E27FC236}">
                <a16:creationId xmlns:a16="http://schemas.microsoft.com/office/drawing/2014/main" id="{12015239-C198-C290-E7D8-EA038DA116AA}"/>
              </a:ext>
            </a:extLst>
          </p:cNvPr>
          <p:cNvSpPr txBox="1">
            <a:spLocks/>
          </p:cNvSpPr>
          <p:nvPr/>
        </p:nvSpPr>
        <p:spPr>
          <a:xfrm>
            <a:off x="7469833" y="1690688"/>
            <a:ext cx="3130243" cy="32503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endParaRPr lang="en-US" sz="2400" dirty="0">
              <a:latin typeface="Calibri"/>
              <a:cs typeface="Calibri"/>
            </a:endParaRPr>
          </a:p>
        </p:txBody>
      </p:sp>
      <p:sp>
        <p:nvSpPr>
          <p:cNvPr id="11" name="TextBox 10">
            <a:extLst>
              <a:ext uri="{FF2B5EF4-FFF2-40B4-BE49-F238E27FC236}">
                <a16:creationId xmlns:a16="http://schemas.microsoft.com/office/drawing/2014/main" id="{7DEBFB70-8E67-75CC-4D04-DF88F7BCE487}"/>
              </a:ext>
            </a:extLst>
          </p:cNvPr>
          <p:cNvSpPr txBox="1"/>
          <p:nvPr/>
        </p:nvSpPr>
        <p:spPr>
          <a:xfrm>
            <a:off x="7214840" y="1690688"/>
            <a:ext cx="3757960" cy="923330"/>
          </a:xfrm>
          <a:prstGeom prst="rect">
            <a:avLst/>
          </a:prstGeom>
          <a:noFill/>
        </p:spPr>
        <p:txBody>
          <a:bodyPr wrap="square">
            <a:spAutoFit/>
          </a:bodyPr>
          <a:lstStyle/>
          <a:p>
            <a:r>
              <a:rPr lang="en-US" dirty="0"/>
              <a:t>Now apply the consistency rule:</a:t>
            </a:r>
          </a:p>
          <a:p>
            <a:r>
              <a:rPr lang="en-US" dirty="0"/>
              <a:t>A heuristic is consistent</a:t>
            </a:r>
          </a:p>
          <a:p>
            <a:endParaRPr lang="en-US" dirty="0"/>
          </a:p>
        </p:txBody>
      </p:sp>
      <p:pic>
        <p:nvPicPr>
          <p:cNvPr id="13" name="Picture 12">
            <a:extLst>
              <a:ext uri="{FF2B5EF4-FFF2-40B4-BE49-F238E27FC236}">
                <a16:creationId xmlns:a16="http://schemas.microsoft.com/office/drawing/2014/main" id="{A32E0D2A-BAFB-491C-369A-4CFA5B856D43}"/>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 uri="{28A0092B-C50C-407E-A947-70E740481C1C}">
                <a14:useLocalDpi xmlns:a14="http://schemas.microsoft.com/office/drawing/2010/main" val="0"/>
              </a:ext>
            </a:extLst>
          </a:blip>
          <a:stretch>
            <a:fillRect/>
          </a:stretch>
        </p:blipFill>
        <p:spPr>
          <a:xfrm>
            <a:off x="6717328" y="2428230"/>
            <a:ext cx="5151617" cy="1000770"/>
          </a:xfrm>
          <a:prstGeom prst="rect">
            <a:avLst/>
          </a:prstGeom>
        </p:spPr>
      </p:pic>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860A14DB-7A7A-1E3A-3B29-71DC0DA39725}"/>
                  </a:ext>
                </a:extLst>
              </p14:cNvPr>
              <p14:cNvContentPartPr/>
              <p14:nvPr/>
            </p14:nvContentPartPr>
            <p14:xfrm>
              <a:off x="7450556" y="3435707"/>
              <a:ext cx="181080" cy="319680"/>
            </p14:xfrm>
          </p:contentPart>
        </mc:Choice>
        <mc:Fallback xmlns="">
          <p:pic>
            <p:nvPicPr>
              <p:cNvPr id="3" name="Ink 2">
                <a:extLst>
                  <a:ext uri="{FF2B5EF4-FFF2-40B4-BE49-F238E27FC236}">
                    <a16:creationId xmlns:a16="http://schemas.microsoft.com/office/drawing/2014/main" id="{860A14DB-7A7A-1E3A-3B29-71DC0DA39725}"/>
                  </a:ext>
                </a:extLst>
              </p:cNvPr>
              <p:cNvPicPr/>
              <p:nvPr/>
            </p:nvPicPr>
            <p:blipFill>
              <a:blip r:embed="rId6"/>
              <a:stretch>
                <a:fillRect/>
              </a:stretch>
            </p:blipFill>
            <p:spPr>
              <a:xfrm>
                <a:off x="7444436" y="3429587"/>
                <a:ext cx="193320" cy="331920"/>
              </a:xfrm>
              <a:prstGeom prst="rect">
                <a:avLst/>
              </a:prstGeom>
            </p:spPr>
          </p:pic>
        </mc:Fallback>
      </mc:AlternateContent>
      <p:grpSp>
        <p:nvGrpSpPr>
          <p:cNvPr id="30" name="Group 29">
            <a:extLst>
              <a:ext uri="{FF2B5EF4-FFF2-40B4-BE49-F238E27FC236}">
                <a16:creationId xmlns:a16="http://schemas.microsoft.com/office/drawing/2014/main" id="{89A3B050-24FF-ADCC-844C-1FBF77FB284B}"/>
              </a:ext>
            </a:extLst>
          </p:cNvPr>
          <p:cNvGrpSpPr/>
          <p:nvPr/>
        </p:nvGrpSpPr>
        <p:grpSpPr>
          <a:xfrm>
            <a:off x="7890476" y="3081827"/>
            <a:ext cx="3997440" cy="723600"/>
            <a:chOff x="7890476" y="3081827"/>
            <a:chExt cx="3997440" cy="723600"/>
          </a:xfrm>
        </p:grpSpPr>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DFF002A2-058C-19C3-A18F-BC3691259227}"/>
                    </a:ext>
                  </a:extLst>
                </p14:cNvPr>
                <p14:cNvContentPartPr/>
                <p14:nvPr/>
              </p14:nvContentPartPr>
              <p14:xfrm>
                <a:off x="7890476" y="3533627"/>
                <a:ext cx="127440" cy="267480"/>
              </p14:xfrm>
            </p:contentPart>
          </mc:Choice>
          <mc:Fallback xmlns="">
            <p:pic>
              <p:nvPicPr>
                <p:cNvPr id="4" name="Ink 3">
                  <a:extLst>
                    <a:ext uri="{FF2B5EF4-FFF2-40B4-BE49-F238E27FC236}">
                      <a16:creationId xmlns:a16="http://schemas.microsoft.com/office/drawing/2014/main" id="{DFF002A2-058C-19C3-A18F-BC3691259227}"/>
                    </a:ext>
                  </a:extLst>
                </p:cNvPr>
                <p:cNvPicPr/>
                <p:nvPr/>
              </p:nvPicPr>
              <p:blipFill>
                <a:blip r:embed="rId8"/>
                <a:stretch>
                  <a:fillRect/>
                </a:stretch>
              </p:blipFill>
              <p:spPr>
                <a:xfrm>
                  <a:off x="7884356" y="3527507"/>
                  <a:ext cx="139680" cy="27972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Ink 5">
                  <a:extLst>
                    <a:ext uri="{FF2B5EF4-FFF2-40B4-BE49-F238E27FC236}">
                      <a16:creationId xmlns:a16="http://schemas.microsoft.com/office/drawing/2014/main" id="{D9526B4F-82A7-E559-AAC7-11E0342E18D7}"/>
                    </a:ext>
                  </a:extLst>
                </p14:cNvPr>
                <p14:cNvContentPartPr/>
                <p14:nvPr/>
              </p14:nvContentPartPr>
              <p14:xfrm>
                <a:off x="8105036" y="3535067"/>
                <a:ext cx="107640" cy="189360"/>
              </p14:xfrm>
            </p:contentPart>
          </mc:Choice>
          <mc:Fallback xmlns="">
            <p:pic>
              <p:nvPicPr>
                <p:cNvPr id="6" name="Ink 5">
                  <a:extLst>
                    <a:ext uri="{FF2B5EF4-FFF2-40B4-BE49-F238E27FC236}">
                      <a16:creationId xmlns:a16="http://schemas.microsoft.com/office/drawing/2014/main" id="{D9526B4F-82A7-E559-AAC7-11E0342E18D7}"/>
                    </a:ext>
                  </a:extLst>
                </p:cNvPr>
                <p:cNvPicPr/>
                <p:nvPr/>
              </p:nvPicPr>
              <p:blipFill>
                <a:blip r:embed="rId10"/>
                <a:stretch>
                  <a:fillRect/>
                </a:stretch>
              </p:blipFill>
              <p:spPr>
                <a:xfrm>
                  <a:off x="8098916" y="3528947"/>
                  <a:ext cx="119880" cy="2016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 name="Ink 6">
                  <a:extLst>
                    <a:ext uri="{FF2B5EF4-FFF2-40B4-BE49-F238E27FC236}">
                      <a16:creationId xmlns:a16="http://schemas.microsoft.com/office/drawing/2014/main" id="{FBAFA1D7-E81D-3C53-7F6A-C3CD612FC0BC}"/>
                    </a:ext>
                  </a:extLst>
                </p14:cNvPr>
                <p14:cNvContentPartPr/>
                <p14:nvPr/>
              </p14:nvContentPartPr>
              <p14:xfrm>
                <a:off x="8166596" y="3420587"/>
                <a:ext cx="74520" cy="376560"/>
              </p14:xfrm>
            </p:contentPart>
          </mc:Choice>
          <mc:Fallback xmlns="">
            <p:pic>
              <p:nvPicPr>
                <p:cNvPr id="7" name="Ink 6">
                  <a:extLst>
                    <a:ext uri="{FF2B5EF4-FFF2-40B4-BE49-F238E27FC236}">
                      <a16:creationId xmlns:a16="http://schemas.microsoft.com/office/drawing/2014/main" id="{FBAFA1D7-E81D-3C53-7F6A-C3CD612FC0BC}"/>
                    </a:ext>
                  </a:extLst>
                </p:cNvPr>
                <p:cNvPicPr/>
                <p:nvPr/>
              </p:nvPicPr>
              <p:blipFill>
                <a:blip r:embed="rId12"/>
                <a:stretch>
                  <a:fillRect/>
                </a:stretch>
              </p:blipFill>
              <p:spPr>
                <a:xfrm>
                  <a:off x="8160476" y="3414467"/>
                  <a:ext cx="86760" cy="3888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8" name="Ink 7">
                  <a:extLst>
                    <a:ext uri="{FF2B5EF4-FFF2-40B4-BE49-F238E27FC236}">
                      <a16:creationId xmlns:a16="http://schemas.microsoft.com/office/drawing/2014/main" id="{CC7908FA-965C-F686-6F4C-736D8552DA31}"/>
                    </a:ext>
                  </a:extLst>
                </p14:cNvPr>
                <p14:cNvContentPartPr/>
                <p14:nvPr/>
              </p14:nvContentPartPr>
              <p14:xfrm>
                <a:off x="8441996" y="3578267"/>
                <a:ext cx="159120" cy="155160"/>
              </p14:xfrm>
            </p:contentPart>
          </mc:Choice>
          <mc:Fallback xmlns="">
            <p:pic>
              <p:nvPicPr>
                <p:cNvPr id="8" name="Ink 7">
                  <a:extLst>
                    <a:ext uri="{FF2B5EF4-FFF2-40B4-BE49-F238E27FC236}">
                      <a16:creationId xmlns:a16="http://schemas.microsoft.com/office/drawing/2014/main" id="{CC7908FA-965C-F686-6F4C-736D8552DA31}"/>
                    </a:ext>
                  </a:extLst>
                </p:cNvPr>
                <p:cNvPicPr/>
                <p:nvPr/>
              </p:nvPicPr>
              <p:blipFill>
                <a:blip r:embed="rId14"/>
                <a:stretch>
                  <a:fillRect/>
                </a:stretch>
              </p:blipFill>
              <p:spPr>
                <a:xfrm>
                  <a:off x="8435876" y="3572147"/>
                  <a:ext cx="17136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9" name="Ink 8">
                  <a:extLst>
                    <a:ext uri="{FF2B5EF4-FFF2-40B4-BE49-F238E27FC236}">
                      <a16:creationId xmlns:a16="http://schemas.microsoft.com/office/drawing/2014/main" id="{EFD95AD0-DC02-ACF0-3C3F-1AA808F03AD8}"/>
                    </a:ext>
                  </a:extLst>
                </p14:cNvPr>
                <p14:cNvContentPartPr/>
                <p14:nvPr/>
              </p14:nvContentPartPr>
              <p14:xfrm>
                <a:off x="8443796" y="3792827"/>
                <a:ext cx="157680" cy="12600"/>
              </p14:xfrm>
            </p:contentPart>
          </mc:Choice>
          <mc:Fallback xmlns="">
            <p:pic>
              <p:nvPicPr>
                <p:cNvPr id="9" name="Ink 8">
                  <a:extLst>
                    <a:ext uri="{FF2B5EF4-FFF2-40B4-BE49-F238E27FC236}">
                      <a16:creationId xmlns:a16="http://schemas.microsoft.com/office/drawing/2014/main" id="{EFD95AD0-DC02-ACF0-3C3F-1AA808F03AD8}"/>
                    </a:ext>
                  </a:extLst>
                </p:cNvPr>
                <p:cNvPicPr/>
                <p:nvPr/>
              </p:nvPicPr>
              <p:blipFill>
                <a:blip r:embed="rId16"/>
                <a:stretch>
                  <a:fillRect/>
                </a:stretch>
              </p:blipFill>
              <p:spPr>
                <a:xfrm>
                  <a:off x="8437676" y="3786707"/>
                  <a:ext cx="169920" cy="248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728AEC01-D98C-F219-053A-D743B5E90B2A}"/>
                    </a:ext>
                  </a:extLst>
                </p14:cNvPr>
                <p14:cNvContentPartPr/>
                <p14:nvPr/>
              </p14:nvContentPartPr>
              <p14:xfrm>
                <a:off x="8780036" y="3450827"/>
                <a:ext cx="480600" cy="272160"/>
              </p14:xfrm>
            </p:contentPart>
          </mc:Choice>
          <mc:Fallback xmlns="">
            <p:pic>
              <p:nvPicPr>
                <p:cNvPr id="14" name="Ink 13">
                  <a:extLst>
                    <a:ext uri="{FF2B5EF4-FFF2-40B4-BE49-F238E27FC236}">
                      <a16:creationId xmlns:a16="http://schemas.microsoft.com/office/drawing/2014/main" id="{728AEC01-D98C-F219-053A-D743B5E90B2A}"/>
                    </a:ext>
                  </a:extLst>
                </p:cNvPr>
                <p:cNvPicPr/>
                <p:nvPr/>
              </p:nvPicPr>
              <p:blipFill>
                <a:blip r:embed="rId18"/>
                <a:stretch>
                  <a:fillRect/>
                </a:stretch>
              </p:blipFill>
              <p:spPr>
                <a:xfrm>
                  <a:off x="8773916" y="3444707"/>
                  <a:ext cx="492840" cy="2844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5" name="Ink 14">
                  <a:extLst>
                    <a:ext uri="{FF2B5EF4-FFF2-40B4-BE49-F238E27FC236}">
                      <a16:creationId xmlns:a16="http://schemas.microsoft.com/office/drawing/2014/main" id="{187BD1C7-6474-BC61-00A1-B83111D44AF5}"/>
                    </a:ext>
                  </a:extLst>
                </p14:cNvPr>
                <p14:cNvContentPartPr/>
                <p14:nvPr/>
              </p14:nvContentPartPr>
              <p14:xfrm>
                <a:off x="9087476" y="3352547"/>
                <a:ext cx="190800" cy="68400"/>
              </p14:xfrm>
            </p:contentPart>
          </mc:Choice>
          <mc:Fallback xmlns="">
            <p:pic>
              <p:nvPicPr>
                <p:cNvPr id="15" name="Ink 14">
                  <a:extLst>
                    <a:ext uri="{FF2B5EF4-FFF2-40B4-BE49-F238E27FC236}">
                      <a16:creationId xmlns:a16="http://schemas.microsoft.com/office/drawing/2014/main" id="{187BD1C7-6474-BC61-00A1-B83111D44AF5}"/>
                    </a:ext>
                  </a:extLst>
                </p:cNvPr>
                <p:cNvPicPr/>
                <p:nvPr/>
              </p:nvPicPr>
              <p:blipFill>
                <a:blip r:embed="rId20"/>
                <a:stretch>
                  <a:fillRect/>
                </a:stretch>
              </p:blipFill>
              <p:spPr>
                <a:xfrm>
                  <a:off x="9081356" y="3346427"/>
                  <a:ext cx="203040" cy="806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6" name="Ink 15">
                  <a:extLst>
                    <a:ext uri="{FF2B5EF4-FFF2-40B4-BE49-F238E27FC236}">
                      <a16:creationId xmlns:a16="http://schemas.microsoft.com/office/drawing/2014/main" id="{96F96ABC-E284-5DBC-E06A-41CF8660098F}"/>
                    </a:ext>
                  </a:extLst>
                </p14:cNvPr>
                <p14:cNvContentPartPr/>
                <p14:nvPr/>
              </p14:nvContentPartPr>
              <p14:xfrm>
                <a:off x="9368636" y="3352547"/>
                <a:ext cx="113400" cy="375480"/>
              </p14:xfrm>
            </p:contentPart>
          </mc:Choice>
          <mc:Fallback xmlns="">
            <p:pic>
              <p:nvPicPr>
                <p:cNvPr id="16" name="Ink 15">
                  <a:extLst>
                    <a:ext uri="{FF2B5EF4-FFF2-40B4-BE49-F238E27FC236}">
                      <a16:creationId xmlns:a16="http://schemas.microsoft.com/office/drawing/2014/main" id="{96F96ABC-E284-5DBC-E06A-41CF8660098F}"/>
                    </a:ext>
                  </a:extLst>
                </p:cNvPr>
                <p:cNvPicPr/>
                <p:nvPr/>
              </p:nvPicPr>
              <p:blipFill>
                <a:blip r:embed="rId22"/>
                <a:stretch>
                  <a:fillRect/>
                </a:stretch>
              </p:blipFill>
              <p:spPr>
                <a:xfrm>
                  <a:off x="9362516" y="3346427"/>
                  <a:ext cx="125640" cy="3877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8" name="Ink 17">
                  <a:extLst>
                    <a:ext uri="{FF2B5EF4-FFF2-40B4-BE49-F238E27FC236}">
                      <a16:creationId xmlns:a16="http://schemas.microsoft.com/office/drawing/2014/main" id="{D1A7764E-DB5B-70AD-9F6A-0F14149C1AE0}"/>
                    </a:ext>
                  </a:extLst>
                </p14:cNvPr>
                <p14:cNvContentPartPr/>
                <p14:nvPr/>
              </p14:nvContentPartPr>
              <p14:xfrm>
                <a:off x="9516236" y="3395747"/>
                <a:ext cx="271800" cy="195120"/>
              </p14:xfrm>
            </p:contentPart>
          </mc:Choice>
          <mc:Fallback xmlns="">
            <p:pic>
              <p:nvPicPr>
                <p:cNvPr id="18" name="Ink 17">
                  <a:extLst>
                    <a:ext uri="{FF2B5EF4-FFF2-40B4-BE49-F238E27FC236}">
                      <a16:creationId xmlns:a16="http://schemas.microsoft.com/office/drawing/2014/main" id="{D1A7764E-DB5B-70AD-9F6A-0F14149C1AE0}"/>
                    </a:ext>
                  </a:extLst>
                </p:cNvPr>
                <p:cNvPicPr/>
                <p:nvPr/>
              </p:nvPicPr>
              <p:blipFill>
                <a:blip r:embed="rId24"/>
                <a:stretch>
                  <a:fillRect/>
                </a:stretch>
              </p:blipFill>
              <p:spPr>
                <a:xfrm>
                  <a:off x="9510116" y="3389627"/>
                  <a:ext cx="28404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20" name="Ink 19">
                  <a:extLst>
                    <a:ext uri="{FF2B5EF4-FFF2-40B4-BE49-F238E27FC236}">
                      <a16:creationId xmlns:a16="http://schemas.microsoft.com/office/drawing/2014/main" id="{BF74B063-1557-9E5E-B419-811ECF68CE76}"/>
                    </a:ext>
                  </a:extLst>
                </p14:cNvPr>
                <p14:cNvContentPartPr/>
                <p14:nvPr/>
              </p14:nvContentPartPr>
              <p14:xfrm>
                <a:off x="9922676" y="3407627"/>
                <a:ext cx="352080" cy="193320"/>
              </p14:xfrm>
            </p:contentPart>
          </mc:Choice>
          <mc:Fallback xmlns="">
            <p:pic>
              <p:nvPicPr>
                <p:cNvPr id="20" name="Ink 19">
                  <a:extLst>
                    <a:ext uri="{FF2B5EF4-FFF2-40B4-BE49-F238E27FC236}">
                      <a16:creationId xmlns:a16="http://schemas.microsoft.com/office/drawing/2014/main" id="{BF74B063-1557-9E5E-B419-811ECF68CE76}"/>
                    </a:ext>
                  </a:extLst>
                </p:cNvPr>
                <p:cNvPicPr/>
                <p:nvPr/>
              </p:nvPicPr>
              <p:blipFill>
                <a:blip r:embed="rId26"/>
                <a:stretch>
                  <a:fillRect/>
                </a:stretch>
              </p:blipFill>
              <p:spPr>
                <a:xfrm>
                  <a:off x="9916556" y="3401507"/>
                  <a:ext cx="36432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1" name="Ink 20">
                  <a:extLst>
                    <a:ext uri="{FF2B5EF4-FFF2-40B4-BE49-F238E27FC236}">
                      <a16:creationId xmlns:a16="http://schemas.microsoft.com/office/drawing/2014/main" id="{BE345E0D-3BA9-E9C3-E0A0-0F0933C3080D}"/>
                    </a:ext>
                  </a:extLst>
                </p14:cNvPr>
                <p14:cNvContentPartPr/>
                <p14:nvPr/>
              </p14:nvContentPartPr>
              <p14:xfrm>
                <a:off x="10432796" y="3273707"/>
                <a:ext cx="235440" cy="237600"/>
              </p14:xfrm>
            </p:contentPart>
          </mc:Choice>
          <mc:Fallback xmlns="">
            <p:pic>
              <p:nvPicPr>
                <p:cNvPr id="21" name="Ink 20">
                  <a:extLst>
                    <a:ext uri="{FF2B5EF4-FFF2-40B4-BE49-F238E27FC236}">
                      <a16:creationId xmlns:a16="http://schemas.microsoft.com/office/drawing/2014/main" id="{BE345E0D-3BA9-E9C3-E0A0-0F0933C3080D}"/>
                    </a:ext>
                  </a:extLst>
                </p:cNvPr>
                <p:cNvPicPr/>
                <p:nvPr/>
              </p:nvPicPr>
              <p:blipFill>
                <a:blip r:embed="rId28"/>
                <a:stretch>
                  <a:fillRect/>
                </a:stretch>
              </p:blipFill>
              <p:spPr>
                <a:xfrm>
                  <a:off x="10426676" y="3267587"/>
                  <a:ext cx="247680"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3" name="Ink 22">
                  <a:extLst>
                    <a:ext uri="{FF2B5EF4-FFF2-40B4-BE49-F238E27FC236}">
                      <a16:creationId xmlns:a16="http://schemas.microsoft.com/office/drawing/2014/main" id="{DD4E3740-D95D-A8A3-8A55-F61E40EF5683}"/>
                    </a:ext>
                  </a:extLst>
                </p14:cNvPr>
                <p14:cNvContentPartPr/>
                <p14:nvPr/>
              </p14:nvContentPartPr>
              <p14:xfrm>
                <a:off x="10679036" y="3127187"/>
                <a:ext cx="160560" cy="651240"/>
              </p14:xfrm>
            </p:contentPart>
          </mc:Choice>
          <mc:Fallback xmlns="">
            <p:pic>
              <p:nvPicPr>
                <p:cNvPr id="23" name="Ink 22">
                  <a:extLst>
                    <a:ext uri="{FF2B5EF4-FFF2-40B4-BE49-F238E27FC236}">
                      <a16:creationId xmlns:a16="http://schemas.microsoft.com/office/drawing/2014/main" id="{DD4E3740-D95D-A8A3-8A55-F61E40EF5683}"/>
                    </a:ext>
                  </a:extLst>
                </p:cNvPr>
                <p:cNvPicPr/>
                <p:nvPr/>
              </p:nvPicPr>
              <p:blipFill>
                <a:blip r:embed="rId30"/>
                <a:stretch>
                  <a:fillRect/>
                </a:stretch>
              </p:blipFill>
              <p:spPr>
                <a:xfrm>
                  <a:off x="10672916" y="3121067"/>
                  <a:ext cx="172800" cy="6634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4" name="Ink 23">
                  <a:extLst>
                    <a:ext uri="{FF2B5EF4-FFF2-40B4-BE49-F238E27FC236}">
                      <a16:creationId xmlns:a16="http://schemas.microsoft.com/office/drawing/2014/main" id="{1A4C534F-2681-944C-88D0-618BE875EC40}"/>
                    </a:ext>
                  </a:extLst>
                </p14:cNvPr>
                <p14:cNvContentPartPr/>
                <p14:nvPr/>
              </p14:nvContentPartPr>
              <p14:xfrm>
                <a:off x="10927436" y="3354707"/>
                <a:ext cx="177480" cy="151200"/>
              </p14:xfrm>
            </p:contentPart>
          </mc:Choice>
          <mc:Fallback xmlns="">
            <p:pic>
              <p:nvPicPr>
                <p:cNvPr id="24" name="Ink 23">
                  <a:extLst>
                    <a:ext uri="{FF2B5EF4-FFF2-40B4-BE49-F238E27FC236}">
                      <a16:creationId xmlns:a16="http://schemas.microsoft.com/office/drawing/2014/main" id="{1A4C534F-2681-944C-88D0-618BE875EC40}"/>
                    </a:ext>
                  </a:extLst>
                </p:cNvPr>
                <p:cNvPicPr/>
                <p:nvPr/>
              </p:nvPicPr>
              <p:blipFill>
                <a:blip r:embed="rId32"/>
                <a:stretch>
                  <a:fillRect/>
                </a:stretch>
              </p:blipFill>
              <p:spPr>
                <a:xfrm>
                  <a:off x="10921316" y="3348587"/>
                  <a:ext cx="18972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5" name="Ink 24">
                  <a:extLst>
                    <a:ext uri="{FF2B5EF4-FFF2-40B4-BE49-F238E27FC236}">
                      <a16:creationId xmlns:a16="http://schemas.microsoft.com/office/drawing/2014/main" id="{F342C90A-C00E-5830-9F43-34CD69F212D8}"/>
                    </a:ext>
                  </a:extLst>
                </p14:cNvPr>
                <p14:cNvContentPartPr/>
                <p14:nvPr/>
              </p14:nvContentPartPr>
              <p14:xfrm>
                <a:off x="11140556" y="3130067"/>
                <a:ext cx="213840" cy="369720"/>
              </p14:xfrm>
            </p:contentPart>
          </mc:Choice>
          <mc:Fallback xmlns="">
            <p:pic>
              <p:nvPicPr>
                <p:cNvPr id="25" name="Ink 24">
                  <a:extLst>
                    <a:ext uri="{FF2B5EF4-FFF2-40B4-BE49-F238E27FC236}">
                      <a16:creationId xmlns:a16="http://schemas.microsoft.com/office/drawing/2014/main" id="{F342C90A-C00E-5830-9F43-34CD69F212D8}"/>
                    </a:ext>
                  </a:extLst>
                </p:cNvPr>
                <p:cNvPicPr/>
                <p:nvPr/>
              </p:nvPicPr>
              <p:blipFill>
                <a:blip r:embed="rId34"/>
                <a:stretch>
                  <a:fillRect/>
                </a:stretch>
              </p:blipFill>
              <p:spPr>
                <a:xfrm>
                  <a:off x="11134436" y="3123947"/>
                  <a:ext cx="226080" cy="38196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6" name="Ink 25">
                  <a:extLst>
                    <a:ext uri="{FF2B5EF4-FFF2-40B4-BE49-F238E27FC236}">
                      <a16:creationId xmlns:a16="http://schemas.microsoft.com/office/drawing/2014/main" id="{216F34A4-F759-7252-C813-24FD5F8B3351}"/>
                    </a:ext>
                  </a:extLst>
                </p14:cNvPr>
                <p14:cNvContentPartPr/>
                <p14:nvPr/>
              </p14:nvContentPartPr>
              <p14:xfrm>
                <a:off x="11422436" y="3273707"/>
                <a:ext cx="101880" cy="303480"/>
              </p14:xfrm>
            </p:contentPart>
          </mc:Choice>
          <mc:Fallback xmlns="">
            <p:pic>
              <p:nvPicPr>
                <p:cNvPr id="26" name="Ink 25">
                  <a:extLst>
                    <a:ext uri="{FF2B5EF4-FFF2-40B4-BE49-F238E27FC236}">
                      <a16:creationId xmlns:a16="http://schemas.microsoft.com/office/drawing/2014/main" id="{216F34A4-F759-7252-C813-24FD5F8B3351}"/>
                    </a:ext>
                  </a:extLst>
                </p:cNvPr>
                <p:cNvPicPr/>
                <p:nvPr/>
              </p:nvPicPr>
              <p:blipFill>
                <a:blip r:embed="rId36"/>
                <a:stretch>
                  <a:fillRect/>
                </a:stretch>
              </p:blipFill>
              <p:spPr>
                <a:xfrm>
                  <a:off x="11416316" y="3267587"/>
                  <a:ext cx="114120" cy="31572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7" name="Ink 26">
                  <a:extLst>
                    <a:ext uri="{FF2B5EF4-FFF2-40B4-BE49-F238E27FC236}">
                      <a16:creationId xmlns:a16="http://schemas.microsoft.com/office/drawing/2014/main" id="{09D80722-DC8E-1C89-2912-D2C47E4C1229}"/>
                    </a:ext>
                  </a:extLst>
                </p14:cNvPr>
                <p14:cNvContentPartPr/>
                <p14:nvPr/>
              </p14:nvContentPartPr>
              <p14:xfrm>
                <a:off x="11592356" y="3250667"/>
                <a:ext cx="105840" cy="216720"/>
              </p14:xfrm>
            </p:contentPart>
          </mc:Choice>
          <mc:Fallback xmlns="">
            <p:pic>
              <p:nvPicPr>
                <p:cNvPr id="27" name="Ink 26">
                  <a:extLst>
                    <a:ext uri="{FF2B5EF4-FFF2-40B4-BE49-F238E27FC236}">
                      <a16:creationId xmlns:a16="http://schemas.microsoft.com/office/drawing/2014/main" id="{09D80722-DC8E-1C89-2912-D2C47E4C1229}"/>
                    </a:ext>
                  </a:extLst>
                </p:cNvPr>
                <p:cNvPicPr/>
                <p:nvPr/>
              </p:nvPicPr>
              <p:blipFill>
                <a:blip r:embed="rId38"/>
                <a:stretch>
                  <a:fillRect/>
                </a:stretch>
              </p:blipFill>
              <p:spPr>
                <a:xfrm>
                  <a:off x="11586236" y="3244547"/>
                  <a:ext cx="118080" cy="22896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9" name="Ink 28">
                  <a:extLst>
                    <a:ext uri="{FF2B5EF4-FFF2-40B4-BE49-F238E27FC236}">
                      <a16:creationId xmlns:a16="http://schemas.microsoft.com/office/drawing/2014/main" id="{B95FE863-18EB-06B5-7D87-BC4B8ED15305}"/>
                    </a:ext>
                  </a:extLst>
                </p14:cNvPr>
                <p14:cNvContentPartPr/>
                <p14:nvPr/>
              </p14:nvContentPartPr>
              <p14:xfrm>
                <a:off x="11627276" y="3081827"/>
                <a:ext cx="260640" cy="537840"/>
              </p14:xfrm>
            </p:contentPart>
          </mc:Choice>
          <mc:Fallback xmlns="">
            <p:pic>
              <p:nvPicPr>
                <p:cNvPr id="29" name="Ink 28">
                  <a:extLst>
                    <a:ext uri="{FF2B5EF4-FFF2-40B4-BE49-F238E27FC236}">
                      <a16:creationId xmlns:a16="http://schemas.microsoft.com/office/drawing/2014/main" id="{B95FE863-18EB-06B5-7D87-BC4B8ED15305}"/>
                    </a:ext>
                  </a:extLst>
                </p:cNvPr>
                <p:cNvPicPr/>
                <p:nvPr/>
              </p:nvPicPr>
              <p:blipFill>
                <a:blip r:embed="rId40"/>
                <a:stretch>
                  <a:fillRect/>
                </a:stretch>
              </p:blipFill>
              <p:spPr>
                <a:xfrm>
                  <a:off x="11621156" y="3075707"/>
                  <a:ext cx="272880" cy="550080"/>
                </a:xfrm>
                <a:prstGeom prst="rect">
                  <a:avLst/>
                </a:prstGeom>
              </p:spPr>
            </p:pic>
          </mc:Fallback>
        </mc:AlternateContent>
      </p:grpSp>
      <p:grpSp>
        <p:nvGrpSpPr>
          <p:cNvPr id="34822" name="Group 34821">
            <a:extLst>
              <a:ext uri="{FF2B5EF4-FFF2-40B4-BE49-F238E27FC236}">
                <a16:creationId xmlns:a16="http://schemas.microsoft.com/office/drawing/2014/main" id="{1D21357F-9417-68CC-38D8-AB8CCE8309EC}"/>
              </a:ext>
            </a:extLst>
          </p:cNvPr>
          <p:cNvGrpSpPr/>
          <p:nvPr/>
        </p:nvGrpSpPr>
        <p:grpSpPr>
          <a:xfrm>
            <a:off x="7947356" y="3964187"/>
            <a:ext cx="901800" cy="631440"/>
            <a:chOff x="7947356" y="3964187"/>
            <a:chExt cx="901800" cy="631440"/>
          </a:xfrm>
        </p:grpSpPr>
        <mc:AlternateContent xmlns:mc="http://schemas.openxmlformats.org/markup-compatibility/2006" xmlns:p14="http://schemas.microsoft.com/office/powerpoint/2010/main">
          <mc:Choice Requires="p14">
            <p:contentPart p14:bwMode="auto" r:id="rId41">
              <p14:nvContentPartPr>
                <p14:cNvPr id="31" name="Ink 30">
                  <a:extLst>
                    <a:ext uri="{FF2B5EF4-FFF2-40B4-BE49-F238E27FC236}">
                      <a16:creationId xmlns:a16="http://schemas.microsoft.com/office/drawing/2014/main" id="{B405FB2C-0DDA-36A4-C1FD-7D05A106F491}"/>
                    </a:ext>
                  </a:extLst>
                </p14:cNvPr>
                <p14:cNvContentPartPr/>
                <p14:nvPr/>
              </p14:nvContentPartPr>
              <p14:xfrm>
                <a:off x="7947356" y="4199267"/>
                <a:ext cx="360" cy="248400"/>
              </p14:xfrm>
            </p:contentPart>
          </mc:Choice>
          <mc:Fallback xmlns="">
            <p:pic>
              <p:nvPicPr>
                <p:cNvPr id="31" name="Ink 30">
                  <a:extLst>
                    <a:ext uri="{FF2B5EF4-FFF2-40B4-BE49-F238E27FC236}">
                      <a16:creationId xmlns:a16="http://schemas.microsoft.com/office/drawing/2014/main" id="{B405FB2C-0DDA-36A4-C1FD-7D05A106F491}"/>
                    </a:ext>
                  </a:extLst>
                </p:cNvPr>
                <p:cNvPicPr/>
                <p:nvPr/>
              </p:nvPicPr>
              <p:blipFill>
                <a:blip r:embed="rId42"/>
                <a:stretch>
                  <a:fillRect/>
                </a:stretch>
              </p:blipFill>
              <p:spPr>
                <a:xfrm>
                  <a:off x="7941236" y="4193147"/>
                  <a:ext cx="1260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4816" name="Ink 34815">
                  <a:extLst>
                    <a:ext uri="{FF2B5EF4-FFF2-40B4-BE49-F238E27FC236}">
                      <a16:creationId xmlns:a16="http://schemas.microsoft.com/office/drawing/2014/main" id="{75D002A0-EE79-2A1E-B7C6-F4C9E8816946}"/>
                    </a:ext>
                  </a:extLst>
                </p14:cNvPr>
                <p14:cNvContentPartPr/>
                <p14:nvPr/>
              </p14:nvContentPartPr>
              <p14:xfrm>
                <a:off x="8026196" y="4300427"/>
                <a:ext cx="205200" cy="204840"/>
              </p14:xfrm>
            </p:contentPart>
          </mc:Choice>
          <mc:Fallback xmlns="">
            <p:pic>
              <p:nvPicPr>
                <p:cNvPr id="34816" name="Ink 34815">
                  <a:extLst>
                    <a:ext uri="{FF2B5EF4-FFF2-40B4-BE49-F238E27FC236}">
                      <a16:creationId xmlns:a16="http://schemas.microsoft.com/office/drawing/2014/main" id="{75D002A0-EE79-2A1E-B7C6-F4C9E8816946}"/>
                    </a:ext>
                  </a:extLst>
                </p:cNvPr>
                <p:cNvPicPr/>
                <p:nvPr/>
              </p:nvPicPr>
              <p:blipFill>
                <a:blip r:embed="rId44"/>
                <a:stretch>
                  <a:fillRect/>
                </a:stretch>
              </p:blipFill>
              <p:spPr>
                <a:xfrm>
                  <a:off x="8020076" y="4294307"/>
                  <a:ext cx="21744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4817" name="Ink 34816">
                  <a:extLst>
                    <a:ext uri="{FF2B5EF4-FFF2-40B4-BE49-F238E27FC236}">
                      <a16:creationId xmlns:a16="http://schemas.microsoft.com/office/drawing/2014/main" id="{738D8BCA-09A3-A51A-38C5-BCCB96A92C6C}"/>
                    </a:ext>
                  </a:extLst>
                </p14:cNvPr>
                <p14:cNvContentPartPr/>
                <p14:nvPr/>
              </p14:nvContentPartPr>
              <p14:xfrm>
                <a:off x="8071556" y="3964187"/>
                <a:ext cx="237960" cy="99720"/>
              </p14:xfrm>
            </p:contentPart>
          </mc:Choice>
          <mc:Fallback xmlns="">
            <p:pic>
              <p:nvPicPr>
                <p:cNvPr id="34817" name="Ink 34816">
                  <a:extLst>
                    <a:ext uri="{FF2B5EF4-FFF2-40B4-BE49-F238E27FC236}">
                      <a16:creationId xmlns:a16="http://schemas.microsoft.com/office/drawing/2014/main" id="{738D8BCA-09A3-A51A-38C5-BCCB96A92C6C}"/>
                    </a:ext>
                  </a:extLst>
                </p:cNvPr>
                <p:cNvPicPr/>
                <p:nvPr/>
              </p:nvPicPr>
              <p:blipFill>
                <a:blip r:embed="rId46"/>
                <a:stretch>
                  <a:fillRect/>
                </a:stretch>
              </p:blipFill>
              <p:spPr>
                <a:xfrm>
                  <a:off x="8065436" y="3958067"/>
                  <a:ext cx="250200" cy="1119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4819" name="Ink 34818">
                  <a:extLst>
                    <a:ext uri="{FF2B5EF4-FFF2-40B4-BE49-F238E27FC236}">
                      <a16:creationId xmlns:a16="http://schemas.microsoft.com/office/drawing/2014/main" id="{AE8719ED-9293-01E8-339B-536698880432}"/>
                    </a:ext>
                  </a:extLst>
                </p14:cNvPr>
                <p14:cNvContentPartPr/>
                <p14:nvPr/>
              </p14:nvContentPartPr>
              <p14:xfrm>
                <a:off x="8493836" y="4120067"/>
                <a:ext cx="199800" cy="280800"/>
              </p14:xfrm>
            </p:contentPart>
          </mc:Choice>
          <mc:Fallback xmlns="">
            <p:pic>
              <p:nvPicPr>
                <p:cNvPr id="34819" name="Ink 34818">
                  <a:extLst>
                    <a:ext uri="{FF2B5EF4-FFF2-40B4-BE49-F238E27FC236}">
                      <a16:creationId xmlns:a16="http://schemas.microsoft.com/office/drawing/2014/main" id="{AE8719ED-9293-01E8-339B-536698880432}"/>
                    </a:ext>
                  </a:extLst>
                </p:cNvPr>
                <p:cNvPicPr/>
                <p:nvPr/>
              </p:nvPicPr>
              <p:blipFill>
                <a:blip r:embed="rId48"/>
                <a:stretch>
                  <a:fillRect/>
                </a:stretch>
              </p:blipFill>
              <p:spPr>
                <a:xfrm>
                  <a:off x="8487716" y="4113947"/>
                  <a:ext cx="212040" cy="29304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4821" name="Ink 34820">
                  <a:extLst>
                    <a:ext uri="{FF2B5EF4-FFF2-40B4-BE49-F238E27FC236}">
                      <a16:creationId xmlns:a16="http://schemas.microsoft.com/office/drawing/2014/main" id="{8EEC64E7-24F0-F573-6352-926FB7A27552}"/>
                    </a:ext>
                  </a:extLst>
                </p14:cNvPr>
                <p14:cNvContentPartPr/>
                <p14:nvPr/>
              </p14:nvContentPartPr>
              <p14:xfrm>
                <a:off x="8477996" y="4436507"/>
                <a:ext cx="371160" cy="159120"/>
              </p14:xfrm>
            </p:contentPart>
          </mc:Choice>
          <mc:Fallback xmlns="">
            <p:pic>
              <p:nvPicPr>
                <p:cNvPr id="34821" name="Ink 34820">
                  <a:extLst>
                    <a:ext uri="{FF2B5EF4-FFF2-40B4-BE49-F238E27FC236}">
                      <a16:creationId xmlns:a16="http://schemas.microsoft.com/office/drawing/2014/main" id="{8EEC64E7-24F0-F573-6352-926FB7A27552}"/>
                    </a:ext>
                  </a:extLst>
                </p:cNvPr>
                <p:cNvPicPr/>
                <p:nvPr/>
              </p:nvPicPr>
              <p:blipFill>
                <a:blip r:embed="rId50"/>
                <a:stretch>
                  <a:fillRect/>
                </a:stretch>
              </p:blipFill>
              <p:spPr>
                <a:xfrm>
                  <a:off x="8471876" y="4430387"/>
                  <a:ext cx="383400" cy="171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1">
            <p14:nvContentPartPr>
              <p14:cNvPr id="34823" name="Ink 34822">
                <a:extLst>
                  <a:ext uri="{FF2B5EF4-FFF2-40B4-BE49-F238E27FC236}">
                    <a16:creationId xmlns:a16="http://schemas.microsoft.com/office/drawing/2014/main" id="{9BE6F8C8-2ED0-524A-D84A-F50AE1CE3AF9}"/>
                  </a:ext>
                </a:extLst>
              </p14:cNvPr>
              <p14:cNvContentPartPr/>
              <p14:nvPr/>
            </p14:nvContentPartPr>
            <p14:xfrm>
              <a:off x="8952116" y="4166507"/>
              <a:ext cx="450000" cy="164880"/>
            </p14:xfrm>
          </p:contentPart>
        </mc:Choice>
        <mc:Fallback xmlns="">
          <p:pic>
            <p:nvPicPr>
              <p:cNvPr id="34823" name="Ink 34822">
                <a:extLst>
                  <a:ext uri="{FF2B5EF4-FFF2-40B4-BE49-F238E27FC236}">
                    <a16:creationId xmlns:a16="http://schemas.microsoft.com/office/drawing/2014/main" id="{9BE6F8C8-2ED0-524A-D84A-F50AE1CE3AF9}"/>
                  </a:ext>
                </a:extLst>
              </p:cNvPr>
              <p:cNvPicPr/>
              <p:nvPr/>
            </p:nvPicPr>
            <p:blipFill>
              <a:blip r:embed="rId52"/>
              <a:stretch>
                <a:fillRect/>
              </a:stretch>
            </p:blipFill>
            <p:spPr>
              <a:xfrm>
                <a:off x="8945996" y="4160387"/>
                <a:ext cx="462240" cy="177120"/>
              </a:xfrm>
              <a:prstGeom prst="rect">
                <a:avLst/>
              </a:prstGeom>
            </p:spPr>
          </p:pic>
        </mc:Fallback>
      </mc:AlternateContent>
      <p:grpSp>
        <p:nvGrpSpPr>
          <p:cNvPr id="34827" name="Group 34826">
            <a:extLst>
              <a:ext uri="{FF2B5EF4-FFF2-40B4-BE49-F238E27FC236}">
                <a16:creationId xmlns:a16="http://schemas.microsoft.com/office/drawing/2014/main" id="{1DFC6DC7-F413-543A-E5C9-D0AC58417476}"/>
              </a:ext>
            </a:extLst>
          </p:cNvPr>
          <p:cNvGrpSpPr/>
          <p:nvPr/>
        </p:nvGrpSpPr>
        <p:grpSpPr>
          <a:xfrm>
            <a:off x="9708116" y="3978227"/>
            <a:ext cx="1625760" cy="330480"/>
            <a:chOff x="9708116" y="3978227"/>
            <a:chExt cx="1625760" cy="330480"/>
          </a:xfrm>
        </p:grpSpPr>
        <mc:AlternateContent xmlns:mc="http://schemas.openxmlformats.org/markup-compatibility/2006" xmlns:p14="http://schemas.microsoft.com/office/powerpoint/2010/main">
          <mc:Choice Requires="p14">
            <p:contentPart p14:bwMode="auto" r:id="rId53">
              <p14:nvContentPartPr>
                <p14:cNvPr id="34824" name="Ink 34823">
                  <a:extLst>
                    <a:ext uri="{FF2B5EF4-FFF2-40B4-BE49-F238E27FC236}">
                      <a16:creationId xmlns:a16="http://schemas.microsoft.com/office/drawing/2014/main" id="{3C867FC5-6FB3-67DB-7A8A-912E75FB0FC0}"/>
                    </a:ext>
                  </a:extLst>
                </p14:cNvPr>
                <p14:cNvContentPartPr/>
                <p14:nvPr/>
              </p14:nvContentPartPr>
              <p14:xfrm>
                <a:off x="9708116" y="4096667"/>
                <a:ext cx="206280" cy="212040"/>
              </p14:xfrm>
            </p:contentPart>
          </mc:Choice>
          <mc:Fallback xmlns="">
            <p:pic>
              <p:nvPicPr>
                <p:cNvPr id="34824" name="Ink 34823">
                  <a:extLst>
                    <a:ext uri="{FF2B5EF4-FFF2-40B4-BE49-F238E27FC236}">
                      <a16:creationId xmlns:a16="http://schemas.microsoft.com/office/drawing/2014/main" id="{3C867FC5-6FB3-67DB-7A8A-912E75FB0FC0}"/>
                    </a:ext>
                  </a:extLst>
                </p:cNvPr>
                <p:cNvPicPr/>
                <p:nvPr/>
              </p:nvPicPr>
              <p:blipFill>
                <a:blip r:embed="rId54"/>
                <a:stretch>
                  <a:fillRect/>
                </a:stretch>
              </p:blipFill>
              <p:spPr>
                <a:xfrm>
                  <a:off x="9701996" y="4090547"/>
                  <a:ext cx="218520" cy="22428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4825" name="Ink 34824">
                  <a:extLst>
                    <a:ext uri="{FF2B5EF4-FFF2-40B4-BE49-F238E27FC236}">
                      <a16:creationId xmlns:a16="http://schemas.microsoft.com/office/drawing/2014/main" id="{DBEC7900-C362-1638-AED8-14358FC744B3}"/>
                    </a:ext>
                  </a:extLst>
                </p14:cNvPr>
                <p14:cNvContentPartPr/>
                <p14:nvPr/>
              </p14:nvContentPartPr>
              <p14:xfrm>
                <a:off x="10101596" y="3996947"/>
                <a:ext cx="161280" cy="237600"/>
              </p14:xfrm>
            </p:contentPart>
          </mc:Choice>
          <mc:Fallback xmlns="">
            <p:pic>
              <p:nvPicPr>
                <p:cNvPr id="34825" name="Ink 34824">
                  <a:extLst>
                    <a:ext uri="{FF2B5EF4-FFF2-40B4-BE49-F238E27FC236}">
                      <a16:creationId xmlns:a16="http://schemas.microsoft.com/office/drawing/2014/main" id="{DBEC7900-C362-1638-AED8-14358FC744B3}"/>
                    </a:ext>
                  </a:extLst>
                </p:cNvPr>
                <p:cNvPicPr/>
                <p:nvPr/>
              </p:nvPicPr>
              <p:blipFill>
                <a:blip r:embed="rId56"/>
                <a:stretch>
                  <a:fillRect/>
                </a:stretch>
              </p:blipFill>
              <p:spPr>
                <a:xfrm>
                  <a:off x="10095476" y="3990827"/>
                  <a:ext cx="173520"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4826" name="Ink 34825">
                  <a:extLst>
                    <a:ext uri="{FF2B5EF4-FFF2-40B4-BE49-F238E27FC236}">
                      <a16:creationId xmlns:a16="http://schemas.microsoft.com/office/drawing/2014/main" id="{0B6778CB-1C47-FD7B-8128-740B0069DB36}"/>
                    </a:ext>
                  </a:extLst>
                </p14:cNvPr>
                <p14:cNvContentPartPr/>
                <p14:nvPr/>
              </p14:nvContentPartPr>
              <p14:xfrm>
                <a:off x="10453316" y="3978227"/>
                <a:ext cx="880560" cy="222120"/>
              </p14:xfrm>
            </p:contentPart>
          </mc:Choice>
          <mc:Fallback xmlns="">
            <p:pic>
              <p:nvPicPr>
                <p:cNvPr id="34826" name="Ink 34825">
                  <a:extLst>
                    <a:ext uri="{FF2B5EF4-FFF2-40B4-BE49-F238E27FC236}">
                      <a16:creationId xmlns:a16="http://schemas.microsoft.com/office/drawing/2014/main" id="{0B6778CB-1C47-FD7B-8128-740B0069DB36}"/>
                    </a:ext>
                  </a:extLst>
                </p:cNvPr>
                <p:cNvPicPr/>
                <p:nvPr/>
              </p:nvPicPr>
              <p:blipFill>
                <a:blip r:embed="rId58"/>
                <a:stretch>
                  <a:fillRect/>
                </a:stretch>
              </p:blipFill>
              <p:spPr>
                <a:xfrm>
                  <a:off x="10447196" y="3972107"/>
                  <a:ext cx="892800" cy="234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9">
            <p14:nvContentPartPr>
              <p14:cNvPr id="34828" name="Ink 34827">
                <a:extLst>
                  <a:ext uri="{FF2B5EF4-FFF2-40B4-BE49-F238E27FC236}">
                    <a16:creationId xmlns:a16="http://schemas.microsoft.com/office/drawing/2014/main" id="{8285D0ED-4C7C-1800-89B1-71BCCCFF51AB}"/>
                  </a:ext>
                </a:extLst>
              </p14:cNvPr>
              <p14:cNvContentPartPr/>
              <p14:nvPr/>
            </p14:nvContentPartPr>
            <p14:xfrm>
              <a:off x="-2031844" y="891947"/>
              <a:ext cx="360" cy="361080"/>
            </p14:xfrm>
          </p:contentPart>
        </mc:Choice>
        <mc:Fallback xmlns="">
          <p:pic>
            <p:nvPicPr>
              <p:cNvPr id="34828" name="Ink 34827">
                <a:extLst>
                  <a:ext uri="{FF2B5EF4-FFF2-40B4-BE49-F238E27FC236}">
                    <a16:creationId xmlns:a16="http://schemas.microsoft.com/office/drawing/2014/main" id="{8285D0ED-4C7C-1800-89B1-71BCCCFF51AB}"/>
                  </a:ext>
                </a:extLst>
              </p:cNvPr>
              <p:cNvPicPr/>
              <p:nvPr/>
            </p:nvPicPr>
            <p:blipFill>
              <a:blip r:embed="rId60"/>
              <a:stretch>
                <a:fillRect/>
              </a:stretch>
            </p:blipFill>
            <p:spPr>
              <a:xfrm>
                <a:off x="-2037964" y="885827"/>
                <a:ext cx="12600" cy="3733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4829" name="Ink 34828">
                <a:extLst>
                  <a:ext uri="{FF2B5EF4-FFF2-40B4-BE49-F238E27FC236}">
                    <a16:creationId xmlns:a16="http://schemas.microsoft.com/office/drawing/2014/main" id="{253CAB00-AF63-EC35-D618-FDB2FE5CB81B}"/>
                  </a:ext>
                </a:extLst>
              </p14:cNvPr>
              <p14:cNvContentPartPr/>
              <p14:nvPr/>
            </p14:nvContentPartPr>
            <p14:xfrm>
              <a:off x="-2235244" y="711227"/>
              <a:ext cx="360" cy="360"/>
            </p14:xfrm>
          </p:contentPart>
        </mc:Choice>
        <mc:Fallback xmlns="">
          <p:pic>
            <p:nvPicPr>
              <p:cNvPr id="34829" name="Ink 34828">
                <a:extLst>
                  <a:ext uri="{FF2B5EF4-FFF2-40B4-BE49-F238E27FC236}">
                    <a16:creationId xmlns:a16="http://schemas.microsoft.com/office/drawing/2014/main" id="{253CAB00-AF63-EC35-D618-FDB2FE5CB81B}"/>
                  </a:ext>
                </a:extLst>
              </p:cNvPr>
              <p:cNvPicPr/>
              <p:nvPr/>
            </p:nvPicPr>
            <p:blipFill>
              <a:blip r:embed="rId62"/>
              <a:stretch>
                <a:fillRect/>
              </a:stretch>
            </p:blipFill>
            <p:spPr>
              <a:xfrm>
                <a:off x="-2241364" y="70510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4830" name="Ink 34829">
                <a:extLst>
                  <a:ext uri="{FF2B5EF4-FFF2-40B4-BE49-F238E27FC236}">
                    <a16:creationId xmlns:a16="http://schemas.microsoft.com/office/drawing/2014/main" id="{B69BAEA4-94AD-BC34-1F68-9BDC6D2C3C32}"/>
                  </a:ext>
                </a:extLst>
              </p14:cNvPr>
              <p14:cNvContentPartPr/>
              <p14:nvPr/>
            </p14:nvContentPartPr>
            <p14:xfrm>
              <a:off x="-2211484" y="665867"/>
              <a:ext cx="182160" cy="217440"/>
            </p14:xfrm>
          </p:contentPart>
        </mc:Choice>
        <mc:Fallback xmlns="">
          <p:pic>
            <p:nvPicPr>
              <p:cNvPr id="34830" name="Ink 34829">
                <a:extLst>
                  <a:ext uri="{FF2B5EF4-FFF2-40B4-BE49-F238E27FC236}">
                    <a16:creationId xmlns:a16="http://schemas.microsoft.com/office/drawing/2014/main" id="{B69BAEA4-94AD-BC34-1F68-9BDC6D2C3C32}"/>
                  </a:ext>
                </a:extLst>
              </p:cNvPr>
              <p:cNvPicPr/>
              <p:nvPr/>
            </p:nvPicPr>
            <p:blipFill>
              <a:blip r:embed="rId64"/>
              <a:stretch>
                <a:fillRect/>
              </a:stretch>
            </p:blipFill>
            <p:spPr>
              <a:xfrm>
                <a:off x="-2217604" y="659747"/>
                <a:ext cx="194400" cy="22968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34831" name="Ink 34830">
                <a:extLst>
                  <a:ext uri="{FF2B5EF4-FFF2-40B4-BE49-F238E27FC236}">
                    <a16:creationId xmlns:a16="http://schemas.microsoft.com/office/drawing/2014/main" id="{DEFDBEE2-0F54-3C8E-AF8C-A133D167D0B0}"/>
                  </a:ext>
                </a:extLst>
              </p14:cNvPr>
              <p14:cNvContentPartPr/>
              <p14:nvPr/>
            </p14:nvContentPartPr>
            <p14:xfrm>
              <a:off x="-1658164" y="790067"/>
              <a:ext cx="112680" cy="430200"/>
            </p14:xfrm>
          </p:contentPart>
        </mc:Choice>
        <mc:Fallback xmlns="">
          <p:pic>
            <p:nvPicPr>
              <p:cNvPr id="34831" name="Ink 34830">
                <a:extLst>
                  <a:ext uri="{FF2B5EF4-FFF2-40B4-BE49-F238E27FC236}">
                    <a16:creationId xmlns:a16="http://schemas.microsoft.com/office/drawing/2014/main" id="{DEFDBEE2-0F54-3C8E-AF8C-A133D167D0B0}"/>
                  </a:ext>
                </a:extLst>
              </p:cNvPr>
              <p:cNvPicPr/>
              <p:nvPr/>
            </p:nvPicPr>
            <p:blipFill>
              <a:blip r:embed="rId66"/>
              <a:stretch>
                <a:fillRect/>
              </a:stretch>
            </p:blipFill>
            <p:spPr>
              <a:xfrm>
                <a:off x="-1664284" y="783947"/>
                <a:ext cx="124920" cy="44244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34832" name="Ink 34831">
                <a:extLst>
                  <a:ext uri="{FF2B5EF4-FFF2-40B4-BE49-F238E27FC236}">
                    <a16:creationId xmlns:a16="http://schemas.microsoft.com/office/drawing/2014/main" id="{2EA5E309-F94E-CC28-15BE-5E1DE4FC666B}"/>
                  </a:ext>
                </a:extLst>
              </p14:cNvPr>
              <p14:cNvContentPartPr/>
              <p14:nvPr/>
            </p14:nvContentPartPr>
            <p14:xfrm>
              <a:off x="-1513084" y="1070507"/>
              <a:ext cx="149040" cy="160200"/>
            </p14:xfrm>
          </p:contentPart>
        </mc:Choice>
        <mc:Fallback xmlns="">
          <p:pic>
            <p:nvPicPr>
              <p:cNvPr id="34832" name="Ink 34831">
                <a:extLst>
                  <a:ext uri="{FF2B5EF4-FFF2-40B4-BE49-F238E27FC236}">
                    <a16:creationId xmlns:a16="http://schemas.microsoft.com/office/drawing/2014/main" id="{2EA5E309-F94E-CC28-15BE-5E1DE4FC666B}"/>
                  </a:ext>
                </a:extLst>
              </p:cNvPr>
              <p:cNvPicPr/>
              <p:nvPr/>
            </p:nvPicPr>
            <p:blipFill>
              <a:blip r:embed="rId68"/>
              <a:stretch>
                <a:fillRect/>
              </a:stretch>
            </p:blipFill>
            <p:spPr>
              <a:xfrm>
                <a:off x="-1519204" y="1064387"/>
                <a:ext cx="161280" cy="17244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34833" name="Ink 34832">
                <a:extLst>
                  <a:ext uri="{FF2B5EF4-FFF2-40B4-BE49-F238E27FC236}">
                    <a16:creationId xmlns:a16="http://schemas.microsoft.com/office/drawing/2014/main" id="{F6630D5E-7F43-CDC8-2DAE-C220248D287E}"/>
                  </a:ext>
                </a:extLst>
              </p14:cNvPr>
              <p14:cNvContentPartPr/>
              <p14:nvPr/>
            </p14:nvContentPartPr>
            <p14:xfrm>
              <a:off x="-1271524" y="1015787"/>
              <a:ext cx="165240" cy="192960"/>
            </p14:xfrm>
          </p:contentPart>
        </mc:Choice>
        <mc:Fallback xmlns="">
          <p:pic>
            <p:nvPicPr>
              <p:cNvPr id="34833" name="Ink 34832">
                <a:extLst>
                  <a:ext uri="{FF2B5EF4-FFF2-40B4-BE49-F238E27FC236}">
                    <a16:creationId xmlns:a16="http://schemas.microsoft.com/office/drawing/2014/main" id="{F6630D5E-7F43-CDC8-2DAE-C220248D287E}"/>
                  </a:ext>
                </a:extLst>
              </p:cNvPr>
              <p:cNvPicPr/>
              <p:nvPr/>
            </p:nvPicPr>
            <p:blipFill>
              <a:blip r:embed="rId70"/>
              <a:stretch>
                <a:fillRect/>
              </a:stretch>
            </p:blipFill>
            <p:spPr>
              <a:xfrm>
                <a:off x="-1277644" y="1009667"/>
                <a:ext cx="17748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34834" name="Ink 34833">
                <a:extLst>
                  <a:ext uri="{FF2B5EF4-FFF2-40B4-BE49-F238E27FC236}">
                    <a16:creationId xmlns:a16="http://schemas.microsoft.com/office/drawing/2014/main" id="{54049D69-8F1B-40BB-1C5A-5B4040A0B1B9}"/>
                  </a:ext>
                </a:extLst>
              </p14:cNvPr>
              <p14:cNvContentPartPr/>
              <p14:nvPr/>
            </p14:nvContentPartPr>
            <p14:xfrm>
              <a:off x="-1275844" y="1331507"/>
              <a:ext cx="195480" cy="39600"/>
            </p14:xfrm>
          </p:contentPart>
        </mc:Choice>
        <mc:Fallback xmlns="">
          <p:pic>
            <p:nvPicPr>
              <p:cNvPr id="34834" name="Ink 34833">
                <a:extLst>
                  <a:ext uri="{FF2B5EF4-FFF2-40B4-BE49-F238E27FC236}">
                    <a16:creationId xmlns:a16="http://schemas.microsoft.com/office/drawing/2014/main" id="{54049D69-8F1B-40BB-1C5A-5B4040A0B1B9}"/>
                  </a:ext>
                </a:extLst>
              </p:cNvPr>
              <p:cNvPicPr/>
              <p:nvPr/>
            </p:nvPicPr>
            <p:blipFill>
              <a:blip r:embed="rId72"/>
              <a:stretch>
                <a:fillRect/>
              </a:stretch>
            </p:blipFill>
            <p:spPr>
              <a:xfrm>
                <a:off x="-1281964" y="1325387"/>
                <a:ext cx="20772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34835" name="Ink 34834">
                <a:extLst>
                  <a:ext uri="{FF2B5EF4-FFF2-40B4-BE49-F238E27FC236}">
                    <a16:creationId xmlns:a16="http://schemas.microsoft.com/office/drawing/2014/main" id="{80FFA98C-A253-C5CA-72C5-CDC0B26BC8E1}"/>
                  </a:ext>
                </a:extLst>
              </p14:cNvPr>
              <p14:cNvContentPartPr/>
              <p14:nvPr/>
            </p14:nvContentPartPr>
            <p14:xfrm>
              <a:off x="-847084" y="993107"/>
              <a:ext cx="432720" cy="329040"/>
            </p14:xfrm>
          </p:contentPart>
        </mc:Choice>
        <mc:Fallback xmlns="">
          <p:pic>
            <p:nvPicPr>
              <p:cNvPr id="34835" name="Ink 34834">
                <a:extLst>
                  <a:ext uri="{FF2B5EF4-FFF2-40B4-BE49-F238E27FC236}">
                    <a16:creationId xmlns:a16="http://schemas.microsoft.com/office/drawing/2014/main" id="{80FFA98C-A253-C5CA-72C5-CDC0B26BC8E1}"/>
                  </a:ext>
                </a:extLst>
              </p:cNvPr>
              <p:cNvPicPr/>
              <p:nvPr/>
            </p:nvPicPr>
            <p:blipFill>
              <a:blip r:embed="rId74"/>
              <a:stretch>
                <a:fillRect/>
              </a:stretch>
            </p:blipFill>
            <p:spPr>
              <a:xfrm>
                <a:off x="-853204" y="986987"/>
                <a:ext cx="444960" cy="34128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34836" name="Ink 34835">
                <a:extLst>
                  <a:ext uri="{FF2B5EF4-FFF2-40B4-BE49-F238E27FC236}">
                    <a16:creationId xmlns:a16="http://schemas.microsoft.com/office/drawing/2014/main" id="{BE339928-5962-A243-8B9B-760B87D7F435}"/>
                  </a:ext>
                </a:extLst>
              </p14:cNvPr>
              <p14:cNvContentPartPr/>
              <p14:nvPr/>
            </p14:nvContentPartPr>
            <p14:xfrm>
              <a:off x="-395284" y="863147"/>
              <a:ext cx="386640" cy="271080"/>
            </p14:xfrm>
          </p:contentPart>
        </mc:Choice>
        <mc:Fallback xmlns="">
          <p:pic>
            <p:nvPicPr>
              <p:cNvPr id="34836" name="Ink 34835">
                <a:extLst>
                  <a:ext uri="{FF2B5EF4-FFF2-40B4-BE49-F238E27FC236}">
                    <a16:creationId xmlns:a16="http://schemas.microsoft.com/office/drawing/2014/main" id="{BE339928-5962-A243-8B9B-760B87D7F435}"/>
                  </a:ext>
                </a:extLst>
              </p:cNvPr>
              <p:cNvPicPr/>
              <p:nvPr/>
            </p:nvPicPr>
            <p:blipFill>
              <a:blip r:embed="rId76"/>
              <a:stretch>
                <a:fillRect/>
              </a:stretch>
            </p:blipFill>
            <p:spPr>
              <a:xfrm>
                <a:off x="-401404" y="857027"/>
                <a:ext cx="398880" cy="28332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34837" name="Ink 34836">
                <a:extLst>
                  <a:ext uri="{FF2B5EF4-FFF2-40B4-BE49-F238E27FC236}">
                    <a16:creationId xmlns:a16="http://schemas.microsoft.com/office/drawing/2014/main" id="{0DCAD797-E4E1-90AF-220B-C29E91D34FAD}"/>
                  </a:ext>
                </a:extLst>
              </p14:cNvPr>
              <p14:cNvContentPartPr/>
              <p14:nvPr/>
            </p14:nvContentPartPr>
            <p14:xfrm>
              <a:off x="-2052364" y="1749467"/>
              <a:ext cx="32040" cy="198360"/>
            </p14:xfrm>
          </p:contentPart>
        </mc:Choice>
        <mc:Fallback xmlns="">
          <p:pic>
            <p:nvPicPr>
              <p:cNvPr id="34837" name="Ink 34836">
                <a:extLst>
                  <a:ext uri="{FF2B5EF4-FFF2-40B4-BE49-F238E27FC236}">
                    <a16:creationId xmlns:a16="http://schemas.microsoft.com/office/drawing/2014/main" id="{0DCAD797-E4E1-90AF-220B-C29E91D34FAD}"/>
                  </a:ext>
                </a:extLst>
              </p:cNvPr>
              <p:cNvPicPr/>
              <p:nvPr/>
            </p:nvPicPr>
            <p:blipFill>
              <a:blip r:embed="rId78"/>
              <a:stretch>
                <a:fillRect/>
              </a:stretch>
            </p:blipFill>
            <p:spPr>
              <a:xfrm>
                <a:off x="-2058484" y="1743347"/>
                <a:ext cx="4428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34838" name="Ink 34837">
                <a:extLst>
                  <a:ext uri="{FF2B5EF4-FFF2-40B4-BE49-F238E27FC236}">
                    <a16:creationId xmlns:a16="http://schemas.microsoft.com/office/drawing/2014/main" id="{833A7CB0-FF60-8025-0C40-D85E5D8C9FE8}"/>
                  </a:ext>
                </a:extLst>
              </p14:cNvPr>
              <p14:cNvContentPartPr/>
              <p14:nvPr/>
            </p14:nvContentPartPr>
            <p14:xfrm>
              <a:off x="-1896484" y="1760627"/>
              <a:ext cx="360" cy="225360"/>
            </p14:xfrm>
          </p:contentPart>
        </mc:Choice>
        <mc:Fallback xmlns="">
          <p:pic>
            <p:nvPicPr>
              <p:cNvPr id="34838" name="Ink 34837">
                <a:extLst>
                  <a:ext uri="{FF2B5EF4-FFF2-40B4-BE49-F238E27FC236}">
                    <a16:creationId xmlns:a16="http://schemas.microsoft.com/office/drawing/2014/main" id="{833A7CB0-FF60-8025-0C40-D85E5D8C9FE8}"/>
                  </a:ext>
                </a:extLst>
              </p:cNvPr>
              <p:cNvPicPr/>
              <p:nvPr/>
            </p:nvPicPr>
            <p:blipFill>
              <a:blip r:embed="rId80"/>
              <a:stretch>
                <a:fillRect/>
              </a:stretch>
            </p:blipFill>
            <p:spPr>
              <a:xfrm>
                <a:off x="-1902604" y="1754507"/>
                <a:ext cx="12600" cy="23760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34839" name="Ink 34838">
                <a:extLst>
                  <a:ext uri="{FF2B5EF4-FFF2-40B4-BE49-F238E27FC236}">
                    <a16:creationId xmlns:a16="http://schemas.microsoft.com/office/drawing/2014/main" id="{FEAB9F59-736F-C5F1-D293-9CB21A4DEA4C}"/>
                  </a:ext>
                </a:extLst>
              </p14:cNvPr>
              <p14:cNvContentPartPr/>
              <p14:nvPr/>
            </p14:nvContentPartPr>
            <p14:xfrm>
              <a:off x="-1998364" y="1535267"/>
              <a:ext cx="360" cy="360"/>
            </p14:xfrm>
          </p:contentPart>
        </mc:Choice>
        <mc:Fallback xmlns="">
          <p:pic>
            <p:nvPicPr>
              <p:cNvPr id="34839" name="Ink 34838">
                <a:extLst>
                  <a:ext uri="{FF2B5EF4-FFF2-40B4-BE49-F238E27FC236}">
                    <a16:creationId xmlns:a16="http://schemas.microsoft.com/office/drawing/2014/main" id="{FEAB9F59-736F-C5F1-D293-9CB21A4DEA4C}"/>
                  </a:ext>
                </a:extLst>
              </p:cNvPr>
              <p:cNvPicPr/>
              <p:nvPr/>
            </p:nvPicPr>
            <p:blipFill>
              <a:blip r:embed="rId62"/>
              <a:stretch>
                <a:fillRect/>
              </a:stretch>
            </p:blipFill>
            <p:spPr>
              <a:xfrm>
                <a:off x="-2004484" y="152914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34840" name="Ink 34839">
                <a:extLst>
                  <a:ext uri="{FF2B5EF4-FFF2-40B4-BE49-F238E27FC236}">
                    <a16:creationId xmlns:a16="http://schemas.microsoft.com/office/drawing/2014/main" id="{FCEE01B1-AFAF-1C53-0A14-26349DEDF0BF}"/>
                  </a:ext>
                </a:extLst>
              </p14:cNvPr>
              <p14:cNvContentPartPr/>
              <p14:nvPr/>
            </p14:nvContentPartPr>
            <p14:xfrm>
              <a:off x="-1795324" y="1625267"/>
              <a:ext cx="360" cy="360"/>
            </p14:xfrm>
          </p:contentPart>
        </mc:Choice>
        <mc:Fallback xmlns="">
          <p:pic>
            <p:nvPicPr>
              <p:cNvPr id="34840" name="Ink 34839">
                <a:extLst>
                  <a:ext uri="{FF2B5EF4-FFF2-40B4-BE49-F238E27FC236}">
                    <a16:creationId xmlns:a16="http://schemas.microsoft.com/office/drawing/2014/main" id="{FCEE01B1-AFAF-1C53-0A14-26349DEDF0BF}"/>
                  </a:ext>
                </a:extLst>
              </p:cNvPr>
              <p:cNvPicPr/>
              <p:nvPr/>
            </p:nvPicPr>
            <p:blipFill>
              <a:blip r:embed="rId62"/>
              <a:stretch>
                <a:fillRect/>
              </a:stretch>
            </p:blipFill>
            <p:spPr>
              <a:xfrm>
                <a:off x="-1801444" y="161914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34841" name="Ink 34840">
                <a:extLst>
                  <a:ext uri="{FF2B5EF4-FFF2-40B4-BE49-F238E27FC236}">
                    <a16:creationId xmlns:a16="http://schemas.microsoft.com/office/drawing/2014/main" id="{254B7D79-341D-AA1F-06C0-3033E073A147}"/>
                  </a:ext>
                </a:extLst>
              </p14:cNvPr>
              <p14:cNvContentPartPr/>
              <p14:nvPr/>
            </p14:nvContentPartPr>
            <p14:xfrm>
              <a:off x="3216956" y="2878427"/>
              <a:ext cx="337680" cy="360"/>
            </p14:xfrm>
          </p:contentPart>
        </mc:Choice>
        <mc:Fallback xmlns="">
          <p:pic>
            <p:nvPicPr>
              <p:cNvPr id="34841" name="Ink 34840">
                <a:extLst>
                  <a:ext uri="{FF2B5EF4-FFF2-40B4-BE49-F238E27FC236}">
                    <a16:creationId xmlns:a16="http://schemas.microsoft.com/office/drawing/2014/main" id="{254B7D79-341D-AA1F-06C0-3033E073A147}"/>
                  </a:ext>
                </a:extLst>
              </p:cNvPr>
              <p:cNvPicPr/>
              <p:nvPr/>
            </p:nvPicPr>
            <p:blipFill>
              <a:blip r:embed="rId84"/>
              <a:stretch>
                <a:fillRect/>
              </a:stretch>
            </p:blipFill>
            <p:spPr>
              <a:xfrm>
                <a:off x="3210836" y="2872307"/>
                <a:ext cx="34992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34842" name="Ink 34841">
                <a:extLst>
                  <a:ext uri="{FF2B5EF4-FFF2-40B4-BE49-F238E27FC236}">
                    <a16:creationId xmlns:a16="http://schemas.microsoft.com/office/drawing/2014/main" id="{EAE7DDD7-9504-F519-9F55-D6D30D611B8F}"/>
                  </a:ext>
                </a:extLst>
              </p14:cNvPr>
              <p14:cNvContentPartPr/>
              <p14:nvPr/>
            </p14:nvContentPartPr>
            <p14:xfrm>
              <a:off x="-1569244" y="1794827"/>
              <a:ext cx="360" cy="168480"/>
            </p14:xfrm>
          </p:contentPart>
        </mc:Choice>
        <mc:Fallback xmlns="">
          <p:pic>
            <p:nvPicPr>
              <p:cNvPr id="34842" name="Ink 34841">
                <a:extLst>
                  <a:ext uri="{FF2B5EF4-FFF2-40B4-BE49-F238E27FC236}">
                    <a16:creationId xmlns:a16="http://schemas.microsoft.com/office/drawing/2014/main" id="{EAE7DDD7-9504-F519-9F55-D6D30D611B8F}"/>
                  </a:ext>
                </a:extLst>
              </p:cNvPr>
              <p:cNvPicPr/>
              <p:nvPr/>
            </p:nvPicPr>
            <p:blipFill>
              <a:blip r:embed="rId86"/>
              <a:stretch>
                <a:fillRect/>
              </a:stretch>
            </p:blipFill>
            <p:spPr>
              <a:xfrm>
                <a:off x="-1575364" y="1788707"/>
                <a:ext cx="12600" cy="18072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34843" name="Ink 34842">
                <a:extLst>
                  <a:ext uri="{FF2B5EF4-FFF2-40B4-BE49-F238E27FC236}">
                    <a16:creationId xmlns:a16="http://schemas.microsoft.com/office/drawing/2014/main" id="{D8E83C87-046F-DD8B-2F41-911B2FCDDDD0}"/>
                  </a:ext>
                </a:extLst>
              </p14:cNvPr>
              <p14:cNvContentPartPr/>
              <p14:nvPr/>
            </p14:nvContentPartPr>
            <p14:xfrm>
              <a:off x="-1490404" y="1783667"/>
              <a:ext cx="113400" cy="249840"/>
            </p14:xfrm>
          </p:contentPart>
        </mc:Choice>
        <mc:Fallback xmlns="">
          <p:pic>
            <p:nvPicPr>
              <p:cNvPr id="34843" name="Ink 34842">
                <a:extLst>
                  <a:ext uri="{FF2B5EF4-FFF2-40B4-BE49-F238E27FC236}">
                    <a16:creationId xmlns:a16="http://schemas.microsoft.com/office/drawing/2014/main" id="{D8E83C87-046F-DD8B-2F41-911B2FCDDDD0}"/>
                  </a:ext>
                </a:extLst>
              </p:cNvPr>
              <p:cNvPicPr/>
              <p:nvPr/>
            </p:nvPicPr>
            <p:blipFill>
              <a:blip r:embed="rId88"/>
              <a:stretch>
                <a:fillRect/>
              </a:stretch>
            </p:blipFill>
            <p:spPr>
              <a:xfrm>
                <a:off x="-1496524" y="1777547"/>
                <a:ext cx="125640" cy="26208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34844" name="Ink 34843">
                <a:extLst>
                  <a:ext uri="{FF2B5EF4-FFF2-40B4-BE49-F238E27FC236}">
                    <a16:creationId xmlns:a16="http://schemas.microsoft.com/office/drawing/2014/main" id="{CDF24778-3743-B2CB-C681-87894C5753D0}"/>
                  </a:ext>
                </a:extLst>
              </p14:cNvPr>
              <p14:cNvContentPartPr/>
              <p14:nvPr/>
            </p14:nvContentPartPr>
            <p14:xfrm>
              <a:off x="-1433524" y="1737587"/>
              <a:ext cx="145440" cy="80280"/>
            </p14:xfrm>
          </p:contentPart>
        </mc:Choice>
        <mc:Fallback xmlns="">
          <p:pic>
            <p:nvPicPr>
              <p:cNvPr id="34844" name="Ink 34843">
                <a:extLst>
                  <a:ext uri="{FF2B5EF4-FFF2-40B4-BE49-F238E27FC236}">
                    <a16:creationId xmlns:a16="http://schemas.microsoft.com/office/drawing/2014/main" id="{CDF24778-3743-B2CB-C681-87894C5753D0}"/>
                  </a:ext>
                </a:extLst>
              </p:cNvPr>
              <p:cNvPicPr/>
              <p:nvPr/>
            </p:nvPicPr>
            <p:blipFill>
              <a:blip r:embed="rId90"/>
              <a:stretch>
                <a:fillRect/>
              </a:stretch>
            </p:blipFill>
            <p:spPr>
              <a:xfrm>
                <a:off x="-1439644" y="1731467"/>
                <a:ext cx="157680" cy="92520"/>
              </a:xfrm>
              <a:prstGeom prst="rect">
                <a:avLst/>
              </a:prstGeom>
            </p:spPr>
          </p:pic>
        </mc:Fallback>
      </mc:AlternateContent>
      <mc:AlternateContent xmlns:mc="http://schemas.openxmlformats.org/markup-compatibility/2006" xmlns:p14="http://schemas.microsoft.com/office/powerpoint/2010/main">
        <mc:Choice Requires="p14">
          <p:contentPart p14:bwMode="auto" r:id="rId91">
            <p14:nvContentPartPr>
              <p14:cNvPr id="34845" name="Ink 34844">
                <a:extLst>
                  <a:ext uri="{FF2B5EF4-FFF2-40B4-BE49-F238E27FC236}">
                    <a16:creationId xmlns:a16="http://schemas.microsoft.com/office/drawing/2014/main" id="{059B1BCD-C89C-5965-3764-21EBE87E8AC2}"/>
                  </a:ext>
                </a:extLst>
              </p14:cNvPr>
              <p14:cNvContentPartPr/>
              <p14:nvPr/>
            </p14:nvContentPartPr>
            <p14:xfrm>
              <a:off x="-1173964" y="1862507"/>
              <a:ext cx="199440" cy="160560"/>
            </p14:xfrm>
          </p:contentPart>
        </mc:Choice>
        <mc:Fallback xmlns="">
          <p:pic>
            <p:nvPicPr>
              <p:cNvPr id="34845" name="Ink 34844">
                <a:extLst>
                  <a:ext uri="{FF2B5EF4-FFF2-40B4-BE49-F238E27FC236}">
                    <a16:creationId xmlns:a16="http://schemas.microsoft.com/office/drawing/2014/main" id="{059B1BCD-C89C-5965-3764-21EBE87E8AC2}"/>
                  </a:ext>
                </a:extLst>
              </p:cNvPr>
              <p:cNvPicPr/>
              <p:nvPr/>
            </p:nvPicPr>
            <p:blipFill>
              <a:blip r:embed="rId92"/>
              <a:stretch>
                <a:fillRect/>
              </a:stretch>
            </p:blipFill>
            <p:spPr>
              <a:xfrm>
                <a:off x="-1180084" y="1856387"/>
                <a:ext cx="21168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34846" name="Ink 34845">
                <a:extLst>
                  <a:ext uri="{FF2B5EF4-FFF2-40B4-BE49-F238E27FC236}">
                    <a16:creationId xmlns:a16="http://schemas.microsoft.com/office/drawing/2014/main" id="{9A799851-CBC0-86FA-EF85-0B08244D8EAE}"/>
                  </a:ext>
                </a:extLst>
              </p14:cNvPr>
              <p14:cNvContentPartPr/>
              <p14:nvPr/>
            </p14:nvContentPartPr>
            <p14:xfrm>
              <a:off x="-1321204" y="2076347"/>
              <a:ext cx="276840" cy="63000"/>
            </p14:xfrm>
          </p:contentPart>
        </mc:Choice>
        <mc:Fallback xmlns="">
          <p:pic>
            <p:nvPicPr>
              <p:cNvPr id="34846" name="Ink 34845">
                <a:extLst>
                  <a:ext uri="{FF2B5EF4-FFF2-40B4-BE49-F238E27FC236}">
                    <a16:creationId xmlns:a16="http://schemas.microsoft.com/office/drawing/2014/main" id="{9A799851-CBC0-86FA-EF85-0B08244D8EAE}"/>
                  </a:ext>
                </a:extLst>
              </p:cNvPr>
              <p:cNvPicPr/>
              <p:nvPr/>
            </p:nvPicPr>
            <p:blipFill>
              <a:blip r:embed="rId94"/>
              <a:stretch>
                <a:fillRect/>
              </a:stretch>
            </p:blipFill>
            <p:spPr>
              <a:xfrm>
                <a:off x="-1327324" y="2070227"/>
                <a:ext cx="289080" cy="7524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34847" name="Ink 34846">
                <a:extLst>
                  <a:ext uri="{FF2B5EF4-FFF2-40B4-BE49-F238E27FC236}">
                    <a16:creationId xmlns:a16="http://schemas.microsoft.com/office/drawing/2014/main" id="{9C92D445-8147-0C44-D144-CE3F5EC5DF07}"/>
                  </a:ext>
                </a:extLst>
              </p14:cNvPr>
              <p14:cNvContentPartPr/>
              <p14:nvPr/>
            </p14:nvContentPartPr>
            <p14:xfrm>
              <a:off x="-686884" y="1862507"/>
              <a:ext cx="338040" cy="306360"/>
            </p14:xfrm>
          </p:contentPart>
        </mc:Choice>
        <mc:Fallback xmlns="">
          <p:pic>
            <p:nvPicPr>
              <p:cNvPr id="34847" name="Ink 34846">
                <a:extLst>
                  <a:ext uri="{FF2B5EF4-FFF2-40B4-BE49-F238E27FC236}">
                    <a16:creationId xmlns:a16="http://schemas.microsoft.com/office/drawing/2014/main" id="{9C92D445-8147-0C44-D144-CE3F5EC5DF07}"/>
                  </a:ext>
                </a:extLst>
              </p:cNvPr>
              <p:cNvPicPr/>
              <p:nvPr/>
            </p:nvPicPr>
            <p:blipFill>
              <a:blip r:embed="rId96"/>
              <a:stretch>
                <a:fillRect/>
              </a:stretch>
            </p:blipFill>
            <p:spPr>
              <a:xfrm>
                <a:off x="-693004" y="1856387"/>
                <a:ext cx="350280" cy="31860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8192" name="Ink 8191">
                <a:extLst>
                  <a:ext uri="{FF2B5EF4-FFF2-40B4-BE49-F238E27FC236}">
                    <a16:creationId xmlns:a16="http://schemas.microsoft.com/office/drawing/2014/main" id="{42A372F7-926D-CB5C-EB1B-606E6D2004CC}"/>
                  </a:ext>
                </a:extLst>
              </p14:cNvPr>
              <p14:cNvContentPartPr/>
              <p14:nvPr/>
            </p14:nvContentPartPr>
            <p14:xfrm>
              <a:off x="-372964" y="1027307"/>
              <a:ext cx="410040" cy="199080"/>
            </p14:xfrm>
          </p:contentPart>
        </mc:Choice>
        <mc:Fallback xmlns="">
          <p:pic>
            <p:nvPicPr>
              <p:cNvPr id="8192" name="Ink 8191">
                <a:extLst>
                  <a:ext uri="{FF2B5EF4-FFF2-40B4-BE49-F238E27FC236}">
                    <a16:creationId xmlns:a16="http://schemas.microsoft.com/office/drawing/2014/main" id="{42A372F7-926D-CB5C-EB1B-606E6D2004CC}"/>
                  </a:ext>
                </a:extLst>
              </p:cNvPr>
              <p:cNvPicPr/>
              <p:nvPr/>
            </p:nvPicPr>
            <p:blipFill>
              <a:blip r:embed="rId98"/>
              <a:stretch>
                <a:fillRect/>
              </a:stretch>
            </p:blipFill>
            <p:spPr>
              <a:xfrm>
                <a:off x="-379084" y="1021187"/>
                <a:ext cx="42228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99">
            <p14:nvContentPartPr>
              <p14:cNvPr id="8193" name="Ink 8192">
                <a:extLst>
                  <a:ext uri="{FF2B5EF4-FFF2-40B4-BE49-F238E27FC236}">
                    <a16:creationId xmlns:a16="http://schemas.microsoft.com/office/drawing/2014/main" id="{8CA6C83D-854A-1B96-F390-A675E3F2D0AD}"/>
                  </a:ext>
                </a:extLst>
              </p14:cNvPr>
              <p14:cNvContentPartPr/>
              <p14:nvPr/>
            </p14:nvContentPartPr>
            <p14:xfrm>
              <a:off x="-226444" y="1873667"/>
              <a:ext cx="203400" cy="111600"/>
            </p14:xfrm>
          </p:contentPart>
        </mc:Choice>
        <mc:Fallback xmlns="">
          <p:pic>
            <p:nvPicPr>
              <p:cNvPr id="8193" name="Ink 8192">
                <a:extLst>
                  <a:ext uri="{FF2B5EF4-FFF2-40B4-BE49-F238E27FC236}">
                    <a16:creationId xmlns:a16="http://schemas.microsoft.com/office/drawing/2014/main" id="{8CA6C83D-854A-1B96-F390-A675E3F2D0AD}"/>
                  </a:ext>
                </a:extLst>
              </p:cNvPr>
              <p:cNvPicPr/>
              <p:nvPr/>
            </p:nvPicPr>
            <p:blipFill>
              <a:blip r:embed="rId100"/>
              <a:stretch>
                <a:fillRect/>
              </a:stretch>
            </p:blipFill>
            <p:spPr>
              <a:xfrm>
                <a:off x="-232564" y="1867547"/>
                <a:ext cx="21564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8194" name="Ink 8193">
                <a:extLst>
                  <a:ext uri="{FF2B5EF4-FFF2-40B4-BE49-F238E27FC236}">
                    <a16:creationId xmlns:a16="http://schemas.microsoft.com/office/drawing/2014/main" id="{480A9DE5-B30C-0160-2DA7-1853AEC4238D}"/>
                  </a:ext>
                </a:extLst>
              </p14:cNvPr>
              <p14:cNvContentPartPr/>
              <p14:nvPr/>
            </p14:nvContentPartPr>
            <p14:xfrm>
              <a:off x="-2020684" y="2720747"/>
              <a:ext cx="360" cy="88560"/>
            </p14:xfrm>
          </p:contentPart>
        </mc:Choice>
        <mc:Fallback xmlns="">
          <p:pic>
            <p:nvPicPr>
              <p:cNvPr id="8194" name="Ink 8193">
                <a:extLst>
                  <a:ext uri="{FF2B5EF4-FFF2-40B4-BE49-F238E27FC236}">
                    <a16:creationId xmlns:a16="http://schemas.microsoft.com/office/drawing/2014/main" id="{480A9DE5-B30C-0160-2DA7-1853AEC4238D}"/>
                  </a:ext>
                </a:extLst>
              </p:cNvPr>
              <p:cNvPicPr/>
              <p:nvPr/>
            </p:nvPicPr>
            <p:blipFill>
              <a:blip r:embed="rId102"/>
              <a:stretch>
                <a:fillRect/>
              </a:stretch>
            </p:blipFill>
            <p:spPr>
              <a:xfrm>
                <a:off x="-2026804" y="2714627"/>
                <a:ext cx="12600" cy="10080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8196" name="Ink 8195">
                <a:extLst>
                  <a:ext uri="{FF2B5EF4-FFF2-40B4-BE49-F238E27FC236}">
                    <a16:creationId xmlns:a16="http://schemas.microsoft.com/office/drawing/2014/main" id="{7F24B777-0B81-7E96-B3A5-9D407C7EC93C}"/>
                  </a:ext>
                </a:extLst>
              </p14:cNvPr>
              <p14:cNvContentPartPr/>
              <p14:nvPr/>
            </p14:nvContentPartPr>
            <p14:xfrm>
              <a:off x="-1930684" y="2664227"/>
              <a:ext cx="11880" cy="157320"/>
            </p14:xfrm>
          </p:contentPart>
        </mc:Choice>
        <mc:Fallback xmlns="">
          <p:pic>
            <p:nvPicPr>
              <p:cNvPr id="8196" name="Ink 8195">
                <a:extLst>
                  <a:ext uri="{FF2B5EF4-FFF2-40B4-BE49-F238E27FC236}">
                    <a16:creationId xmlns:a16="http://schemas.microsoft.com/office/drawing/2014/main" id="{7F24B777-0B81-7E96-B3A5-9D407C7EC93C}"/>
                  </a:ext>
                </a:extLst>
              </p:cNvPr>
              <p:cNvPicPr/>
              <p:nvPr/>
            </p:nvPicPr>
            <p:blipFill>
              <a:blip r:embed="rId104"/>
              <a:stretch>
                <a:fillRect/>
              </a:stretch>
            </p:blipFill>
            <p:spPr>
              <a:xfrm>
                <a:off x="-1936804" y="2658107"/>
                <a:ext cx="2412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105">
            <p14:nvContentPartPr>
              <p14:cNvPr id="8197" name="Ink 8196">
                <a:extLst>
                  <a:ext uri="{FF2B5EF4-FFF2-40B4-BE49-F238E27FC236}">
                    <a16:creationId xmlns:a16="http://schemas.microsoft.com/office/drawing/2014/main" id="{6EB71465-4290-77FE-4D61-D43B7959933E}"/>
                  </a:ext>
                </a:extLst>
              </p14:cNvPr>
              <p14:cNvContentPartPr/>
              <p14:nvPr/>
            </p14:nvContentPartPr>
            <p14:xfrm>
              <a:off x="-1874164" y="2653067"/>
              <a:ext cx="5040" cy="192960"/>
            </p14:xfrm>
          </p:contentPart>
        </mc:Choice>
        <mc:Fallback xmlns="">
          <p:pic>
            <p:nvPicPr>
              <p:cNvPr id="8197" name="Ink 8196">
                <a:extLst>
                  <a:ext uri="{FF2B5EF4-FFF2-40B4-BE49-F238E27FC236}">
                    <a16:creationId xmlns:a16="http://schemas.microsoft.com/office/drawing/2014/main" id="{6EB71465-4290-77FE-4D61-D43B7959933E}"/>
                  </a:ext>
                </a:extLst>
              </p:cNvPr>
              <p:cNvPicPr/>
              <p:nvPr/>
            </p:nvPicPr>
            <p:blipFill>
              <a:blip r:embed="rId106"/>
              <a:stretch>
                <a:fillRect/>
              </a:stretch>
            </p:blipFill>
            <p:spPr>
              <a:xfrm>
                <a:off x="-1880284" y="2646947"/>
                <a:ext cx="1728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8198" name="Ink 8197">
                <a:extLst>
                  <a:ext uri="{FF2B5EF4-FFF2-40B4-BE49-F238E27FC236}">
                    <a16:creationId xmlns:a16="http://schemas.microsoft.com/office/drawing/2014/main" id="{327E5000-FA16-D5C3-6F3F-E838A8D09E49}"/>
                  </a:ext>
                </a:extLst>
              </p14:cNvPr>
              <p14:cNvContentPartPr/>
              <p14:nvPr/>
            </p14:nvContentPartPr>
            <p14:xfrm>
              <a:off x="-1930684" y="2494667"/>
              <a:ext cx="360" cy="360"/>
            </p14:xfrm>
          </p:contentPart>
        </mc:Choice>
        <mc:Fallback xmlns="">
          <p:pic>
            <p:nvPicPr>
              <p:cNvPr id="8198" name="Ink 8197">
                <a:extLst>
                  <a:ext uri="{FF2B5EF4-FFF2-40B4-BE49-F238E27FC236}">
                    <a16:creationId xmlns:a16="http://schemas.microsoft.com/office/drawing/2014/main" id="{327E5000-FA16-D5C3-6F3F-E838A8D09E49}"/>
                  </a:ext>
                </a:extLst>
              </p:cNvPr>
              <p:cNvPicPr/>
              <p:nvPr/>
            </p:nvPicPr>
            <p:blipFill>
              <a:blip r:embed="rId62"/>
              <a:stretch>
                <a:fillRect/>
              </a:stretch>
            </p:blipFill>
            <p:spPr>
              <a:xfrm>
                <a:off x="-1936804" y="248854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8199" name="Ink 8198">
                <a:extLst>
                  <a:ext uri="{FF2B5EF4-FFF2-40B4-BE49-F238E27FC236}">
                    <a16:creationId xmlns:a16="http://schemas.microsoft.com/office/drawing/2014/main" id="{9F4B8C5F-CDED-133A-1788-092DC6E58562}"/>
                  </a:ext>
                </a:extLst>
              </p14:cNvPr>
              <p14:cNvContentPartPr/>
              <p14:nvPr/>
            </p14:nvContentPartPr>
            <p14:xfrm>
              <a:off x="-2133724" y="2596547"/>
              <a:ext cx="360" cy="360"/>
            </p14:xfrm>
          </p:contentPart>
        </mc:Choice>
        <mc:Fallback xmlns="">
          <p:pic>
            <p:nvPicPr>
              <p:cNvPr id="8199" name="Ink 8198">
                <a:extLst>
                  <a:ext uri="{FF2B5EF4-FFF2-40B4-BE49-F238E27FC236}">
                    <a16:creationId xmlns:a16="http://schemas.microsoft.com/office/drawing/2014/main" id="{9F4B8C5F-CDED-133A-1788-092DC6E58562}"/>
                  </a:ext>
                </a:extLst>
              </p:cNvPr>
              <p:cNvPicPr/>
              <p:nvPr/>
            </p:nvPicPr>
            <p:blipFill>
              <a:blip r:embed="rId62"/>
              <a:stretch>
                <a:fillRect/>
              </a:stretch>
            </p:blipFill>
            <p:spPr>
              <a:xfrm>
                <a:off x="-2139844" y="259042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8200" name="Ink 8199">
                <a:extLst>
                  <a:ext uri="{FF2B5EF4-FFF2-40B4-BE49-F238E27FC236}">
                    <a16:creationId xmlns:a16="http://schemas.microsoft.com/office/drawing/2014/main" id="{986D3945-5FE4-99A1-8700-57F43FEA4C2E}"/>
                  </a:ext>
                </a:extLst>
              </p14:cNvPr>
              <p14:cNvContentPartPr/>
              <p14:nvPr/>
            </p14:nvContentPartPr>
            <p14:xfrm>
              <a:off x="-1581484" y="2624987"/>
              <a:ext cx="147960" cy="185760"/>
            </p14:xfrm>
          </p:contentPart>
        </mc:Choice>
        <mc:Fallback xmlns="">
          <p:pic>
            <p:nvPicPr>
              <p:cNvPr id="8200" name="Ink 8199">
                <a:extLst>
                  <a:ext uri="{FF2B5EF4-FFF2-40B4-BE49-F238E27FC236}">
                    <a16:creationId xmlns:a16="http://schemas.microsoft.com/office/drawing/2014/main" id="{986D3945-5FE4-99A1-8700-57F43FEA4C2E}"/>
                  </a:ext>
                </a:extLst>
              </p:cNvPr>
              <p:cNvPicPr/>
              <p:nvPr/>
            </p:nvPicPr>
            <p:blipFill>
              <a:blip r:embed="rId110"/>
              <a:stretch>
                <a:fillRect/>
              </a:stretch>
            </p:blipFill>
            <p:spPr>
              <a:xfrm>
                <a:off x="-1587604" y="2618867"/>
                <a:ext cx="160200" cy="19800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8201" name="Ink 8200">
                <a:extLst>
                  <a:ext uri="{FF2B5EF4-FFF2-40B4-BE49-F238E27FC236}">
                    <a16:creationId xmlns:a16="http://schemas.microsoft.com/office/drawing/2014/main" id="{A8FD01CB-D354-A81D-4190-D764A83A1FE5}"/>
                  </a:ext>
                </a:extLst>
              </p14:cNvPr>
              <p14:cNvContentPartPr/>
              <p14:nvPr/>
            </p14:nvContentPartPr>
            <p14:xfrm>
              <a:off x="-1269364" y="2641187"/>
              <a:ext cx="119160" cy="214200"/>
            </p14:xfrm>
          </p:contentPart>
        </mc:Choice>
        <mc:Fallback xmlns="">
          <p:pic>
            <p:nvPicPr>
              <p:cNvPr id="8201" name="Ink 8200">
                <a:extLst>
                  <a:ext uri="{FF2B5EF4-FFF2-40B4-BE49-F238E27FC236}">
                    <a16:creationId xmlns:a16="http://schemas.microsoft.com/office/drawing/2014/main" id="{A8FD01CB-D354-A81D-4190-D764A83A1FE5}"/>
                  </a:ext>
                </a:extLst>
              </p:cNvPr>
              <p:cNvPicPr/>
              <p:nvPr/>
            </p:nvPicPr>
            <p:blipFill>
              <a:blip r:embed="rId112"/>
              <a:stretch>
                <a:fillRect/>
              </a:stretch>
            </p:blipFill>
            <p:spPr>
              <a:xfrm>
                <a:off x="-1275484" y="2635067"/>
                <a:ext cx="131400" cy="22644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8202" name="Ink 8201">
                <a:extLst>
                  <a:ext uri="{FF2B5EF4-FFF2-40B4-BE49-F238E27FC236}">
                    <a16:creationId xmlns:a16="http://schemas.microsoft.com/office/drawing/2014/main" id="{8BA9DD1B-242C-39C7-8BB7-FC5E2FD1662A}"/>
                  </a:ext>
                </a:extLst>
              </p14:cNvPr>
              <p14:cNvContentPartPr/>
              <p14:nvPr/>
            </p14:nvContentPartPr>
            <p14:xfrm>
              <a:off x="-1365844" y="2957267"/>
              <a:ext cx="253800" cy="39240"/>
            </p14:xfrm>
          </p:contentPart>
        </mc:Choice>
        <mc:Fallback xmlns="">
          <p:pic>
            <p:nvPicPr>
              <p:cNvPr id="8202" name="Ink 8201">
                <a:extLst>
                  <a:ext uri="{FF2B5EF4-FFF2-40B4-BE49-F238E27FC236}">
                    <a16:creationId xmlns:a16="http://schemas.microsoft.com/office/drawing/2014/main" id="{8BA9DD1B-242C-39C7-8BB7-FC5E2FD1662A}"/>
                  </a:ext>
                </a:extLst>
              </p:cNvPr>
              <p:cNvPicPr/>
              <p:nvPr/>
            </p:nvPicPr>
            <p:blipFill>
              <a:blip r:embed="rId114"/>
              <a:stretch>
                <a:fillRect/>
              </a:stretch>
            </p:blipFill>
            <p:spPr>
              <a:xfrm>
                <a:off x="-1371964" y="2951147"/>
                <a:ext cx="266040" cy="5148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8203" name="Ink 8202">
                <a:extLst>
                  <a:ext uri="{FF2B5EF4-FFF2-40B4-BE49-F238E27FC236}">
                    <a16:creationId xmlns:a16="http://schemas.microsoft.com/office/drawing/2014/main" id="{499F3224-5FBE-CDE7-5FED-B47C8589E2E0}"/>
                  </a:ext>
                </a:extLst>
              </p14:cNvPr>
              <p14:cNvContentPartPr/>
              <p14:nvPr/>
            </p14:nvContentPartPr>
            <p14:xfrm>
              <a:off x="-847444" y="2765387"/>
              <a:ext cx="156600" cy="184320"/>
            </p14:xfrm>
          </p:contentPart>
        </mc:Choice>
        <mc:Fallback xmlns="">
          <p:pic>
            <p:nvPicPr>
              <p:cNvPr id="8203" name="Ink 8202">
                <a:extLst>
                  <a:ext uri="{FF2B5EF4-FFF2-40B4-BE49-F238E27FC236}">
                    <a16:creationId xmlns:a16="http://schemas.microsoft.com/office/drawing/2014/main" id="{499F3224-5FBE-CDE7-5FED-B47C8589E2E0}"/>
                  </a:ext>
                </a:extLst>
              </p:cNvPr>
              <p:cNvPicPr/>
              <p:nvPr/>
            </p:nvPicPr>
            <p:blipFill>
              <a:blip r:embed="rId116"/>
              <a:stretch>
                <a:fillRect/>
              </a:stretch>
            </p:blipFill>
            <p:spPr>
              <a:xfrm>
                <a:off x="-853564" y="2759267"/>
                <a:ext cx="16884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8204" name="Ink 8203">
                <a:extLst>
                  <a:ext uri="{FF2B5EF4-FFF2-40B4-BE49-F238E27FC236}">
                    <a16:creationId xmlns:a16="http://schemas.microsoft.com/office/drawing/2014/main" id="{8EE708E0-ED95-229D-3514-8D3EF0B17C5F}"/>
                  </a:ext>
                </a:extLst>
              </p14:cNvPr>
              <p14:cNvContentPartPr/>
              <p14:nvPr/>
            </p14:nvContentPartPr>
            <p14:xfrm>
              <a:off x="-519484" y="2575307"/>
              <a:ext cx="429840" cy="266400"/>
            </p14:xfrm>
          </p:contentPart>
        </mc:Choice>
        <mc:Fallback xmlns="">
          <p:pic>
            <p:nvPicPr>
              <p:cNvPr id="8204" name="Ink 8203">
                <a:extLst>
                  <a:ext uri="{FF2B5EF4-FFF2-40B4-BE49-F238E27FC236}">
                    <a16:creationId xmlns:a16="http://schemas.microsoft.com/office/drawing/2014/main" id="{8EE708E0-ED95-229D-3514-8D3EF0B17C5F}"/>
                  </a:ext>
                </a:extLst>
              </p:cNvPr>
              <p:cNvPicPr/>
              <p:nvPr/>
            </p:nvPicPr>
            <p:blipFill>
              <a:blip r:embed="rId118"/>
              <a:stretch>
                <a:fillRect/>
              </a:stretch>
            </p:blipFill>
            <p:spPr>
              <a:xfrm>
                <a:off x="-525604" y="2569187"/>
                <a:ext cx="442080" cy="27864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8205" name="Ink 8204">
                <a:extLst>
                  <a:ext uri="{FF2B5EF4-FFF2-40B4-BE49-F238E27FC236}">
                    <a16:creationId xmlns:a16="http://schemas.microsoft.com/office/drawing/2014/main" id="{F550D1CE-312C-7197-50C1-51CEA465D4D6}"/>
                  </a:ext>
                </a:extLst>
              </p14:cNvPr>
              <p14:cNvContentPartPr/>
              <p14:nvPr/>
            </p14:nvContentPartPr>
            <p14:xfrm>
              <a:off x="-1648444" y="158987"/>
              <a:ext cx="407880" cy="406800"/>
            </p14:xfrm>
          </p:contentPart>
        </mc:Choice>
        <mc:Fallback xmlns="">
          <p:pic>
            <p:nvPicPr>
              <p:cNvPr id="8205" name="Ink 8204">
                <a:extLst>
                  <a:ext uri="{FF2B5EF4-FFF2-40B4-BE49-F238E27FC236}">
                    <a16:creationId xmlns:a16="http://schemas.microsoft.com/office/drawing/2014/main" id="{F550D1CE-312C-7197-50C1-51CEA465D4D6}"/>
                  </a:ext>
                </a:extLst>
              </p:cNvPr>
              <p:cNvPicPr/>
              <p:nvPr/>
            </p:nvPicPr>
            <p:blipFill>
              <a:blip r:embed="rId120"/>
              <a:stretch>
                <a:fillRect/>
              </a:stretch>
            </p:blipFill>
            <p:spPr>
              <a:xfrm>
                <a:off x="-1654564" y="152867"/>
                <a:ext cx="420120" cy="41904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8206" name="Ink 8205">
                <a:extLst>
                  <a:ext uri="{FF2B5EF4-FFF2-40B4-BE49-F238E27FC236}">
                    <a16:creationId xmlns:a16="http://schemas.microsoft.com/office/drawing/2014/main" id="{0134EE7D-57B4-69F7-9252-9F8A67EC95BC}"/>
                  </a:ext>
                </a:extLst>
              </p14:cNvPr>
              <p14:cNvContentPartPr/>
              <p14:nvPr/>
            </p14:nvContentPartPr>
            <p14:xfrm>
              <a:off x="-282244" y="565067"/>
              <a:ext cx="293760" cy="347760"/>
            </p14:xfrm>
          </p:contentPart>
        </mc:Choice>
        <mc:Fallback xmlns="">
          <p:pic>
            <p:nvPicPr>
              <p:cNvPr id="8206" name="Ink 8205">
                <a:extLst>
                  <a:ext uri="{FF2B5EF4-FFF2-40B4-BE49-F238E27FC236}">
                    <a16:creationId xmlns:a16="http://schemas.microsoft.com/office/drawing/2014/main" id="{0134EE7D-57B4-69F7-9252-9F8A67EC95BC}"/>
                  </a:ext>
                </a:extLst>
              </p:cNvPr>
              <p:cNvPicPr/>
              <p:nvPr/>
            </p:nvPicPr>
            <p:blipFill>
              <a:blip r:embed="rId122"/>
              <a:stretch>
                <a:fillRect/>
              </a:stretch>
            </p:blipFill>
            <p:spPr>
              <a:xfrm>
                <a:off x="-288364" y="558947"/>
                <a:ext cx="306000" cy="360000"/>
              </a:xfrm>
              <a:prstGeom prst="rect">
                <a:avLst/>
              </a:prstGeom>
            </p:spPr>
          </p:pic>
        </mc:Fallback>
      </mc:AlternateContent>
      <p:grpSp>
        <p:nvGrpSpPr>
          <p:cNvPr id="8209" name="Group 8208">
            <a:extLst>
              <a:ext uri="{FF2B5EF4-FFF2-40B4-BE49-F238E27FC236}">
                <a16:creationId xmlns:a16="http://schemas.microsoft.com/office/drawing/2014/main" id="{52932905-A07A-EB56-6EFB-25FBB04FA6F6}"/>
              </a:ext>
            </a:extLst>
          </p:cNvPr>
          <p:cNvGrpSpPr/>
          <p:nvPr/>
        </p:nvGrpSpPr>
        <p:grpSpPr>
          <a:xfrm>
            <a:off x="8409956" y="2259947"/>
            <a:ext cx="289440" cy="213120"/>
            <a:chOff x="8409956" y="2259947"/>
            <a:chExt cx="289440" cy="213120"/>
          </a:xfrm>
        </p:grpSpPr>
        <mc:AlternateContent xmlns:mc="http://schemas.openxmlformats.org/markup-compatibility/2006" xmlns:p14="http://schemas.microsoft.com/office/powerpoint/2010/main">
          <mc:Choice Requires="p14">
            <p:contentPart p14:bwMode="auto" r:id="rId123">
              <p14:nvContentPartPr>
                <p14:cNvPr id="8207" name="Ink 8206">
                  <a:extLst>
                    <a:ext uri="{FF2B5EF4-FFF2-40B4-BE49-F238E27FC236}">
                      <a16:creationId xmlns:a16="http://schemas.microsoft.com/office/drawing/2014/main" id="{30314E61-FF65-135C-4E21-40664706102C}"/>
                    </a:ext>
                  </a:extLst>
                </p14:cNvPr>
                <p14:cNvContentPartPr/>
                <p14:nvPr/>
              </p14:nvContentPartPr>
              <p14:xfrm>
                <a:off x="8409956" y="2259947"/>
                <a:ext cx="137880" cy="213120"/>
              </p14:xfrm>
            </p:contentPart>
          </mc:Choice>
          <mc:Fallback xmlns="">
            <p:pic>
              <p:nvPicPr>
                <p:cNvPr id="8207" name="Ink 8206">
                  <a:extLst>
                    <a:ext uri="{FF2B5EF4-FFF2-40B4-BE49-F238E27FC236}">
                      <a16:creationId xmlns:a16="http://schemas.microsoft.com/office/drawing/2014/main" id="{30314E61-FF65-135C-4E21-40664706102C}"/>
                    </a:ext>
                  </a:extLst>
                </p:cNvPr>
                <p:cNvPicPr/>
                <p:nvPr/>
              </p:nvPicPr>
              <p:blipFill>
                <a:blip r:embed="rId124"/>
                <a:stretch>
                  <a:fillRect/>
                </a:stretch>
              </p:blipFill>
              <p:spPr>
                <a:xfrm>
                  <a:off x="8403836" y="2253827"/>
                  <a:ext cx="150120" cy="22536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8208" name="Ink 8207">
                  <a:extLst>
                    <a:ext uri="{FF2B5EF4-FFF2-40B4-BE49-F238E27FC236}">
                      <a16:creationId xmlns:a16="http://schemas.microsoft.com/office/drawing/2014/main" id="{31A2A02B-AF27-1A77-18BC-C2D4E3936A35}"/>
                    </a:ext>
                  </a:extLst>
                </p14:cNvPr>
                <p14:cNvContentPartPr/>
                <p14:nvPr/>
              </p14:nvContentPartPr>
              <p14:xfrm>
                <a:off x="8611556" y="2302787"/>
                <a:ext cx="87840" cy="101160"/>
              </p14:xfrm>
            </p:contentPart>
          </mc:Choice>
          <mc:Fallback xmlns="">
            <p:pic>
              <p:nvPicPr>
                <p:cNvPr id="8208" name="Ink 8207">
                  <a:extLst>
                    <a:ext uri="{FF2B5EF4-FFF2-40B4-BE49-F238E27FC236}">
                      <a16:creationId xmlns:a16="http://schemas.microsoft.com/office/drawing/2014/main" id="{31A2A02B-AF27-1A77-18BC-C2D4E3936A35}"/>
                    </a:ext>
                  </a:extLst>
                </p:cNvPr>
                <p:cNvPicPr/>
                <p:nvPr/>
              </p:nvPicPr>
              <p:blipFill>
                <a:blip r:embed="rId126"/>
                <a:stretch>
                  <a:fillRect/>
                </a:stretch>
              </p:blipFill>
              <p:spPr>
                <a:xfrm>
                  <a:off x="8605436" y="2296667"/>
                  <a:ext cx="100080" cy="1134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27">
            <p14:nvContentPartPr>
              <p14:cNvPr id="8210" name="Ink 8209">
                <a:extLst>
                  <a:ext uri="{FF2B5EF4-FFF2-40B4-BE49-F238E27FC236}">
                    <a16:creationId xmlns:a16="http://schemas.microsoft.com/office/drawing/2014/main" id="{AA673A56-4E61-7152-8F49-214745779938}"/>
                  </a:ext>
                </a:extLst>
              </p14:cNvPr>
              <p14:cNvContentPartPr/>
              <p14:nvPr/>
            </p14:nvContentPartPr>
            <p14:xfrm>
              <a:off x="-1714684" y="3333827"/>
              <a:ext cx="224640" cy="365760"/>
            </p14:xfrm>
          </p:contentPart>
        </mc:Choice>
        <mc:Fallback xmlns="">
          <p:pic>
            <p:nvPicPr>
              <p:cNvPr id="8210" name="Ink 8209">
                <a:extLst>
                  <a:ext uri="{FF2B5EF4-FFF2-40B4-BE49-F238E27FC236}">
                    <a16:creationId xmlns:a16="http://schemas.microsoft.com/office/drawing/2014/main" id="{AA673A56-4E61-7152-8F49-214745779938}"/>
                  </a:ext>
                </a:extLst>
              </p:cNvPr>
              <p:cNvPicPr/>
              <p:nvPr/>
            </p:nvPicPr>
            <p:blipFill>
              <a:blip r:embed="rId128"/>
              <a:stretch>
                <a:fillRect/>
              </a:stretch>
            </p:blipFill>
            <p:spPr>
              <a:xfrm>
                <a:off x="-1720804" y="3327707"/>
                <a:ext cx="236880" cy="37800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8211" name="Ink 8210">
                <a:extLst>
                  <a:ext uri="{FF2B5EF4-FFF2-40B4-BE49-F238E27FC236}">
                    <a16:creationId xmlns:a16="http://schemas.microsoft.com/office/drawing/2014/main" id="{31C95CA0-FCA4-48C3-804C-820E0A47A505}"/>
                  </a:ext>
                </a:extLst>
              </p14:cNvPr>
              <p14:cNvContentPartPr/>
              <p14:nvPr/>
            </p14:nvContentPartPr>
            <p14:xfrm>
              <a:off x="-1693444" y="3254267"/>
              <a:ext cx="1581840" cy="660600"/>
            </p14:xfrm>
          </p:contentPart>
        </mc:Choice>
        <mc:Fallback xmlns="">
          <p:pic>
            <p:nvPicPr>
              <p:cNvPr id="8211" name="Ink 8210">
                <a:extLst>
                  <a:ext uri="{FF2B5EF4-FFF2-40B4-BE49-F238E27FC236}">
                    <a16:creationId xmlns:a16="http://schemas.microsoft.com/office/drawing/2014/main" id="{31C95CA0-FCA4-48C3-804C-820E0A47A505}"/>
                  </a:ext>
                </a:extLst>
              </p:cNvPr>
              <p:cNvPicPr/>
              <p:nvPr/>
            </p:nvPicPr>
            <p:blipFill>
              <a:blip r:embed="rId130"/>
              <a:stretch>
                <a:fillRect/>
              </a:stretch>
            </p:blipFill>
            <p:spPr>
              <a:xfrm>
                <a:off x="-1699564" y="3248147"/>
                <a:ext cx="1594080" cy="67284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8212" name="Ink 8211">
                <a:extLst>
                  <a:ext uri="{FF2B5EF4-FFF2-40B4-BE49-F238E27FC236}">
                    <a16:creationId xmlns:a16="http://schemas.microsoft.com/office/drawing/2014/main" id="{4A63EE76-0638-4321-1C7F-16CBC0994095}"/>
                  </a:ext>
                </a:extLst>
              </p14:cNvPr>
              <p14:cNvContentPartPr/>
              <p14:nvPr/>
            </p14:nvContentPartPr>
            <p14:xfrm>
              <a:off x="-508324" y="3147347"/>
              <a:ext cx="156240" cy="81360"/>
            </p14:xfrm>
          </p:contentPart>
        </mc:Choice>
        <mc:Fallback xmlns="">
          <p:pic>
            <p:nvPicPr>
              <p:cNvPr id="8212" name="Ink 8211">
                <a:extLst>
                  <a:ext uri="{FF2B5EF4-FFF2-40B4-BE49-F238E27FC236}">
                    <a16:creationId xmlns:a16="http://schemas.microsoft.com/office/drawing/2014/main" id="{4A63EE76-0638-4321-1C7F-16CBC0994095}"/>
                  </a:ext>
                </a:extLst>
              </p:cNvPr>
              <p:cNvPicPr/>
              <p:nvPr/>
            </p:nvPicPr>
            <p:blipFill>
              <a:blip r:embed="rId132"/>
              <a:stretch>
                <a:fillRect/>
              </a:stretch>
            </p:blipFill>
            <p:spPr>
              <a:xfrm>
                <a:off x="-514444" y="3141227"/>
                <a:ext cx="168480" cy="93600"/>
              </a:xfrm>
              <a:prstGeom prst="rect">
                <a:avLst/>
              </a:prstGeom>
            </p:spPr>
          </p:pic>
        </mc:Fallback>
      </mc:AlternateContent>
      <mc:AlternateContent xmlns:mc="http://schemas.openxmlformats.org/markup-compatibility/2006" xmlns:p14="http://schemas.microsoft.com/office/powerpoint/2010/main">
        <mc:Choice Requires="p14">
          <p:contentPart p14:bwMode="auto" r:id="rId133">
            <p14:nvContentPartPr>
              <p14:cNvPr id="8213" name="Ink 8212">
                <a:extLst>
                  <a:ext uri="{FF2B5EF4-FFF2-40B4-BE49-F238E27FC236}">
                    <a16:creationId xmlns:a16="http://schemas.microsoft.com/office/drawing/2014/main" id="{CA887648-E7F4-FDFD-3B80-EDF34AEFC7BB}"/>
                  </a:ext>
                </a:extLst>
              </p14:cNvPr>
              <p14:cNvContentPartPr/>
              <p14:nvPr/>
            </p14:nvContentPartPr>
            <p14:xfrm>
              <a:off x="13106156" y="1512587"/>
              <a:ext cx="360" cy="360"/>
            </p14:xfrm>
          </p:contentPart>
        </mc:Choice>
        <mc:Fallback xmlns="">
          <p:pic>
            <p:nvPicPr>
              <p:cNvPr id="8213" name="Ink 8212">
                <a:extLst>
                  <a:ext uri="{FF2B5EF4-FFF2-40B4-BE49-F238E27FC236}">
                    <a16:creationId xmlns:a16="http://schemas.microsoft.com/office/drawing/2014/main" id="{CA887648-E7F4-FDFD-3B80-EDF34AEFC7BB}"/>
                  </a:ext>
                </a:extLst>
              </p:cNvPr>
              <p:cNvPicPr/>
              <p:nvPr/>
            </p:nvPicPr>
            <p:blipFill>
              <a:blip r:embed="rId62"/>
              <a:stretch>
                <a:fillRect/>
              </a:stretch>
            </p:blipFill>
            <p:spPr>
              <a:xfrm>
                <a:off x="13100036" y="1506467"/>
                <a:ext cx="12600" cy="12600"/>
              </a:xfrm>
              <a:prstGeom prst="rect">
                <a:avLst/>
              </a:prstGeom>
            </p:spPr>
          </p:pic>
        </mc:Fallback>
      </mc:AlternateContent>
    </p:spTree>
    <p:extLst>
      <p:ext uri="{BB962C8B-B14F-4D97-AF65-F5344CB8AC3E}">
        <p14:creationId xmlns:p14="http://schemas.microsoft.com/office/powerpoint/2010/main" val="2228115660"/>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37AF7-FAA6-2458-D57A-34406B1A103E}"/>
              </a:ext>
            </a:extLst>
          </p:cNvPr>
          <p:cNvSpPr>
            <a:spLocks noGrp="1"/>
          </p:cNvSpPr>
          <p:nvPr>
            <p:ph type="title"/>
          </p:nvPr>
        </p:nvSpPr>
        <p:spPr/>
        <p:txBody>
          <a:bodyPr/>
          <a:lstStyle/>
          <a:p>
            <a:r>
              <a:rPr lang="en-US" dirty="0">
                <a:cs typeface="Calibri"/>
              </a:rPr>
              <a:t>Consistency of Heuristics</a:t>
            </a:r>
            <a:endParaRPr lang="en-US" dirty="0"/>
          </a:p>
        </p:txBody>
      </p:sp>
      <p:sp>
        <p:nvSpPr>
          <p:cNvPr id="3" name="Content Placeholder 2">
            <a:extLst>
              <a:ext uri="{FF2B5EF4-FFF2-40B4-BE49-F238E27FC236}">
                <a16:creationId xmlns:a16="http://schemas.microsoft.com/office/drawing/2014/main" id="{26DD1433-82CF-4868-A480-4151AD1255EC}"/>
              </a:ext>
            </a:extLst>
          </p:cNvPr>
          <p:cNvSpPr>
            <a:spLocks noGrp="1"/>
          </p:cNvSpPr>
          <p:nvPr>
            <p:ph idx="1"/>
          </p:nvPr>
        </p:nvSpPr>
        <p:spPr/>
        <p:txBody>
          <a:bodyPr/>
          <a:lstStyle/>
          <a:p>
            <a:pPr>
              <a:buNone/>
            </a:pPr>
            <a:r>
              <a:rPr lang="en-US" dirty="0"/>
              <a:t>Imagine your </a:t>
            </a:r>
            <a:r>
              <a:rPr lang="en-US" b="1" dirty="0"/>
              <a:t>GPS app</a:t>
            </a:r>
            <a:r>
              <a:rPr lang="en-US" dirty="0"/>
              <a:t> gives you driving time estimates.</a:t>
            </a:r>
          </a:p>
          <a:p>
            <a:pPr>
              <a:buFont typeface="Arial" panose="020B0604020202020204" pitchFamily="34" charset="0"/>
              <a:buChar char="•"/>
            </a:pPr>
            <a:r>
              <a:rPr lang="en-US" dirty="0"/>
              <a:t>You’re at City A, and it says </a:t>
            </a:r>
            <a:r>
              <a:rPr lang="en-US" b="1" dirty="0"/>
              <a:t>“You’re 30 mins away from City C”</a:t>
            </a:r>
            <a:r>
              <a:rPr lang="en-US" dirty="0"/>
              <a:t>.</a:t>
            </a:r>
          </a:p>
          <a:p>
            <a:pPr>
              <a:buFont typeface="Arial" panose="020B0604020202020204" pitchFamily="34" charset="0"/>
              <a:buChar char="•"/>
            </a:pPr>
            <a:r>
              <a:rPr lang="en-US" dirty="0"/>
              <a:t>If you drive to City B (10 mins), and it says </a:t>
            </a:r>
            <a:r>
              <a:rPr lang="en-US" b="1" dirty="0"/>
              <a:t>“You’re now 20 mins away”</a:t>
            </a:r>
            <a:r>
              <a:rPr lang="en-US" dirty="0"/>
              <a:t>, that makes sense.</a:t>
            </a:r>
          </a:p>
          <a:p>
            <a:pPr>
              <a:buFont typeface="Arial" panose="020B0604020202020204" pitchFamily="34" charset="0"/>
              <a:buChar char="•"/>
            </a:pPr>
            <a:r>
              <a:rPr lang="en-US" dirty="0"/>
              <a:t>But if it said </a:t>
            </a:r>
            <a:r>
              <a:rPr lang="en-US" b="1" dirty="0"/>
              <a:t>“You’re 30 mins away”</a:t>
            </a:r>
            <a:r>
              <a:rPr lang="en-US" dirty="0"/>
              <a:t> after getting closer — something’s clearly off!</a:t>
            </a:r>
          </a:p>
          <a:p>
            <a:pPr>
              <a:buFont typeface="Arial" panose="020B0604020202020204" pitchFamily="34" charset="0"/>
              <a:buChar char="•"/>
            </a:pPr>
            <a:r>
              <a:rPr lang="en-US" dirty="0"/>
              <a:t>That’s like an </a:t>
            </a:r>
            <a:r>
              <a:rPr lang="en-US" b="1" dirty="0"/>
              <a:t>inconsistent heuristic</a:t>
            </a:r>
            <a:r>
              <a:rPr lang="en-US" dirty="0"/>
              <a:t> — it </a:t>
            </a:r>
            <a:r>
              <a:rPr lang="en-US" b="1" dirty="0"/>
              <a:t>doesn’t improve as you get closer</a:t>
            </a:r>
            <a:r>
              <a:rPr lang="en-US" dirty="0"/>
              <a:t>.</a:t>
            </a:r>
          </a:p>
          <a:p>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D0695E48-79FB-DD56-D367-D6E178E7E93A}"/>
                  </a:ext>
                </a:extLst>
              </p14:cNvPr>
              <p14:cNvContentPartPr/>
              <p14:nvPr/>
            </p14:nvContentPartPr>
            <p14:xfrm>
              <a:off x="-2470324" y="636347"/>
              <a:ext cx="1491480" cy="652680"/>
            </p14:xfrm>
          </p:contentPart>
        </mc:Choice>
        <mc:Fallback xmlns="">
          <p:pic>
            <p:nvPicPr>
              <p:cNvPr id="4" name="Ink 3">
                <a:extLst>
                  <a:ext uri="{FF2B5EF4-FFF2-40B4-BE49-F238E27FC236}">
                    <a16:creationId xmlns:a16="http://schemas.microsoft.com/office/drawing/2014/main" id="{D0695E48-79FB-DD56-D367-D6E178E7E93A}"/>
                  </a:ext>
                </a:extLst>
              </p:cNvPr>
              <p:cNvPicPr/>
              <p:nvPr/>
            </p:nvPicPr>
            <p:blipFill>
              <a:blip r:embed="rId3"/>
              <a:stretch>
                <a:fillRect/>
              </a:stretch>
            </p:blipFill>
            <p:spPr>
              <a:xfrm>
                <a:off x="-2476444" y="630227"/>
                <a:ext cx="1503720" cy="6649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C98176CB-559C-D334-AD99-D49557BC97B5}"/>
                  </a:ext>
                </a:extLst>
              </p14:cNvPr>
              <p14:cNvContentPartPr/>
              <p14:nvPr/>
            </p14:nvContentPartPr>
            <p14:xfrm>
              <a:off x="-2698204" y="1365707"/>
              <a:ext cx="2167200" cy="147600"/>
            </p14:xfrm>
          </p:contentPart>
        </mc:Choice>
        <mc:Fallback xmlns="">
          <p:pic>
            <p:nvPicPr>
              <p:cNvPr id="5" name="Ink 4">
                <a:extLst>
                  <a:ext uri="{FF2B5EF4-FFF2-40B4-BE49-F238E27FC236}">
                    <a16:creationId xmlns:a16="http://schemas.microsoft.com/office/drawing/2014/main" id="{C98176CB-559C-D334-AD99-D49557BC97B5}"/>
                  </a:ext>
                </a:extLst>
              </p:cNvPr>
              <p:cNvPicPr/>
              <p:nvPr/>
            </p:nvPicPr>
            <p:blipFill>
              <a:blip r:embed="rId5"/>
              <a:stretch>
                <a:fillRect/>
              </a:stretch>
            </p:blipFill>
            <p:spPr>
              <a:xfrm>
                <a:off x="-2704324" y="1359587"/>
                <a:ext cx="2179440" cy="159840"/>
              </a:xfrm>
              <a:prstGeom prst="rect">
                <a:avLst/>
              </a:prstGeom>
            </p:spPr>
          </p:pic>
        </mc:Fallback>
      </mc:AlternateContent>
    </p:spTree>
    <p:extLst>
      <p:ext uri="{BB962C8B-B14F-4D97-AF65-F5344CB8AC3E}">
        <p14:creationId xmlns:p14="http://schemas.microsoft.com/office/powerpoint/2010/main" val="36342954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p:txBody>
          <a:bodyPr/>
          <a:lstStyle/>
          <a:p>
            <a:r>
              <a:rPr lang="en-US" altLang="x-none"/>
              <a:t>A* Algorithm</a:t>
            </a:r>
            <a:endParaRPr lang="en-GB" altLang="x-none"/>
          </a:p>
        </p:txBody>
      </p:sp>
      <p:sp>
        <p:nvSpPr>
          <p:cNvPr id="249859" name="Rectangle 3"/>
          <p:cNvSpPr>
            <a:spLocks noGrp="1" noChangeArrowheads="1"/>
          </p:cNvSpPr>
          <p:nvPr>
            <p:ph idx="1"/>
          </p:nvPr>
        </p:nvSpPr>
        <p:spPr/>
        <p:txBody>
          <a:bodyPr>
            <a:normAutofit fontScale="77500" lnSpcReduction="20000"/>
          </a:bodyPr>
          <a:lstStyle/>
          <a:p>
            <a:pPr marL="0" indent="0">
              <a:buNone/>
            </a:pPr>
            <a:r>
              <a:rPr lang="en-US" altLang="x-none" dirty="0"/>
              <a:t>1.   Search queue Q is empty.</a:t>
            </a:r>
          </a:p>
          <a:p>
            <a:pPr marL="0" indent="0">
              <a:buNone/>
            </a:pPr>
            <a:r>
              <a:rPr lang="en-US" altLang="x-none" dirty="0"/>
              <a:t>2.   Place the start state s in Q with f  value h(s).</a:t>
            </a:r>
          </a:p>
          <a:p>
            <a:pPr marL="0" indent="0">
              <a:buNone/>
            </a:pPr>
            <a:r>
              <a:rPr lang="en-US" altLang="x-none" dirty="0"/>
              <a:t>3.   If Q is empty, return failure.</a:t>
            </a:r>
          </a:p>
          <a:p>
            <a:pPr marL="0" indent="0">
              <a:buNone/>
            </a:pPr>
            <a:r>
              <a:rPr lang="en-US" altLang="x-none" dirty="0"/>
              <a:t>4.   Take node n from Q with lowest f value.</a:t>
            </a:r>
          </a:p>
          <a:p>
            <a:pPr marL="0" indent="0">
              <a:buNone/>
            </a:pPr>
            <a:r>
              <a:rPr lang="en-US" altLang="x-none" dirty="0"/>
              <a:t>      (Keep Q sorted by f  values and pick the first element).</a:t>
            </a:r>
          </a:p>
          <a:p>
            <a:pPr marL="0" indent="0">
              <a:buNone/>
            </a:pPr>
            <a:r>
              <a:rPr lang="en-US" altLang="x-none" dirty="0"/>
              <a:t>5.   If n is a goal node, stop and return solution.</a:t>
            </a:r>
          </a:p>
          <a:p>
            <a:pPr marL="0" indent="0">
              <a:buNone/>
            </a:pPr>
            <a:r>
              <a:rPr lang="en-US" altLang="x-none" dirty="0"/>
              <a:t>6.   Generate successors of node n.</a:t>
            </a:r>
          </a:p>
          <a:p>
            <a:pPr marL="0" indent="0">
              <a:buNone/>
            </a:pPr>
            <a:r>
              <a:rPr lang="en-US" altLang="x-none" dirty="0"/>
              <a:t>7.   For each successor n’ of n do:</a:t>
            </a:r>
          </a:p>
          <a:p>
            <a:pPr marL="914400" lvl="2" indent="0">
              <a:buNone/>
            </a:pPr>
            <a:r>
              <a:rPr lang="en-US" altLang="x-none" dirty="0"/>
              <a:t>a) Compute f(n’) = g(n) + h(n’).</a:t>
            </a:r>
          </a:p>
          <a:p>
            <a:pPr marL="914400" lvl="2" indent="0">
              <a:buNone/>
            </a:pPr>
            <a:r>
              <a:rPr lang="en-US" altLang="x-none" dirty="0"/>
              <a:t>b) If n’ is new (never generated before), add n’ to Q. </a:t>
            </a:r>
          </a:p>
          <a:p>
            <a:pPr marL="914400" lvl="2" indent="0">
              <a:buNone/>
            </a:pPr>
            <a:r>
              <a:rPr lang="en-US" altLang="x-none" dirty="0"/>
              <a:t>c) If node n’ is already in Q with a higher f value, replace it with current f(n’) and place it in sorted order in Q. </a:t>
            </a:r>
          </a:p>
          <a:p>
            <a:pPr marL="914400" lvl="2" indent="0">
              <a:buNone/>
            </a:pPr>
            <a:r>
              <a:rPr lang="en-US" altLang="x-none" dirty="0"/>
              <a:t>End for</a:t>
            </a:r>
          </a:p>
          <a:p>
            <a:pPr marL="0" indent="0">
              <a:buNone/>
            </a:pPr>
            <a:r>
              <a:rPr lang="en-US" altLang="x-none" dirty="0"/>
              <a:t>8.   Go back to step 3.</a:t>
            </a:r>
            <a:endParaRPr lang="en-GB" altLang="x-none" dirty="0"/>
          </a:p>
        </p:txBody>
      </p:sp>
      <p:sp>
        <p:nvSpPr>
          <p:cNvPr id="4" name="Slide Number Placeholder 5"/>
          <p:cNvSpPr>
            <a:spLocks noGrp="1"/>
          </p:cNvSpPr>
          <p:nvPr>
            <p:ph type="sldNum" sz="quarter" idx="12"/>
          </p:nvPr>
        </p:nvSpPr>
        <p:spPr/>
        <p:txBody>
          <a:bodyPr/>
          <a:lstStyle/>
          <a:p>
            <a:fld id="{4AADB3F8-D519-40B4-9972-398F8D83F961}" type="slidenum">
              <a:rPr lang="en-GB" altLang="x-none" smtClean="0"/>
              <a:pPr/>
              <a:t>42</a:t>
            </a:fld>
            <a:endParaRPr lang="en-GB" altLang="x-none"/>
          </a:p>
        </p:txBody>
      </p:sp>
    </p:spTree>
    <p:extLst>
      <p:ext uri="{BB962C8B-B14F-4D97-AF65-F5344CB8AC3E}">
        <p14:creationId xmlns:p14="http://schemas.microsoft.com/office/powerpoint/2010/main" val="9017509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F193C30-D1A3-4582-A1BF-DDD6691A311E}"/>
              </a:ext>
            </a:extLst>
          </p:cNvPr>
          <p:cNvSpPr txBox="1"/>
          <p:nvPr/>
        </p:nvSpPr>
        <p:spPr>
          <a:xfrm>
            <a:off x="225739" y="-1696"/>
            <a:ext cx="11351907" cy="6859696"/>
          </a:xfrm>
          <a:prstGeom prst="rect">
            <a:avLst/>
          </a:prstGeom>
          <a:noFill/>
          <a:ln>
            <a:noFill/>
          </a:ln>
        </p:spPr>
        <p:txBody>
          <a:bodyPr wrap="square" lIns="91438" tIns="45719" rIns="91438" bIns="45719" rtlCol="0">
            <a:spAutoFit/>
          </a:bodyPr>
          <a:lstStyle/>
          <a:p>
            <a:pPr>
              <a:lnSpc>
                <a:spcPct val="120000"/>
              </a:lnSpc>
            </a:pPr>
            <a:r>
              <a:rPr lang="en-US" sz="2300" dirty="0">
                <a:solidFill>
                  <a:schemeClr val="accent2"/>
                </a:solidFill>
              </a:rPr>
              <a:t>function</a:t>
            </a:r>
            <a:r>
              <a:rPr lang="en-US" sz="2300" b="1" dirty="0"/>
              <a:t> </a:t>
            </a:r>
            <a:r>
              <a:rPr lang="en-US" sz="2300" dirty="0">
                <a:solidFill>
                  <a:srgbClr val="008000"/>
                </a:solidFill>
              </a:rPr>
              <a:t>UNIFORM-COST-SEARCH</a:t>
            </a:r>
            <a:r>
              <a:rPr lang="en-US" sz="2300" dirty="0"/>
              <a:t>(</a:t>
            </a:r>
            <a:r>
              <a:rPr lang="en-US" sz="2300" dirty="0">
                <a:solidFill>
                  <a:srgbClr val="0000FF"/>
                </a:solidFill>
              </a:rPr>
              <a:t>problem</a:t>
            </a:r>
            <a:r>
              <a:rPr lang="en-US" sz="2300" dirty="0"/>
              <a:t>) </a:t>
            </a:r>
            <a:r>
              <a:rPr lang="en-US" sz="2300" dirty="0">
                <a:solidFill>
                  <a:schemeClr val="accent2"/>
                </a:solidFill>
              </a:rPr>
              <a:t>returns</a:t>
            </a:r>
            <a:r>
              <a:rPr lang="en-US" sz="2300" b="1" dirty="0"/>
              <a:t> </a:t>
            </a:r>
            <a:r>
              <a:rPr lang="en-US" sz="2300" dirty="0"/>
              <a:t>a solution, or failure</a:t>
            </a:r>
          </a:p>
          <a:p>
            <a:pPr>
              <a:lnSpc>
                <a:spcPct val="120000"/>
              </a:lnSpc>
            </a:pPr>
            <a:r>
              <a:rPr lang="en-US" sz="2300" dirty="0"/>
              <a:t>     initialize the </a:t>
            </a:r>
            <a:r>
              <a:rPr lang="en-US" sz="2300" dirty="0">
                <a:solidFill>
                  <a:srgbClr val="0000FF"/>
                </a:solidFill>
              </a:rPr>
              <a:t>explored set</a:t>
            </a:r>
            <a:r>
              <a:rPr lang="en-US" sz="2300" dirty="0"/>
              <a:t> to be empty</a:t>
            </a:r>
          </a:p>
          <a:p>
            <a:pPr>
              <a:lnSpc>
                <a:spcPct val="120000"/>
              </a:lnSpc>
            </a:pPr>
            <a:r>
              <a:rPr lang="en-US" sz="2300" dirty="0"/>
              <a:t>     initialize the </a:t>
            </a:r>
            <a:r>
              <a:rPr lang="en-US" sz="2300" dirty="0">
                <a:solidFill>
                  <a:srgbClr val="0000FF"/>
                </a:solidFill>
              </a:rPr>
              <a:t>frontier</a:t>
            </a:r>
            <a:r>
              <a:rPr lang="en-US" sz="2300" dirty="0"/>
              <a:t> as a priority queue using g(n) as the priority</a:t>
            </a:r>
          </a:p>
          <a:p>
            <a:pPr>
              <a:lnSpc>
                <a:spcPct val="120000"/>
              </a:lnSpc>
            </a:pPr>
            <a:r>
              <a:rPr lang="en-US" sz="2300" dirty="0"/>
              <a:t>     add initial state of </a:t>
            </a:r>
            <a:r>
              <a:rPr lang="en-US" sz="2300" dirty="0">
                <a:solidFill>
                  <a:srgbClr val="0000FF"/>
                </a:solidFill>
              </a:rPr>
              <a:t>problem </a:t>
            </a:r>
            <a:r>
              <a:rPr lang="en-US" sz="2300" dirty="0"/>
              <a:t>to</a:t>
            </a:r>
            <a:r>
              <a:rPr lang="en-US" sz="2300" dirty="0">
                <a:solidFill>
                  <a:srgbClr val="0000FF"/>
                </a:solidFill>
              </a:rPr>
              <a:t> frontier</a:t>
            </a:r>
            <a:r>
              <a:rPr lang="en-US" sz="2300" dirty="0"/>
              <a:t> with priority g(S) = 0</a:t>
            </a:r>
            <a:br>
              <a:rPr lang="en-US" sz="2300" dirty="0"/>
            </a:br>
            <a:r>
              <a:rPr lang="en-US" sz="2300" dirty="0"/>
              <a:t>     </a:t>
            </a:r>
            <a:r>
              <a:rPr lang="en-US" sz="2300" dirty="0">
                <a:solidFill>
                  <a:schemeClr val="accent2"/>
                </a:solidFill>
              </a:rPr>
              <a:t>loop do </a:t>
            </a:r>
          </a:p>
          <a:p>
            <a:pPr>
              <a:lnSpc>
                <a:spcPct val="120000"/>
              </a:lnSpc>
            </a:pPr>
            <a:r>
              <a:rPr lang="en-US" sz="2300" b="1" dirty="0"/>
              <a:t>             </a:t>
            </a:r>
            <a:r>
              <a:rPr lang="en-US" sz="2300" dirty="0">
                <a:solidFill>
                  <a:schemeClr val="accent2"/>
                </a:solidFill>
              </a:rPr>
              <a:t>if</a:t>
            </a:r>
            <a:r>
              <a:rPr lang="en-US" sz="2300" b="1" dirty="0"/>
              <a:t> </a:t>
            </a:r>
            <a:r>
              <a:rPr lang="en-US" sz="2300" dirty="0"/>
              <a:t>the</a:t>
            </a:r>
            <a:r>
              <a:rPr lang="en-US" sz="2300" dirty="0">
                <a:solidFill>
                  <a:srgbClr val="0000FF"/>
                </a:solidFill>
              </a:rPr>
              <a:t> frontier </a:t>
            </a:r>
            <a:r>
              <a:rPr lang="en-US" sz="2300" dirty="0"/>
              <a:t>is empty </a:t>
            </a:r>
            <a:r>
              <a:rPr lang="en-US" sz="2300" dirty="0">
                <a:solidFill>
                  <a:schemeClr val="accent2"/>
                </a:solidFill>
              </a:rPr>
              <a:t>then</a:t>
            </a:r>
            <a:r>
              <a:rPr lang="en-US" sz="2300" b="1" dirty="0">
                <a:solidFill>
                  <a:srgbClr val="CC00CC"/>
                </a:solidFill>
              </a:rPr>
              <a:t> </a:t>
            </a:r>
          </a:p>
          <a:p>
            <a:pPr>
              <a:lnSpc>
                <a:spcPct val="120000"/>
              </a:lnSpc>
            </a:pPr>
            <a:r>
              <a:rPr lang="en-US" sz="2300" b="1" dirty="0">
                <a:solidFill>
                  <a:srgbClr val="CC00CC"/>
                </a:solidFill>
              </a:rPr>
              <a:t>                     </a:t>
            </a:r>
            <a:r>
              <a:rPr lang="en-US" sz="2300" dirty="0">
                <a:solidFill>
                  <a:schemeClr val="accent2"/>
                </a:solidFill>
              </a:rPr>
              <a:t>return</a:t>
            </a:r>
            <a:r>
              <a:rPr lang="en-US" sz="2300" b="1" dirty="0">
                <a:solidFill>
                  <a:srgbClr val="CC00CC"/>
                </a:solidFill>
              </a:rPr>
              <a:t> </a:t>
            </a:r>
            <a:r>
              <a:rPr lang="en-US" sz="2300" dirty="0"/>
              <a:t>failure</a:t>
            </a:r>
            <a:br>
              <a:rPr lang="en-US" sz="2300" dirty="0"/>
            </a:br>
            <a:r>
              <a:rPr lang="en-US" sz="2300" dirty="0"/>
              <a:t>             choose a </a:t>
            </a:r>
            <a:r>
              <a:rPr lang="en-US" sz="2300" dirty="0">
                <a:solidFill>
                  <a:srgbClr val="0000FF"/>
                </a:solidFill>
              </a:rPr>
              <a:t>node</a:t>
            </a:r>
            <a:r>
              <a:rPr lang="en-US" sz="2300" dirty="0"/>
              <a:t> and remove it from the </a:t>
            </a:r>
            <a:r>
              <a:rPr lang="en-US" sz="2300" dirty="0">
                <a:solidFill>
                  <a:srgbClr val="0000FF"/>
                </a:solidFill>
              </a:rPr>
              <a:t>frontier</a:t>
            </a:r>
            <a:br>
              <a:rPr lang="en-US" sz="2300" dirty="0"/>
            </a:br>
            <a:r>
              <a:rPr lang="en-US" sz="2300" dirty="0"/>
              <a:t>             </a:t>
            </a:r>
            <a:r>
              <a:rPr lang="en-US" sz="2300" dirty="0">
                <a:solidFill>
                  <a:schemeClr val="accent2"/>
                </a:solidFill>
              </a:rPr>
              <a:t>if</a:t>
            </a:r>
            <a:r>
              <a:rPr lang="en-US" sz="2300" b="1" dirty="0"/>
              <a:t> </a:t>
            </a:r>
            <a:r>
              <a:rPr lang="en-US" sz="2300" dirty="0"/>
              <a:t>the </a:t>
            </a:r>
            <a:r>
              <a:rPr lang="en-US" sz="2300" dirty="0">
                <a:solidFill>
                  <a:srgbClr val="0000FF"/>
                </a:solidFill>
              </a:rPr>
              <a:t>node</a:t>
            </a:r>
            <a:r>
              <a:rPr lang="en-US" sz="2300" dirty="0"/>
              <a:t> contains a goal state </a:t>
            </a:r>
            <a:r>
              <a:rPr lang="en-US" sz="2300" dirty="0">
                <a:solidFill>
                  <a:schemeClr val="accent2"/>
                </a:solidFill>
              </a:rPr>
              <a:t>then</a:t>
            </a:r>
            <a:r>
              <a:rPr lang="en-US" sz="2300" b="1" dirty="0">
                <a:solidFill>
                  <a:srgbClr val="CC00CC"/>
                </a:solidFill>
              </a:rPr>
              <a:t> </a:t>
            </a:r>
          </a:p>
          <a:p>
            <a:pPr>
              <a:lnSpc>
                <a:spcPct val="120000"/>
              </a:lnSpc>
            </a:pPr>
            <a:r>
              <a:rPr lang="en-US" sz="2300" b="1" dirty="0">
                <a:solidFill>
                  <a:srgbClr val="CC00CC"/>
                </a:solidFill>
              </a:rPr>
              <a:t>                     </a:t>
            </a:r>
            <a:r>
              <a:rPr lang="en-US" sz="2300" dirty="0">
                <a:solidFill>
                  <a:schemeClr val="accent2"/>
                </a:solidFill>
              </a:rPr>
              <a:t>return</a:t>
            </a:r>
            <a:r>
              <a:rPr lang="en-US" sz="2300" b="1" dirty="0">
                <a:solidFill>
                  <a:srgbClr val="CC00CC"/>
                </a:solidFill>
              </a:rPr>
              <a:t> </a:t>
            </a:r>
            <a:r>
              <a:rPr lang="en-US" sz="2300" dirty="0"/>
              <a:t>the corresponding solution</a:t>
            </a:r>
          </a:p>
          <a:p>
            <a:pPr>
              <a:lnSpc>
                <a:spcPct val="120000"/>
              </a:lnSpc>
            </a:pPr>
            <a:r>
              <a:rPr lang="en-US" sz="2300" dirty="0"/>
              <a:t>             add the </a:t>
            </a:r>
            <a:r>
              <a:rPr lang="en-US" sz="2300" dirty="0">
                <a:solidFill>
                  <a:srgbClr val="0000FF"/>
                </a:solidFill>
              </a:rPr>
              <a:t>node </a:t>
            </a:r>
            <a:r>
              <a:rPr lang="en-US" sz="2300" dirty="0"/>
              <a:t>state to the </a:t>
            </a:r>
            <a:r>
              <a:rPr lang="en-US" sz="2300" dirty="0">
                <a:solidFill>
                  <a:srgbClr val="0000FF"/>
                </a:solidFill>
              </a:rPr>
              <a:t>explored set</a:t>
            </a:r>
            <a:endParaRPr lang="en-US" sz="2300" dirty="0"/>
          </a:p>
          <a:p>
            <a:pPr>
              <a:lnSpc>
                <a:spcPct val="120000"/>
              </a:lnSpc>
            </a:pPr>
            <a:r>
              <a:rPr lang="en-US" sz="2300" dirty="0"/>
              <a:t>             for each resulting </a:t>
            </a:r>
            <a:r>
              <a:rPr lang="en-US" sz="2300" dirty="0">
                <a:solidFill>
                  <a:srgbClr val="0000FF"/>
                </a:solidFill>
              </a:rPr>
              <a:t>child</a:t>
            </a:r>
            <a:r>
              <a:rPr lang="en-US" sz="2300" dirty="0"/>
              <a:t> from node</a:t>
            </a:r>
          </a:p>
          <a:p>
            <a:pPr>
              <a:lnSpc>
                <a:spcPct val="120000"/>
              </a:lnSpc>
            </a:pPr>
            <a:r>
              <a:rPr lang="en-US" sz="2300" dirty="0"/>
              <a:t>                     if the </a:t>
            </a:r>
            <a:r>
              <a:rPr lang="en-US" sz="2300" dirty="0">
                <a:solidFill>
                  <a:srgbClr val="0000FF"/>
                </a:solidFill>
              </a:rPr>
              <a:t>child </a:t>
            </a:r>
            <a:r>
              <a:rPr lang="en-US" sz="2300" dirty="0"/>
              <a:t>state is not already in the </a:t>
            </a:r>
            <a:r>
              <a:rPr lang="en-US" sz="2300" dirty="0">
                <a:solidFill>
                  <a:srgbClr val="0000FF"/>
                </a:solidFill>
              </a:rPr>
              <a:t>frontier</a:t>
            </a:r>
            <a:r>
              <a:rPr lang="en-US" sz="2300" dirty="0"/>
              <a:t> or </a:t>
            </a:r>
            <a:r>
              <a:rPr lang="en-US" sz="2300" dirty="0">
                <a:solidFill>
                  <a:srgbClr val="0000FF"/>
                </a:solidFill>
              </a:rPr>
              <a:t>explored set </a:t>
            </a:r>
            <a:r>
              <a:rPr lang="en-US" sz="2300" dirty="0">
                <a:solidFill>
                  <a:schemeClr val="accent2"/>
                </a:solidFill>
              </a:rPr>
              <a:t>then</a:t>
            </a:r>
            <a:endParaRPr lang="en-US" sz="2300" dirty="0"/>
          </a:p>
          <a:p>
            <a:pPr>
              <a:lnSpc>
                <a:spcPct val="120000"/>
              </a:lnSpc>
            </a:pPr>
            <a:r>
              <a:rPr lang="en-US" sz="2300" dirty="0"/>
              <a:t>                             add </a:t>
            </a:r>
            <a:r>
              <a:rPr lang="en-US" sz="2300" dirty="0">
                <a:solidFill>
                  <a:srgbClr val="0000FF"/>
                </a:solidFill>
              </a:rPr>
              <a:t>child</a:t>
            </a:r>
            <a:r>
              <a:rPr lang="en-US" sz="2300" dirty="0"/>
              <a:t> to the </a:t>
            </a:r>
            <a:r>
              <a:rPr lang="en-US" sz="2300" dirty="0">
                <a:solidFill>
                  <a:srgbClr val="0000FF"/>
                </a:solidFill>
              </a:rPr>
              <a:t>frontier</a:t>
            </a:r>
          </a:p>
          <a:p>
            <a:pPr>
              <a:lnSpc>
                <a:spcPct val="120000"/>
              </a:lnSpc>
            </a:pPr>
            <a:r>
              <a:rPr lang="en-US" sz="2300" dirty="0"/>
              <a:t>                     else if the </a:t>
            </a:r>
            <a:r>
              <a:rPr lang="en-US" sz="2300" dirty="0">
                <a:solidFill>
                  <a:srgbClr val="0000FF"/>
                </a:solidFill>
              </a:rPr>
              <a:t>child</a:t>
            </a:r>
            <a:r>
              <a:rPr lang="en-US" sz="2300" dirty="0"/>
              <a:t> is already in the </a:t>
            </a:r>
            <a:r>
              <a:rPr lang="en-US" sz="2300" dirty="0">
                <a:solidFill>
                  <a:srgbClr val="0000FF"/>
                </a:solidFill>
              </a:rPr>
              <a:t>frontier</a:t>
            </a:r>
            <a:r>
              <a:rPr lang="en-US" sz="2300" dirty="0"/>
              <a:t> with higher g(n) </a:t>
            </a:r>
            <a:r>
              <a:rPr lang="en-US" sz="2300" dirty="0">
                <a:solidFill>
                  <a:schemeClr val="accent2"/>
                </a:solidFill>
              </a:rPr>
              <a:t>then</a:t>
            </a:r>
            <a:endParaRPr lang="en-US" sz="2300" dirty="0"/>
          </a:p>
          <a:p>
            <a:pPr>
              <a:lnSpc>
                <a:spcPct val="120000"/>
              </a:lnSpc>
            </a:pPr>
            <a:r>
              <a:rPr lang="en-US" sz="2300" dirty="0"/>
              <a:t>                             replace that </a:t>
            </a:r>
            <a:r>
              <a:rPr lang="en-US" sz="2300" dirty="0">
                <a:solidFill>
                  <a:srgbClr val="0000FF"/>
                </a:solidFill>
              </a:rPr>
              <a:t>frontier</a:t>
            </a:r>
            <a:r>
              <a:rPr lang="en-US" sz="2300" dirty="0"/>
              <a:t> node with</a:t>
            </a:r>
            <a:r>
              <a:rPr lang="en-US" sz="2300" dirty="0">
                <a:solidFill>
                  <a:srgbClr val="0000FF"/>
                </a:solidFill>
              </a:rPr>
              <a:t> child</a:t>
            </a:r>
            <a:endParaRPr lang="en-US" sz="2300" dirty="0"/>
          </a:p>
        </p:txBody>
      </p:sp>
    </p:spTree>
    <p:extLst>
      <p:ext uri="{BB962C8B-B14F-4D97-AF65-F5344CB8AC3E}">
        <p14:creationId xmlns:p14="http://schemas.microsoft.com/office/powerpoint/2010/main" val="40697557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F193C30-D1A3-4582-A1BF-DDD6691A311E}"/>
              </a:ext>
            </a:extLst>
          </p:cNvPr>
          <p:cNvSpPr txBox="1"/>
          <p:nvPr/>
        </p:nvSpPr>
        <p:spPr>
          <a:xfrm>
            <a:off x="225739" y="-1696"/>
            <a:ext cx="11351907" cy="6859696"/>
          </a:xfrm>
          <a:prstGeom prst="rect">
            <a:avLst/>
          </a:prstGeom>
          <a:noFill/>
          <a:ln>
            <a:noFill/>
          </a:ln>
        </p:spPr>
        <p:txBody>
          <a:bodyPr wrap="square" lIns="91438" tIns="45719" rIns="91438" bIns="45719" rtlCol="0">
            <a:spAutoFit/>
          </a:bodyPr>
          <a:lstStyle/>
          <a:p>
            <a:pPr>
              <a:lnSpc>
                <a:spcPct val="120000"/>
              </a:lnSpc>
            </a:pPr>
            <a:r>
              <a:rPr lang="en-US" sz="2300" dirty="0">
                <a:solidFill>
                  <a:schemeClr val="accent2"/>
                </a:solidFill>
              </a:rPr>
              <a:t>function</a:t>
            </a:r>
            <a:r>
              <a:rPr lang="en-US" sz="2300" b="1" dirty="0"/>
              <a:t> </a:t>
            </a:r>
            <a:r>
              <a:rPr lang="en-US" sz="2300" dirty="0">
                <a:solidFill>
                  <a:srgbClr val="008000"/>
                </a:solidFill>
              </a:rPr>
              <a:t>A-STAR-SEARCH</a:t>
            </a:r>
            <a:r>
              <a:rPr lang="en-US" sz="2300" dirty="0"/>
              <a:t>(</a:t>
            </a:r>
            <a:r>
              <a:rPr lang="en-US" sz="2300" dirty="0">
                <a:solidFill>
                  <a:srgbClr val="0000FF"/>
                </a:solidFill>
              </a:rPr>
              <a:t>problem</a:t>
            </a:r>
            <a:r>
              <a:rPr lang="en-US" sz="2300" dirty="0"/>
              <a:t>) </a:t>
            </a:r>
            <a:r>
              <a:rPr lang="en-US" sz="2300" dirty="0">
                <a:solidFill>
                  <a:schemeClr val="accent2"/>
                </a:solidFill>
              </a:rPr>
              <a:t>returns</a:t>
            </a:r>
            <a:r>
              <a:rPr lang="en-US" sz="2300" b="1" dirty="0"/>
              <a:t> </a:t>
            </a:r>
            <a:r>
              <a:rPr lang="en-US" sz="2300" dirty="0"/>
              <a:t>a solution, or failure</a:t>
            </a:r>
          </a:p>
          <a:p>
            <a:pPr>
              <a:lnSpc>
                <a:spcPct val="120000"/>
              </a:lnSpc>
            </a:pPr>
            <a:r>
              <a:rPr lang="en-US" sz="2300" dirty="0"/>
              <a:t>     initialize the </a:t>
            </a:r>
            <a:r>
              <a:rPr lang="en-US" sz="2300" dirty="0">
                <a:solidFill>
                  <a:srgbClr val="0000FF"/>
                </a:solidFill>
              </a:rPr>
              <a:t>explored set</a:t>
            </a:r>
            <a:r>
              <a:rPr lang="en-US" sz="2300" dirty="0"/>
              <a:t> to be empty</a:t>
            </a:r>
          </a:p>
          <a:p>
            <a:pPr>
              <a:lnSpc>
                <a:spcPct val="120000"/>
              </a:lnSpc>
            </a:pPr>
            <a:r>
              <a:rPr lang="en-US" sz="2300" dirty="0"/>
              <a:t>     initialize the </a:t>
            </a:r>
            <a:r>
              <a:rPr lang="en-US" sz="2300" dirty="0">
                <a:solidFill>
                  <a:srgbClr val="0000FF"/>
                </a:solidFill>
              </a:rPr>
              <a:t>frontier</a:t>
            </a:r>
            <a:r>
              <a:rPr lang="en-US" sz="2300" dirty="0"/>
              <a:t> as a priority queue using </a:t>
            </a:r>
            <a:r>
              <a:rPr lang="en-US" sz="2300" b="1" dirty="0"/>
              <a:t>f(n) = g(n) + h(n) </a:t>
            </a:r>
            <a:r>
              <a:rPr lang="en-US" sz="2300" dirty="0"/>
              <a:t>as the priority</a:t>
            </a:r>
          </a:p>
          <a:p>
            <a:pPr>
              <a:lnSpc>
                <a:spcPct val="120000"/>
              </a:lnSpc>
            </a:pPr>
            <a:r>
              <a:rPr lang="en-US" sz="2300" dirty="0"/>
              <a:t>     add initial state of </a:t>
            </a:r>
            <a:r>
              <a:rPr lang="en-US" sz="2300" dirty="0">
                <a:solidFill>
                  <a:srgbClr val="0000FF"/>
                </a:solidFill>
              </a:rPr>
              <a:t>problem </a:t>
            </a:r>
            <a:r>
              <a:rPr lang="en-US" sz="2300" dirty="0"/>
              <a:t>to</a:t>
            </a:r>
            <a:r>
              <a:rPr lang="en-US" sz="2300" dirty="0">
                <a:solidFill>
                  <a:srgbClr val="0000FF"/>
                </a:solidFill>
              </a:rPr>
              <a:t> frontier</a:t>
            </a:r>
            <a:r>
              <a:rPr lang="en-US" sz="2300" dirty="0"/>
              <a:t> with priority </a:t>
            </a:r>
            <a:r>
              <a:rPr lang="en-US" sz="2300" b="1" dirty="0"/>
              <a:t>f(S) = 0 + h(S)</a:t>
            </a:r>
            <a:br>
              <a:rPr lang="en-US" sz="2300" b="1" dirty="0"/>
            </a:br>
            <a:r>
              <a:rPr lang="en-US" sz="2300" dirty="0"/>
              <a:t>     </a:t>
            </a:r>
            <a:r>
              <a:rPr lang="en-US" sz="2300" dirty="0">
                <a:solidFill>
                  <a:schemeClr val="accent2"/>
                </a:solidFill>
              </a:rPr>
              <a:t>loop do </a:t>
            </a:r>
          </a:p>
          <a:p>
            <a:pPr>
              <a:lnSpc>
                <a:spcPct val="120000"/>
              </a:lnSpc>
            </a:pPr>
            <a:r>
              <a:rPr lang="en-US" sz="2300" b="1" dirty="0"/>
              <a:t>             </a:t>
            </a:r>
            <a:r>
              <a:rPr lang="en-US" sz="2300" dirty="0">
                <a:solidFill>
                  <a:schemeClr val="accent2"/>
                </a:solidFill>
              </a:rPr>
              <a:t>if</a:t>
            </a:r>
            <a:r>
              <a:rPr lang="en-US" sz="2300" b="1" dirty="0"/>
              <a:t> </a:t>
            </a:r>
            <a:r>
              <a:rPr lang="en-US" sz="2300" dirty="0"/>
              <a:t>the</a:t>
            </a:r>
            <a:r>
              <a:rPr lang="en-US" sz="2300" dirty="0">
                <a:solidFill>
                  <a:srgbClr val="0000FF"/>
                </a:solidFill>
              </a:rPr>
              <a:t> frontier </a:t>
            </a:r>
            <a:r>
              <a:rPr lang="en-US" sz="2300" dirty="0"/>
              <a:t>is empty </a:t>
            </a:r>
            <a:r>
              <a:rPr lang="en-US" sz="2300" dirty="0">
                <a:solidFill>
                  <a:schemeClr val="accent2"/>
                </a:solidFill>
              </a:rPr>
              <a:t>then</a:t>
            </a:r>
            <a:r>
              <a:rPr lang="en-US" sz="2300" b="1" dirty="0">
                <a:solidFill>
                  <a:srgbClr val="CC00CC"/>
                </a:solidFill>
              </a:rPr>
              <a:t> </a:t>
            </a:r>
          </a:p>
          <a:p>
            <a:pPr>
              <a:lnSpc>
                <a:spcPct val="120000"/>
              </a:lnSpc>
            </a:pPr>
            <a:r>
              <a:rPr lang="en-US" sz="2300" b="1" dirty="0">
                <a:solidFill>
                  <a:srgbClr val="CC00CC"/>
                </a:solidFill>
              </a:rPr>
              <a:t>                     </a:t>
            </a:r>
            <a:r>
              <a:rPr lang="en-US" sz="2300" dirty="0">
                <a:solidFill>
                  <a:schemeClr val="accent2"/>
                </a:solidFill>
              </a:rPr>
              <a:t>return</a:t>
            </a:r>
            <a:r>
              <a:rPr lang="en-US" sz="2300" b="1" dirty="0">
                <a:solidFill>
                  <a:srgbClr val="CC00CC"/>
                </a:solidFill>
              </a:rPr>
              <a:t> </a:t>
            </a:r>
            <a:r>
              <a:rPr lang="en-US" sz="2300" dirty="0"/>
              <a:t>failure</a:t>
            </a:r>
            <a:br>
              <a:rPr lang="en-US" sz="2300" dirty="0"/>
            </a:br>
            <a:r>
              <a:rPr lang="en-US" sz="2300" dirty="0"/>
              <a:t>             choose a </a:t>
            </a:r>
            <a:r>
              <a:rPr lang="en-US" sz="2300" dirty="0">
                <a:solidFill>
                  <a:srgbClr val="0000FF"/>
                </a:solidFill>
              </a:rPr>
              <a:t>node</a:t>
            </a:r>
            <a:r>
              <a:rPr lang="en-US" sz="2300" dirty="0"/>
              <a:t> and remove it from the </a:t>
            </a:r>
            <a:r>
              <a:rPr lang="en-US" sz="2300" dirty="0">
                <a:solidFill>
                  <a:srgbClr val="0000FF"/>
                </a:solidFill>
              </a:rPr>
              <a:t>frontier</a:t>
            </a:r>
            <a:br>
              <a:rPr lang="en-US" sz="2300" dirty="0"/>
            </a:br>
            <a:r>
              <a:rPr lang="en-US" sz="2300" dirty="0"/>
              <a:t>             </a:t>
            </a:r>
            <a:r>
              <a:rPr lang="en-US" sz="2300" dirty="0">
                <a:solidFill>
                  <a:schemeClr val="accent2"/>
                </a:solidFill>
              </a:rPr>
              <a:t>if</a:t>
            </a:r>
            <a:r>
              <a:rPr lang="en-US" sz="2300" b="1" dirty="0"/>
              <a:t> </a:t>
            </a:r>
            <a:r>
              <a:rPr lang="en-US" sz="2300" dirty="0"/>
              <a:t>the </a:t>
            </a:r>
            <a:r>
              <a:rPr lang="en-US" sz="2300" dirty="0">
                <a:solidFill>
                  <a:srgbClr val="0000FF"/>
                </a:solidFill>
              </a:rPr>
              <a:t>node</a:t>
            </a:r>
            <a:r>
              <a:rPr lang="en-US" sz="2300" dirty="0"/>
              <a:t> contains a goal state </a:t>
            </a:r>
            <a:r>
              <a:rPr lang="en-US" sz="2300" dirty="0">
                <a:solidFill>
                  <a:schemeClr val="accent2"/>
                </a:solidFill>
              </a:rPr>
              <a:t>then</a:t>
            </a:r>
            <a:r>
              <a:rPr lang="en-US" sz="2300" b="1" dirty="0">
                <a:solidFill>
                  <a:srgbClr val="CC00CC"/>
                </a:solidFill>
              </a:rPr>
              <a:t> </a:t>
            </a:r>
          </a:p>
          <a:p>
            <a:pPr>
              <a:lnSpc>
                <a:spcPct val="120000"/>
              </a:lnSpc>
            </a:pPr>
            <a:r>
              <a:rPr lang="en-US" sz="2300" b="1" dirty="0">
                <a:solidFill>
                  <a:srgbClr val="CC00CC"/>
                </a:solidFill>
              </a:rPr>
              <a:t>                     </a:t>
            </a:r>
            <a:r>
              <a:rPr lang="en-US" sz="2300" dirty="0">
                <a:solidFill>
                  <a:schemeClr val="accent2"/>
                </a:solidFill>
              </a:rPr>
              <a:t>return</a:t>
            </a:r>
            <a:r>
              <a:rPr lang="en-US" sz="2300" b="1" dirty="0">
                <a:solidFill>
                  <a:srgbClr val="CC00CC"/>
                </a:solidFill>
              </a:rPr>
              <a:t> </a:t>
            </a:r>
            <a:r>
              <a:rPr lang="en-US" sz="2300" dirty="0"/>
              <a:t>the corresponding solution</a:t>
            </a:r>
          </a:p>
          <a:p>
            <a:pPr>
              <a:lnSpc>
                <a:spcPct val="120000"/>
              </a:lnSpc>
            </a:pPr>
            <a:r>
              <a:rPr lang="en-US" sz="2300" dirty="0"/>
              <a:t>             add the </a:t>
            </a:r>
            <a:r>
              <a:rPr lang="en-US" sz="2300" dirty="0">
                <a:solidFill>
                  <a:srgbClr val="0000FF"/>
                </a:solidFill>
              </a:rPr>
              <a:t>node </a:t>
            </a:r>
            <a:r>
              <a:rPr lang="en-US" sz="2300" dirty="0"/>
              <a:t>state to the </a:t>
            </a:r>
            <a:r>
              <a:rPr lang="en-US" sz="2300" dirty="0">
                <a:solidFill>
                  <a:srgbClr val="0000FF"/>
                </a:solidFill>
              </a:rPr>
              <a:t>explored set</a:t>
            </a:r>
            <a:endParaRPr lang="en-US" sz="2300" dirty="0"/>
          </a:p>
          <a:p>
            <a:pPr>
              <a:lnSpc>
                <a:spcPct val="120000"/>
              </a:lnSpc>
            </a:pPr>
            <a:r>
              <a:rPr lang="en-US" sz="2300" dirty="0"/>
              <a:t>             for each resulting </a:t>
            </a:r>
            <a:r>
              <a:rPr lang="en-US" sz="2300" dirty="0">
                <a:solidFill>
                  <a:srgbClr val="0000FF"/>
                </a:solidFill>
              </a:rPr>
              <a:t>child</a:t>
            </a:r>
            <a:r>
              <a:rPr lang="en-US" sz="2300" dirty="0"/>
              <a:t> from node</a:t>
            </a:r>
          </a:p>
          <a:p>
            <a:pPr>
              <a:lnSpc>
                <a:spcPct val="120000"/>
              </a:lnSpc>
            </a:pPr>
            <a:r>
              <a:rPr lang="en-US" sz="2300" dirty="0"/>
              <a:t>                     if the </a:t>
            </a:r>
            <a:r>
              <a:rPr lang="en-US" sz="2300" dirty="0">
                <a:solidFill>
                  <a:srgbClr val="0000FF"/>
                </a:solidFill>
              </a:rPr>
              <a:t>child </a:t>
            </a:r>
            <a:r>
              <a:rPr lang="en-US" sz="2300" dirty="0"/>
              <a:t>state is not already in the </a:t>
            </a:r>
            <a:r>
              <a:rPr lang="en-US" sz="2300" dirty="0">
                <a:solidFill>
                  <a:srgbClr val="0000FF"/>
                </a:solidFill>
              </a:rPr>
              <a:t>frontier</a:t>
            </a:r>
            <a:r>
              <a:rPr lang="en-US" sz="2300" dirty="0"/>
              <a:t> or </a:t>
            </a:r>
            <a:r>
              <a:rPr lang="en-US" sz="2300" dirty="0">
                <a:solidFill>
                  <a:srgbClr val="0000FF"/>
                </a:solidFill>
              </a:rPr>
              <a:t>explored set </a:t>
            </a:r>
            <a:r>
              <a:rPr lang="en-US" sz="2300" dirty="0">
                <a:solidFill>
                  <a:schemeClr val="accent2"/>
                </a:solidFill>
              </a:rPr>
              <a:t>then</a:t>
            </a:r>
            <a:endParaRPr lang="en-US" sz="2300" dirty="0"/>
          </a:p>
          <a:p>
            <a:pPr>
              <a:lnSpc>
                <a:spcPct val="120000"/>
              </a:lnSpc>
            </a:pPr>
            <a:r>
              <a:rPr lang="en-US" sz="2300" dirty="0"/>
              <a:t>                             add </a:t>
            </a:r>
            <a:r>
              <a:rPr lang="en-US" sz="2300" dirty="0">
                <a:solidFill>
                  <a:srgbClr val="0000FF"/>
                </a:solidFill>
              </a:rPr>
              <a:t>child</a:t>
            </a:r>
            <a:r>
              <a:rPr lang="en-US" sz="2300" dirty="0"/>
              <a:t> to the </a:t>
            </a:r>
            <a:r>
              <a:rPr lang="en-US" sz="2300" dirty="0">
                <a:solidFill>
                  <a:srgbClr val="0000FF"/>
                </a:solidFill>
              </a:rPr>
              <a:t>frontier</a:t>
            </a:r>
          </a:p>
          <a:p>
            <a:pPr>
              <a:lnSpc>
                <a:spcPct val="120000"/>
              </a:lnSpc>
            </a:pPr>
            <a:r>
              <a:rPr lang="en-US" sz="2300" dirty="0"/>
              <a:t>                     else if the </a:t>
            </a:r>
            <a:r>
              <a:rPr lang="en-US" sz="2300" dirty="0">
                <a:solidFill>
                  <a:srgbClr val="0000FF"/>
                </a:solidFill>
              </a:rPr>
              <a:t>child</a:t>
            </a:r>
            <a:r>
              <a:rPr lang="en-US" sz="2300" dirty="0"/>
              <a:t> is already in the </a:t>
            </a:r>
            <a:r>
              <a:rPr lang="en-US" sz="2300" dirty="0">
                <a:solidFill>
                  <a:srgbClr val="0000FF"/>
                </a:solidFill>
              </a:rPr>
              <a:t>frontier</a:t>
            </a:r>
            <a:r>
              <a:rPr lang="en-US" sz="2300" dirty="0"/>
              <a:t> with higher </a:t>
            </a:r>
            <a:r>
              <a:rPr lang="en-US" sz="2300" b="1" dirty="0"/>
              <a:t>f(n) </a:t>
            </a:r>
            <a:r>
              <a:rPr lang="en-US" sz="2300" dirty="0">
                <a:solidFill>
                  <a:schemeClr val="accent2"/>
                </a:solidFill>
              </a:rPr>
              <a:t>then</a:t>
            </a:r>
            <a:endParaRPr lang="en-US" sz="2300" dirty="0"/>
          </a:p>
          <a:p>
            <a:pPr>
              <a:lnSpc>
                <a:spcPct val="120000"/>
              </a:lnSpc>
            </a:pPr>
            <a:r>
              <a:rPr lang="en-US" sz="2300" dirty="0"/>
              <a:t>                             replace that </a:t>
            </a:r>
            <a:r>
              <a:rPr lang="en-US" sz="2300" dirty="0">
                <a:solidFill>
                  <a:srgbClr val="0000FF"/>
                </a:solidFill>
              </a:rPr>
              <a:t>frontier</a:t>
            </a:r>
            <a:r>
              <a:rPr lang="en-US" sz="2300" dirty="0"/>
              <a:t> node with</a:t>
            </a:r>
            <a:r>
              <a:rPr lang="en-US" sz="2300" dirty="0">
                <a:solidFill>
                  <a:srgbClr val="0000FF"/>
                </a:solidFill>
              </a:rPr>
              <a:t> child</a:t>
            </a:r>
            <a:endParaRPr lang="en-US" sz="2300" dirty="0"/>
          </a:p>
        </p:txBody>
      </p:sp>
    </p:spTree>
    <p:extLst>
      <p:ext uri="{BB962C8B-B14F-4D97-AF65-F5344CB8AC3E}">
        <p14:creationId xmlns:p14="http://schemas.microsoft.com/office/powerpoint/2010/main" val="18371972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lstStyle/>
          <a:p>
            <a:pPr eaLnBrk="1" hangingPunct="1"/>
            <a:r>
              <a:rPr lang="en-US" dirty="0"/>
              <a:t>A* Applications</a:t>
            </a:r>
          </a:p>
        </p:txBody>
      </p:sp>
      <p:sp>
        <p:nvSpPr>
          <p:cNvPr id="28675" name="Rectangle 3"/>
          <p:cNvSpPr>
            <a:spLocks noGrp="1" noChangeArrowheads="1"/>
          </p:cNvSpPr>
          <p:nvPr>
            <p:ph idx="1"/>
          </p:nvPr>
        </p:nvSpPr>
        <p:spPr/>
        <p:txBody>
          <a:bodyPr/>
          <a:lstStyle/>
          <a:p>
            <a:pPr eaLnBrk="1" hangingPunct="1"/>
            <a:r>
              <a:rPr lang="en-US" dirty="0"/>
              <a:t>Pathing / routing problems</a:t>
            </a:r>
          </a:p>
          <a:p>
            <a:pPr eaLnBrk="1" hangingPunct="1"/>
            <a:r>
              <a:rPr lang="en-US" dirty="0"/>
              <a:t>Resource planning problems</a:t>
            </a:r>
          </a:p>
          <a:p>
            <a:pPr eaLnBrk="1" hangingPunct="1"/>
            <a:r>
              <a:rPr lang="en-US" dirty="0"/>
              <a:t>Robot motion planning</a:t>
            </a:r>
          </a:p>
          <a:p>
            <a:pPr eaLnBrk="1" hangingPunct="1"/>
            <a:r>
              <a:rPr lang="en-US" dirty="0"/>
              <a:t>Language analysis</a:t>
            </a:r>
          </a:p>
          <a:p>
            <a:r>
              <a:rPr lang="en-US" dirty="0"/>
              <a:t>Video games</a:t>
            </a:r>
          </a:p>
          <a:p>
            <a:pPr eaLnBrk="1" hangingPunct="1"/>
            <a:r>
              <a:rPr lang="en-US" dirty="0"/>
              <a:t>Machine translation</a:t>
            </a:r>
          </a:p>
          <a:p>
            <a:pPr eaLnBrk="1" hangingPunct="1"/>
            <a:r>
              <a:rPr lang="en-US" dirty="0"/>
              <a:t>Speech recognition</a:t>
            </a:r>
          </a:p>
          <a:p>
            <a:pPr eaLnBrk="1" hangingPunct="1"/>
            <a:r>
              <a:rPr lang="en-US" dirty="0"/>
              <a:t>…</a:t>
            </a:r>
          </a:p>
        </p:txBody>
      </p:sp>
      <p:pic>
        <p:nvPicPr>
          <p:cNvPr id="2" name="Picture 1">
            <a:extLst>
              <a:ext uri="{FF2B5EF4-FFF2-40B4-BE49-F238E27FC236}">
                <a16:creationId xmlns:a16="http://schemas.microsoft.com/office/drawing/2014/main" id="{2295C837-0AD0-40C8-BF24-71B353D5E031}"/>
              </a:ext>
            </a:extLst>
          </p:cNvPr>
          <p:cNvPicPr>
            <a:picLocks noChangeAspect="1"/>
          </p:cNvPicPr>
          <p:nvPr/>
        </p:nvPicPr>
        <p:blipFill>
          <a:blip r:embed="rId2"/>
          <a:stretch>
            <a:fillRect/>
          </a:stretch>
        </p:blipFill>
        <p:spPr>
          <a:xfrm>
            <a:off x="5434527" y="2459778"/>
            <a:ext cx="5919273" cy="3083031"/>
          </a:xfrm>
          <a:prstGeom prst="rect">
            <a:avLst/>
          </a:prstGeom>
        </p:spPr>
      </p:pic>
    </p:spTree>
    <p:extLst>
      <p:ext uri="{BB962C8B-B14F-4D97-AF65-F5344CB8AC3E}">
        <p14:creationId xmlns:p14="http://schemas.microsoft.com/office/powerpoint/2010/main" val="41897088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sz="6000" dirty="0"/>
              <a:t>Properties of A*</a:t>
            </a:r>
          </a:p>
        </p:txBody>
      </p:sp>
      <p:sp>
        <p:nvSpPr>
          <p:cNvPr id="2" name="Text Placeholder 1"/>
          <p:cNvSpPr>
            <a:spLocks noGrp="1"/>
          </p:cNvSpPr>
          <p:nvPr>
            <p:ph type="body" idx="1"/>
          </p:nvPr>
        </p:nvSpPr>
        <p:spPr/>
        <p:txBody>
          <a:bodyPr/>
          <a:lstStyle/>
          <a:p>
            <a:endParaRPr lang="en-US"/>
          </a:p>
        </p:txBody>
      </p:sp>
      <p:sp>
        <p:nvSpPr>
          <p:cNvPr id="3" name="Rectangle 2"/>
          <p:cNvSpPr/>
          <p:nvPr/>
        </p:nvSpPr>
        <p:spPr>
          <a:xfrm>
            <a:off x="0" y="914400"/>
            <a:ext cx="12192000" cy="304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1173765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US" altLang="en-US"/>
              <a:t>Properties of A*</a:t>
            </a:r>
          </a:p>
        </p:txBody>
      </p:sp>
      <p:sp>
        <p:nvSpPr>
          <p:cNvPr id="39939" name="Rectangle 3"/>
          <p:cNvSpPr>
            <a:spLocks noGrp="1" noChangeArrowheads="1"/>
          </p:cNvSpPr>
          <p:nvPr>
            <p:ph idx="1"/>
          </p:nvPr>
        </p:nvSpPr>
        <p:spPr>
          <a:xfrm>
            <a:off x="838200" y="1825625"/>
            <a:ext cx="10515600" cy="4641436"/>
          </a:xfrm>
        </p:spPr>
        <p:txBody>
          <a:bodyPr>
            <a:normAutofit fontScale="70000" lnSpcReduction="20000"/>
          </a:bodyPr>
          <a:lstStyle/>
          <a:p>
            <a:r>
              <a:rPr lang="en-US" altLang="en-US" dirty="0"/>
              <a:t>Complete? </a:t>
            </a:r>
            <a:r>
              <a:rPr lang="en-US" altLang="en-US" sz="4300" b="1" dirty="0">
                <a:solidFill>
                  <a:srgbClr val="0000FF"/>
                </a:solidFill>
                <a:effectLst>
                  <a:outerShdw blurRad="38100" dist="38100" dir="2700000" algn="tl">
                    <a:srgbClr val="000000">
                      <a:alpha val="43137"/>
                    </a:srgbClr>
                  </a:outerShdw>
                </a:effectLst>
              </a:rPr>
              <a:t>Yes </a:t>
            </a:r>
            <a:endParaRPr lang="en-US" altLang="en-US" b="1" dirty="0">
              <a:solidFill>
                <a:srgbClr val="0000FF"/>
              </a:solidFill>
              <a:effectLst>
                <a:outerShdw blurRad="38100" dist="38100" dir="2700000" algn="tl">
                  <a:srgbClr val="000000">
                    <a:alpha val="43137"/>
                  </a:srgbClr>
                </a:outerShdw>
              </a:effectLst>
            </a:endParaRPr>
          </a:p>
          <a:p>
            <a:pPr lvl="1"/>
            <a:r>
              <a:rPr lang="en-US" altLang="en-US" dirty="0"/>
              <a:t>(unless there are infinitely many nodes with f ≤ f(G) )</a:t>
            </a:r>
          </a:p>
          <a:p>
            <a:endParaRPr lang="en-US" altLang="en-US" sz="1900" dirty="0"/>
          </a:p>
          <a:p>
            <a:r>
              <a:rPr lang="en-US" altLang="en-US" dirty="0"/>
              <a:t>Time? </a:t>
            </a:r>
            <a:r>
              <a:rPr lang="en-US" altLang="en-US" sz="3500" b="1" dirty="0">
                <a:solidFill>
                  <a:srgbClr val="0000FF"/>
                </a:solidFill>
                <a:effectLst>
                  <a:outerShdw blurRad="38100" dist="38100" dir="2700000" algn="tl">
                    <a:srgbClr val="000000">
                      <a:alpha val="43137"/>
                    </a:srgbClr>
                  </a:outerShdw>
                </a:effectLst>
              </a:rPr>
              <a:t>Exponential</a:t>
            </a:r>
            <a:endParaRPr lang="en-US" altLang="en-US" b="1" dirty="0">
              <a:solidFill>
                <a:srgbClr val="0000FF"/>
              </a:solidFill>
              <a:effectLst>
                <a:outerShdw blurRad="38100" dist="38100" dir="2700000" algn="tl">
                  <a:srgbClr val="000000">
                    <a:alpha val="43137"/>
                  </a:srgbClr>
                </a:outerShdw>
              </a:effectLst>
            </a:endParaRPr>
          </a:p>
          <a:p>
            <a:pPr lvl="1"/>
            <a:r>
              <a:rPr lang="en-US" altLang="x-none" dirty="0"/>
              <a:t>It depends on the </a:t>
            </a:r>
            <a:r>
              <a:rPr lang="en-US" altLang="x-none" dirty="0">
                <a:solidFill>
                  <a:srgbClr val="FF0000"/>
                </a:solidFill>
              </a:rPr>
              <a:t>quality of heuristic </a:t>
            </a:r>
            <a:r>
              <a:rPr lang="en-US" altLang="x-none" dirty="0"/>
              <a:t>but is still </a:t>
            </a:r>
            <a:r>
              <a:rPr lang="en-US" altLang="x-none" u="sng" dirty="0">
                <a:solidFill>
                  <a:srgbClr val="FF0000"/>
                </a:solidFill>
              </a:rPr>
              <a:t>exponential</a:t>
            </a:r>
            <a:r>
              <a:rPr lang="en-US" altLang="x-none" dirty="0"/>
              <a:t>.</a:t>
            </a:r>
          </a:p>
          <a:p>
            <a:pPr lvl="1"/>
            <a:r>
              <a:rPr lang="en-US" altLang="en-US" dirty="0"/>
              <a:t>with respect to the length of the solution</a:t>
            </a:r>
          </a:p>
          <a:p>
            <a:pPr lvl="1"/>
            <a:r>
              <a:rPr lang="en-US" altLang="en-US" dirty="0"/>
              <a:t>better than other algorithms, but still problematic</a:t>
            </a:r>
          </a:p>
          <a:p>
            <a:endParaRPr lang="en-US" altLang="en-US" sz="1900" dirty="0"/>
          </a:p>
          <a:p>
            <a:r>
              <a:rPr lang="en-US" altLang="en-US" dirty="0"/>
              <a:t>Space? Keeps all nodes in memory</a:t>
            </a:r>
          </a:p>
          <a:p>
            <a:pPr lvl="1"/>
            <a:r>
              <a:rPr lang="en-US" altLang="x-none" sz="3500" b="1" dirty="0">
                <a:solidFill>
                  <a:srgbClr val="FF0000"/>
                </a:solidFill>
                <a:effectLst>
                  <a:outerShdw blurRad="38100" dist="38100" dir="2700000" algn="tl">
                    <a:srgbClr val="000000">
                      <a:alpha val="43137"/>
                    </a:srgbClr>
                  </a:outerShdw>
                </a:effectLst>
              </a:rPr>
              <a:t>O(</a:t>
            </a:r>
            <a:r>
              <a:rPr lang="en-US" altLang="x-none" sz="3500" b="1" dirty="0" err="1">
                <a:solidFill>
                  <a:srgbClr val="FF0000"/>
                </a:solidFill>
                <a:effectLst>
                  <a:outerShdw blurRad="38100" dist="38100" dir="2700000" algn="tl">
                    <a:srgbClr val="000000">
                      <a:alpha val="43137"/>
                    </a:srgbClr>
                  </a:outerShdw>
                </a:effectLst>
              </a:rPr>
              <a:t>b</a:t>
            </a:r>
            <a:r>
              <a:rPr lang="en-US" altLang="x-none" sz="3500" b="1" baseline="30000" dirty="0" err="1">
                <a:solidFill>
                  <a:srgbClr val="FF0000"/>
                </a:solidFill>
                <a:effectLst>
                  <a:outerShdw blurRad="38100" dist="38100" dir="2700000" algn="tl">
                    <a:srgbClr val="000000">
                      <a:alpha val="43137"/>
                    </a:srgbClr>
                  </a:outerShdw>
                </a:effectLst>
              </a:rPr>
              <a:t>d</a:t>
            </a:r>
            <a:r>
              <a:rPr lang="en-US" altLang="x-none" sz="3500" b="1" dirty="0">
                <a:solidFill>
                  <a:srgbClr val="FF0000"/>
                </a:solidFill>
                <a:effectLst>
                  <a:outerShdw blurRad="38100" dist="38100" dir="2700000" algn="tl">
                    <a:srgbClr val="000000">
                      <a:alpha val="43137"/>
                    </a:srgbClr>
                  </a:outerShdw>
                </a:effectLst>
              </a:rPr>
              <a:t>)</a:t>
            </a:r>
            <a:r>
              <a:rPr lang="en-US" altLang="x-none" dirty="0">
                <a:solidFill>
                  <a:srgbClr val="FF0000"/>
                </a:solidFill>
              </a:rPr>
              <a:t> space complexity</a:t>
            </a:r>
            <a:r>
              <a:rPr lang="en-US" altLang="x-none" dirty="0"/>
              <a:t>, </a:t>
            </a:r>
          </a:p>
          <a:p>
            <a:pPr lvl="1"/>
            <a:r>
              <a:rPr lang="en-US" altLang="en-US" dirty="0"/>
              <a:t>A* keeps all generated nodes in memory</a:t>
            </a:r>
          </a:p>
          <a:p>
            <a:pPr lvl="1"/>
            <a:r>
              <a:rPr lang="en-US" altLang="x-none" dirty="0"/>
              <a:t>But an iterative deepening version is possible (IDA*).</a:t>
            </a:r>
            <a:endParaRPr lang="en-US" altLang="en-US" dirty="0"/>
          </a:p>
          <a:p>
            <a:endParaRPr lang="en-US" altLang="en-US" sz="1900" dirty="0"/>
          </a:p>
          <a:p>
            <a:r>
              <a:rPr lang="en-US" altLang="en-US" dirty="0"/>
              <a:t>Optimal? </a:t>
            </a:r>
            <a:r>
              <a:rPr lang="en-US" altLang="en-US" sz="3500" b="1" dirty="0">
                <a:solidFill>
                  <a:srgbClr val="0000FF"/>
                </a:solidFill>
                <a:effectLst>
                  <a:outerShdw blurRad="38100" dist="38100" dir="2700000" algn="tl">
                    <a:srgbClr val="000000">
                      <a:alpha val="43137"/>
                    </a:srgbClr>
                  </a:outerShdw>
                </a:effectLst>
              </a:rPr>
              <a:t>Yes</a:t>
            </a:r>
            <a:endParaRPr lang="en-US" altLang="en-US" b="1" dirty="0">
              <a:solidFill>
                <a:srgbClr val="0000FF"/>
              </a:solidFill>
              <a:effectLst>
                <a:outerShdw blurRad="38100" dist="38100" dir="2700000" algn="tl">
                  <a:srgbClr val="000000">
                    <a:alpha val="43137"/>
                  </a:srgbClr>
                </a:outerShdw>
              </a:effectLst>
            </a:endParaRPr>
          </a:p>
          <a:p>
            <a:pPr lvl="1"/>
            <a:r>
              <a:rPr lang="en-US" altLang="x-none" dirty="0"/>
              <a:t>A* is </a:t>
            </a:r>
            <a:r>
              <a:rPr lang="en-US" altLang="x-none" u="sng" dirty="0"/>
              <a:t>optimal</a:t>
            </a:r>
            <a:r>
              <a:rPr lang="en-US" altLang="x-none" dirty="0"/>
              <a:t> if heuristic </a:t>
            </a:r>
            <a:r>
              <a:rPr lang="en-US" altLang="x-none" i="1" dirty="0"/>
              <a:t>h</a:t>
            </a:r>
            <a:r>
              <a:rPr lang="en-US" altLang="x-none" dirty="0"/>
              <a:t> is admissible (optimal).</a:t>
            </a:r>
            <a:endParaRPr lang="en-US" altLang="en-US" dirty="0"/>
          </a:p>
        </p:txBody>
      </p:sp>
    </p:spTree>
    <p:extLst>
      <p:ext uri="{BB962C8B-B14F-4D97-AF65-F5344CB8AC3E}">
        <p14:creationId xmlns:p14="http://schemas.microsoft.com/office/powerpoint/2010/main" val="34094554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a:t>
            </a:r>
          </a:p>
        </p:txBody>
      </p:sp>
      <p:sp>
        <p:nvSpPr>
          <p:cNvPr id="3" name="Content Placeholder 2"/>
          <p:cNvSpPr>
            <a:spLocks noGrp="1"/>
          </p:cNvSpPr>
          <p:nvPr>
            <p:ph idx="1"/>
          </p:nvPr>
        </p:nvSpPr>
        <p:spPr/>
        <p:txBody>
          <a:bodyPr/>
          <a:lstStyle/>
          <a:p>
            <a:r>
              <a:rPr lang="en-US" dirty="0"/>
              <a:t>Perform Uniform Cost Search, the Best-First Search, and the </a:t>
            </a:r>
            <a:r>
              <a:rPr lang="en-US" altLang="en-US" dirty="0"/>
              <a:t>A* algorithm. Here we suppose that </a:t>
            </a:r>
            <a:r>
              <a:rPr lang="en-US" altLang="en-US" b="1" u="sng" dirty="0"/>
              <a:t>A is the initial node, and E is the target</a:t>
            </a:r>
            <a:r>
              <a:rPr lang="en-US" altLang="en-US" dirty="0"/>
              <a:t>. The cost of each edge and the heuristic value of the each node are also given in the figure.</a:t>
            </a:r>
            <a:endParaRPr lang="en-US" dirty="0"/>
          </a:p>
        </p:txBody>
      </p:sp>
      <p:pic>
        <p:nvPicPr>
          <p:cNvPr id="5" name="Picture 4"/>
          <p:cNvPicPr>
            <a:picLocks noChangeAspect="1"/>
          </p:cNvPicPr>
          <p:nvPr/>
        </p:nvPicPr>
        <p:blipFill>
          <a:blip r:embed="rId2"/>
          <a:stretch>
            <a:fillRect/>
          </a:stretch>
        </p:blipFill>
        <p:spPr>
          <a:xfrm>
            <a:off x="2697215" y="3679136"/>
            <a:ext cx="6797569" cy="2497827"/>
          </a:xfrm>
          <a:prstGeom prst="rect">
            <a:avLst/>
          </a:prstGeom>
        </p:spPr>
      </p:pic>
    </p:spTree>
    <p:extLst>
      <p:ext uri="{BB962C8B-B14F-4D97-AF65-F5344CB8AC3E}">
        <p14:creationId xmlns:p14="http://schemas.microsoft.com/office/powerpoint/2010/main" val="3191667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D4B59-EA7F-2011-4BC4-F3A010D94815}"/>
              </a:ext>
            </a:extLst>
          </p:cNvPr>
          <p:cNvSpPr>
            <a:spLocks noGrp="1"/>
          </p:cNvSpPr>
          <p:nvPr>
            <p:ph type="title"/>
          </p:nvPr>
        </p:nvSpPr>
        <p:spPr/>
        <p:txBody>
          <a:bodyPr/>
          <a:lstStyle/>
          <a:p>
            <a:r>
              <a:rPr lang="en-US" dirty="0"/>
              <a:t>Iterative deepening A* (IDA*)</a:t>
            </a:r>
            <a:endParaRPr lang="en-PK" dirty="0"/>
          </a:p>
        </p:txBody>
      </p:sp>
      <p:sp>
        <p:nvSpPr>
          <p:cNvPr id="5" name="TextBox 4">
            <a:extLst>
              <a:ext uri="{FF2B5EF4-FFF2-40B4-BE49-F238E27FC236}">
                <a16:creationId xmlns:a16="http://schemas.microsoft.com/office/drawing/2014/main" id="{A0A9A66B-2268-0AC8-4856-A78F10C14066}"/>
              </a:ext>
            </a:extLst>
          </p:cNvPr>
          <p:cNvSpPr txBox="1"/>
          <p:nvPr/>
        </p:nvSpPr>
        <p:spPr>
          <a:xfrm>
            <a:off x="1183341" y="2831525"/>
            <a:ext cx="9950824" cy="1815882"/>
          </a:xfrm>
          <a:prstGeom prst="rect">
            <a:avLst/>
          </a:prstGeom>
          <a:noFill/>
        </p:spPr>
        <p:txBody>
          <a:bodyPr wrap="square">
            <a:spAutoFit/>
          </a:bodyPr>
          <a:lstStyle/>
          <a:p>
            <a:r>
              <a:rPr lang="en-US" sz="2800" b="0" i="0" dirty="0">
                <a:solidFill>
                  <a:srgbClr val="273239"/>
                </a:solidFill>
                <a:effectLst/>
                <a:latin typeface="Nunito" pitchFamily="2" charset="0"/>
              </a:rPr>
              <a:t>Iterative deepening A* </a:t>
            </a:r>
            <a:r>
              <a:rPr lang="en-US" sz="2800" b="1" i="0" dirty="0">
                <a:solidFill>
                  <a:srgbClr val="273239"/>
                </a:solidFill>
                <a:effectLst/>
                <a:latin typeface="Nunito" pitchFamily="2" charset="0"/>
              </a:rPr>
              <a:t>(IDA*)</a:t>
            </a:r>
            <a:r>
              <a:rPr lang="en-US" sz="2800" b="0" i="0" dirty="0">
                <a:solidFill>
                  <a:srgbClr val="273239"/>
                </a:solidFill>
                <a:effectLst/>
                <a:latin typeface="Nunito" pitchFamily="2" charset="0"/>
              </a:rPr>
              <a:t> is a graph traversal and path-finding method that can determine the shortest route in a weighted graph between a defined start node and any one of a group of goal nodes. </a:t>
            </a:r>
            <a:endParaRPr lang="en-PK" sz="2800" dirty="0"/>
          </a:p>
        </p:txBody>
      </p:sp>
    </p:spTree>
    <p:extLst>
      <p:ext uri="{BB962C8B-B14F-4D97-AF65-F5344CB8AC3E}">
        <p14:creationId xmlns:p14="http://schemas.microsoft.com/office/powerpoint/2010/main" val="21126488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3EC44-421E-80C4-8119-9D12352E96C4}"/>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F63BBC5C-4B6F-3A24-A7BB-4C36450ACFD8}"/>
              </a:ext>
            </a:extLst>
          </p:cNvPr>
          <p:cNvSpPr>
            <a:spLocks noGrp="1"/>
          </p:cNvSpPr>
          <p:nvPr>
            <p:ph idx="1"/>
          </p:nvPr>
        </p:nvSpPr>
        <p:spPr/>
        <p:txBody>
          <a:bodyPr/>
          <a:lstStyle/>
          <a:p>
            <a:endParaRPr lang="en-PK"/>
          </a:p>
        </p:txBody>
      </p:sp>
      <p:sp>
        <p:nvSpPr>
          <p:cNvPr id="5" name="TextBox 4">
            <a:extLst>
              <a:ext uri="{FF2B5EF4-FFF2-40B4-BE49-F238E27FC236}">
                <a16:creationId xmlns:a16="http://schemas.microsoft.com/office/drawing/2014/main" id="{677D450E-E7BE-B6EB-6A0B-E7EC36F2C8B3}"/>
              </a:ext>
            </a:extLst>
          </p:cNvPr>
          <p:cNvSpPr txBox="1"/>
          <p:nvPr/>
        </p:nvSpPr>
        <p:spPr>
          <a:xfrm>
            <a:off x="914402" y="1415563"/>
            <a:ext cx="10515600" cy="3539430"/>
          </a:xfrm>
          <a:prstGeom prst="rect">
            <a:avLst/>
          </a:prstGeom>
          <a:noFill/>
        </p:spPr>
        <p:txBody>
          <a:bodyPr wrap="square">
            <a:spAutoFit/>
          </a:bodyPr>
          <a:lstStyle/>
          <a:p>
            <a:r>
              <a:rPr lang="en-US" sz="2800" b="0" i="0" dirty="0">
                <a:solidFill>
                  <a:srgbClr val="273239"/>
                </a:solidFill>
                <a:effectLst/>
                <a:latin typeface="Nunito" pitchFamily="2" charset="0"/>
              </a:rPr>
              <a:t>It is a kind of </a:t>
            </a:r>
            <a:r>
              <a:rPr lang="en-US" sz="2800" b="1" i="0" u="sng" dirty="0">
                <a:effectLst/>
                <a:latin typeface="Nunito" pitchFamily="2" charset="0"/>
                <a:hlinkClick r:id="rId2"/>
              </a:rPr>
              <a:t>iterative deepening depth-first search</a:t>
            </a:r>
            <a:r>
              <a:rPr lang="en-US" sz="2800" b="0" i="0" dirty="0">
                <a:solidFill>
                  <a:srgbClr val="273239"/>
                </a:solidFill>
                <a:effectLst/>
                <a:latin typeface="Nunito" pitchFamily="2" charset="0"/>
              </a:rPr>
              <a:t> that adopts the </a:t>
            </a:r>
            <a:r>
              <a:rPr lang="en-US" sz="2800" b="0" i="0" u="sng" dirty="0">
                <a:effectLst/>
                <a:latin typeface="Nunito" pitchFamily="2" charset="0"/>
                <a:hlinkClick r:id="rId3"/>
              </a:rPr>
              <a:t>A* search algorithm’s</a:t>
            </a:r>
            <a:r>
              <a:rPr lang="en-US" sz="2800" b="0" i="0" dirty="0">
                <a:solidFill>
                  <a:srgbClr val="273239"/>
                </a:solidFill>
                <a:effectLst/>
                <a:latin typeface="Nunito" pitchFamily="2" charset="0"/>
              </a:rPr>
              <a:t> idea of using a heuristic function to assess the remaining cost to reach the goal.</a:t>
            </a:r>
          </a:p>
          <a:p>
            <a:endParaRPr lang="en-US" sz="2800" dirty="0">
              <a:solidFill>
                <a:srgbClr val="273239"/>
              </a:solidFill>
              <a:latin typeface="Nunito" pitchFamily="2" charset="0"/>
            </a:endParaRPr>
          </a:p>
          <a:p>
            <a:br>
              <a:rPr lang="en-US" sz="2800" dirty="0"/>
            </a:br>
            <a:r>
              <a:rPr lang="en-US" sz="2800" b="0" i="0" dirty="0">
                <a:solidFill>
                  <a:srgbClr val="273239"/>
                </a:solidFill>
                <a:effectLst/>
                <a:latin typeface="Nunito" pitchFamily="2" charset="0"/>
              </a:rPr>
              <a:t>A memory-limited version of A* is called</a:t>
            </a:r>
            <a:r>
              <a:rPr lang="en-US" sz="2800" b="1" i="0" dirty="0">
                <a:solidFill>
                  <a:srgbClr val="273239"/>
                </a:solidFill>
                <a:effectLst/>
                <a:latin typeface="Nunito" pitchFamily="2" charset="0"/>
              </a:rPr>
              <a:t> IDA*</a:t>
            </a:r>
            <a:r>
              <a:rPr lang="en-US" sz="2800" b="0" i="0" dirty="0">
                <a:solidFill>
                  <a:srgbClr val="273239"/>
                </a:solidFill>
                <a:effectLst/>
                <a:latin typeface="Nunito" pitchFamily="2" charset="0"/>
              </a:rPr>
              <a:t>. It performs all operations that A* does and has optimal features for locating the shortest path, but it occupies less memory.</a:t>
            </a:r>
            <a:endParaRPr lang="en-PK" sz="2800" dirty="0"/>
          </a:p>
        </p:txBody>
      </p:sp>
    </p:spTree>
    <p:extLst>
      <p:ext uri="{BB962C8B-B14F-4D97-AF65-F5344CB8AC3E}">
        <p14:creationId xmlns:p14="http://schemas.microsoft.com/office/powerpoint/2010/main" val="30501128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037D98-CDA0-FB22-0B87-8299C3783586}"/>
              </a:ext>
            </a:extLst>
          </p:cNvPr>
          <p:cNvSpPr txBox="1"/>
          <p:nvPr/>
        </p:nvSpPr>
        <p:spPr>
          <a:xfrm>
            <a:off x="1172583" y="2693025"/>
            <a:ext cx="9660367" cy="2246769"/>
          </a:xfrm>
          <a:prstGeom prst="rect">
            <a:avLst/>
          </a:prstGeom>
          <a:noFill/>
        </p:spPr>
        <p:txBody>
          <a:bodyPr wrap="square">
            <a:spAutoFit/>
          </a:bodyPr>
          <a:lstStyle/>
          <a:p>
            <a:r>
              <a:rPr lang="en-US" sz="2800" b="0" i="0" dirty="0">
                <a:solidFill>
                  <a:srgbClr val="273239"/>
                </a:solidFill>
                <a:effectLst/>
                <a:latin typeface="Nunito" pitchFamily="2" charset="0"/>
              </a:rPr>
              <a:t>Iterative Deepening A Star uses a</a:t>
            </a:r>
            <a:r>
              <a:rPr lang="en-US" sz="2800" b="1" i="0" dirty="0">
                <a:solidFill>
                  <a:srgbClr val="273239"/>
                </a:solidFill>
                <a:effectLst/>
                <a:latin typeface="Nunito" pitchFamily="2" charset="0"/>
              </a:rPr>
              <a:t> heuristic </a:t>
            </a:r>
            <a:r>
              <a:rPr lang="en-US" sz="2800" b="0" i="0" dirty="0">
                <a:solidFill>
                  <a:srgbClr val="273239"/>
                </a:solidFill>
                <a:effectLst/>
                <a:latin typeface="Nunito" pitchFamily="2" charset="0"/>
              </a:rPr>
              <a:t>to choose which nodes to explore and at which depth to stop, as opposed to Iterative Deepening DFS, which utilizes simple depth to determine when to end the current iteration and continue with a higher depth.</a:t>
            </a:r>
            <a:endParaRPr lang="en-PK" sz="2800" dirty="0"/>
          </a:p>
        </p:txBody>
      </p:sp>
      <p:sp>
        <p:nvSpPr>
          <p:cNvPr id="4" name="Title 3">
            <a:extLst>
              <a:ext uri="{FF2B5EF4-FFF2-40B4-BE49-F238E27FC236}">
                <a16:creationId xmlns:a16="http://schemas.microsoft.com/office/drawing/2014/main" id="{8F760D6D-A93F-8763-815B-F119455AF4F4}"/>
              </a:ext>
            </a:extLst>
          </p:cNvPr>
          <p:cNvSpPr>
            <a:spLocks noGrp="1"/>
          </p:cNvSpPr>
          <p:nvPr>
            <p:ph type="title"/>
          </p:nvPr>
        </p:nvSpPr>
        <p:spPr/>
        <p:txBody>
          <a:bodyPr/>
          <a:lstStyle/>
          <a:p>
            <a:r>
              <a:rPr lang="en-US" dirty="0"/>
              <a:t>Difference between IDA* and ID-DFS</a:t>
            </a:r>
            <a:endParaRPr lang="en-PK" dirty="0"/>
          </a:p>
        </p:txBody>
      </p:sp>
    </p:spTree>
    <p:extLst>
      <p:ext uri="{BB962C8B-B14F-4D97-AF65-F5344CB8AC3E}">
        <p14:creationId xmlns:p14="http://schemas.microsoft.com/office/powerpoint/2010/main" val="3151867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32458-D3BF-D53F-594C-7702FD56A4D8}"/>
              </a:ext>
            </a:extLst>
          </p:cNvPr>
          <p:cNvSpPr>
            <a:spLocks noGrp="1"/>
          </p:cNvSpPr>
          <p:nvPr>
            <p:ph type="title"/>
          </p:nvPr>
        </p:nvSpPr>
        <p:spPr/>
        <p:txBody>
          <a:bodyPr/>
          <a:lstStyle/>
          <a:p>
            <a:r>
              <a:rPr lang="en-US" dirty="0"/>
              <a:t>Key points</a:t>
            </a:r>
            <a:endParaRPr lang="en-PK" dirty="0"/>
          </a:p>
        </p:txBody>
      </p:sp>
      <p:pic>
        <p:nvPicPr>
          <p:cNvPr id="3" name="Picture 2">
            <a:extLst>
              <a:ext uri="{FF2B5EF4-FFF2-40B4-BE49-F238E27FC236}">
                <a16:creationId xmlns:a16="http://schemas.microsoft.com/office/drawing/2014/main" id="{A7C2EEDB-6716-4D27-0A80-8B20A1F97831}"/>
              </a:ext>
            </a:extLst>
          </p:cNvPr>
          <p:cNvPicPr>
            <a:picLocks noChangeAspect="1"/>
          </p:cNvPicPr>
          <p:nvPr/>
        </p:nvPicPr>
        <p:blipFill>
          <a:blip r:embed="rId2"/>
          <a:stretch>
            <a:fillRect/>
          </a:stretch>
        </p:blipFill>
        <p:spPr>
          <a:xfrm>
            <a:off x="379989" y="1933575"/>
            <a:ext cx="11055724" cy="3638886"/>
          </a:xfrm>
          <a:prstGeom prst="rect">
            <a:avLst/>
          </a:prstGeom>
        </p:spPr>
      </p:pic>
    </p:spTree>
    <p:extLst>
      <p:ext uri="{BB962C8B-B14F-4D97-AF65-F5344CB8AC3E}">
        <p14:creationId xmlns:p14="http://schemas.microsoft.com/office/powerpoint/2010/main" val="42250055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685BF-58CE-3933-04B1-38453379E1A3}"/>
              </a:ext>
            </a:extLst>
          </p:cNvPr>
          <p:cNvSpPr>
            <a:spLocks noGrp="1"/>
          </p:cNvSpPr>
          <p:nvPr>
            <p:ph type="title"/>
          </p:nvPr>
        </p:nvSpPr>
        <p:spPr/>
        <p:txBody>
          <a:bodyPr/>
          <a:lstStyle/>
          <a:p>
            <a:r>
              <a:rPr lang="en-US" dirty="0"/>
              <a:t>Evaluation Function</a:t>
            </a:r>
            <a:endParaRPr lang="en-PK" dirty="0"/>
          </a:p>
        </p:txBody>
      </p:sp>
      <p:pic>
        <p:nvPicPr>
          <p:cNvPr id="3" name="Picture 2">
            <a:extLst>
              <a:ext uri="{FF2B5EF4-FFF2-40B4-BE49-F238E27FC236}">
                <a16:creationId xmlns:a16="http://schemas.microsoft.com/office/drawing/2014/main" id="{29B085AA-DA36-78AB-8432-B78C18DC3C45}"/>
              </a:ext>
            </a:extLst>
          </p:cNvPr>
          <p:cNvPicPr>
            <a:picLocks noChangeAspect="1"/>
          </p:cNvPicPr>
          <p:nvPr/>
        </p:nvPicPr>
        <p:blipFill>
          <a:blip r:embed="rId2"/>
          <a:stretch>
            <a:fillRect/>
          </a:stretch>
        </p:blipFill>
        <p:spPr>
          <a:xfrm>
            <a:off x="1186946" y="1946797"/>
            <a:ext cx="10702834" cy="3582633"/>
          </a:xfrm>
          <a:prstGeom prst="rect">
            <a:avLst/>
          </a:prstGeom>
        </p:spPr>
      </p:pic>
    </p:spTree>
    <p:extLst>
      <p:ext uri="{BB962C8B-B14F-4D97-AF65-F5344CB8AC3E}">
        <p14:creationId xmlns:p14="http://schemas.microsoft.com/office/powerpoint/2010/main" val="24124803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F6B318-CCFD-2C1E-8E04-FFFA8F6F62E3}"/>
              </a:ext>
            </a:extLst>
          </p:cNvPr>
          <p:cNvSpPr>
            <a:spLocks noGrp="1"/>
          </p:cNvSpPr>
          <p:nvPr>
            <p:ph type="title"/>
          </p:nvPr>
        </p:nvSpPr>
        <p:spPr>
          <a:xfrm>
            <a:off x="838200" y="-183521"/>
            <a:ext cx="10515600" cy="1325563"/>
          </a:xfrm>
        </p:spPr>
        <p:txBody>
          <a:bodyPr/>
          <a:lstStyle/>
          <a:p>
            <a:r>
              <a:rPr lang="en-US" dirty="0"/>
              <a:t>How IDA* works?</a:t>
            </a:r>
            <a:endParaRPr lang="en-PK" dirty="0"/>
          </a:p>
        </p:txBody>
      </p:sp>
      <p:pic>
        <p:nvPicPr>
          <p:cNvPr id="3" name="Picture 2">
            <a:extLst>
              <a:ext uri="{FF2B5EF4-FFF2-40B4-BE49-F238E27FC236}">
                <a16:creationId xmlns:a16="http://schemas.microsoft.com/office/drawing/2014/main" id="{CE76FBA3-7F66-4251-7270-ED302C4E420D}"/>
              </a:ext>
            </a:extLst>
          </p:cNvPr>
          <p:cNvPicPr>
            <a:picLocks noChangeAspect="1"/>
          </p:cNvPicPr>
          <p:nvPr/>
        </p:nvPicPr>
        <p:blipFill>
          <a:blip r:embed="rId2"/>
          <a:stretch>
            <a:fillRect/>
          </a:stretch>
        </p:blipFill>
        <p:spPr>
          <a:xfrm>
            <a:off x="1304252" y="1084002"/>
            <a:ext cx="9239250" cy="5572125"/>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C7E2131E-7A35-91A5-C04A-C1A2558F7131}"/>
                  </a:ext>
                </a:extLst>
              </p14:cNvPr>
              <p14:cNvContentPartPr/>
              <p14:nvPr/>
            </p14:nvContentPartPr>
            <p14:xfrm>
              <a:off x="6163556" y="1659413"/>
              <a:ext cx="530640" cy="69120"/>
            </p14:xfrm>
          </p:contentPart>
        </mc:Choice>
        <mc:Fallback xmlns="">
          <p:pic>
            <p:nvPicPr>
              <p:cNvPr id="4" name="Ink 3">
                <a:extLst>
                  <a:ext uri="{FF2B5EF4-FFF2-40B4-BE49-F238E27FC236}">
                    <a16:creationId xmlns:a16="http://schemas.microsoft.com/office/drawing/2014/main" id="{C7E2131E-7A35-91A5-C04A-C1A2558F7131}"/>
                  </a:ext>
                </a:extLst>
              </p:cNvPr>
              <p:cNvPicPr/>
              <p:nvPr/>
            </p:nvPicPr>
            <p:blipFill>
              <a:blip r:embed="rId4"/>
              <a:stretch>
                <a:fillRect/>
              </a:stretch>
            </p:blipFill>
            <p:spPr>
              <a:xfrm>
                <a:off x="6157436" y="1653293"/>
                <a:ext cx="542880" cy="81360"/>
              </a:xfrm>
              <a:prstGeom prst="rect">
                <a:avLst/>
              </a:prstGeom>
            </p:spPr>
          </p:pic>
        </mc:Fallback>
      </mc:AlternateContent>
      <p:grpSp>
        <p:nvGrpSpPr>
          <p:cNvPr id="13" name="Group 12">
            <a:extLst>
              <a:ext uri="{FF2B5EF4-FFF2-40B4-BE49-F238E27FC236}">
                <a16:creationId xmlns:a16="http://schemas.microsoft.com/office/drawing/2014/main" id="{25AF7239-FDB1-526B-BBFB-11C7C76BE67E}"/>
              </a:ext>
            </a:extLst>
          </p:cNvPr>
          <p:cNvGrpSpPr/>
          <p:nvPr/>
        </p:nvGrpSpPr>
        <p:grpSpPr>
          <a:xfrm>
            <a:off x="7189196" y="959573"/>
            <a:ext cx="1831680" cy="589680"/>
            <a:chOff x="7189196" y="959573"/>
            <a:chExt cx="1831680" cy="589680"/>
          </a:xfrm>
        </p:grpSpPr>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62E99985-9DC6-6AEA-66B2-AA6D4132A163}"/>
                    </a:ext>
                  </a:extLst>
                </p14:cNvPr>
                <p14:cNvContentPartPr/>
                <p14:nvPr/>
              </p14:nvContentPartPr>
              <p14:xfrm>
                <a:off x="7189196" y="1130213"/>
                <a:ext cx="828360" cy="419040"/>
              </p14:xfrm>
            </p:contentPart>
          </mc:Choice>
          <mc:Fallback xmlns="">
            <p:pic>
              <p:nvPicPr>
                <p:cNvPr id="5" name="Ink 4">
                  <a:extLst>
                    <a:ext uri="{FF2B5EF4-FFF2-40B4-BE49-F238E27FC236}">
                      <a16:creationId xmlns:a16="http://schemas.microsoft.com/office/drawing/2014/main" id="{62E99985-9DC6-6AEA-66B2-AA6D4132A163}"/>
                    </a:ext>
                  </a:extLst>
                </p:cNvPr>
                <p:cNvPicPr/>
                <p:nvPr/>
              </p:nvPicPr>
              <p:blipFill>
                <a:blip r:embed="rId6"/>
                <a:stretch>
                  <a:fillRect/>
                </a:stretch>
              </p:blipFill>
              <p:spPr>
                <a:xfrm>
                  <a:off x="7183076" y="1124093"/>
                  <a:ext cx="840600" cy="4312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68A91EB5-235A-4D62-518F-626B1E589A49}"/>
                    </a:ext>
                  </a:extLst>
                </p14:cNvPr>
                <p14:cNvContentPartPr/>
                <p14:nvPr/>
              </p14:nvContentPartPr>
              <p14:xfrm>
                <a:off x="8049236" y="1200413"/>
                <a:ext cx="240120" cy="144000"/>
              </p14:xfrm>
            </p:contentPart>
          </mc:Choice>
          <mc:Fallback xmlns="">
            <p:pic>
              <p:nvPicPr>
                <p:cNvPr id="6" name="Ink 5">
                  <a:extLst>
                    <a:ext uri="{FF2B5EF4-FFF2-40B4-BE49-F238E27FC236}">
                      <a16:creationId xmlns:a16="http://schemas.microsoft.com/office/drawing/2014/main" id="{68A91EB5-235A-4D62-518F-626B1E589A49}"/>
                    </a:ext>
                  </a:extLst>
                </p:cNvPr>
                <p:cNvPicPr/>
                <p:nvPr/>
              </p:nvPicPr>
              <p:blipFill>
                <a:blip r:embed="rId8"/>
                <a:stretch>
                  <a:fillRect/>
                </a:stretch>
              </p:blipFill>
              <p:spPr>
                <a:xfrm>
                  <a:off x="8043116" y="1194293"/>
                  <a:ext cx="25236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57D489EE-FF20-28BC-31AB-BEDBDE9849F4}"/>
                    </a:ext>
                  </a:extLst>
                </p14:cNvPr>
                <p14:cNvContentPartPr/>
                <p14:nvPr/>
              </p14:nvContentPartPr>
              <p14:xfrm>
                <a:off x="8410676" y="1079813"/>
                <a:ext cx="149040" cy="205560"/>
              </p14:xfrm>
            </p:contentPart>
          </mc:Choice>
          <mc:Fallback xmlns="">
            <p:pic>
              <p:nvPicPr>
                <p:cNvPr id="7" name="Ink 6">
                  <a:extLst>
                    <a:ext uri="{FF2B5EF4-FFF2-40B4-BE49-F238E27FC236}">
                      <a16:creationId xmlns:a16="http://schemas.microsoft.com/office/drawing/2014/main" id="{57D489EE-FF20-28BC-31AB-BEDBDE9849F4}"/>
                    </a:ext>
                  </a:extLst>
                </p:cNvPr>
                <p:cNvPicPr/>
                <p:nvPr/>
              </p:nvPicPr>
              <p:blipFill>
                <a:blip r:embed="rId10"/>
                <a:stretch>
                  <a:fillRect/>
                </a:stretch>
              </p:blipFill>
              <p:spPr>
                <a:xfrm>
                  <a:off x="8404556" y="1073693"/>
                  <a:ext cx="161280" cy="2178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9" name="Ink 8">
                  <a:extLst>
                    <a:ext uri="{FF2B5EF4-FFF2-40B4-BE49-F238E27FC236}">
                      <a16:creationId xmlns:a16="http://schemas.microsoft.com/office/drawing/2014/main" id="{3C246797-FBA5-FDF2-B336-3AB11808D3A7}"/>
                    </a:ext>
                  </a:extLst>
                </p14:cNvPr>
                <p14:cNvContentPartPr/>
                <p14:nvPr/>
              </p14:nvContentPartPr>
              <p14:xfrm>
                <a:off x="8646836" y="1106453"/>
                <a:ext cx="118440" cy="109800"/>
              </p14:xfrm>
            </p:contentPart>
          </mc:Choice>
          <mc:Fallback xmlns="">
            <p:pic>
              <p:nvPicPr>
                <p:cNvPr id="9" name="Ink 8">
                  <a:extLst>
                    <a:ext uri="{FF2B5EF4-FFF2-40B4-BE49-F238E27FC236}">
                      <a16:creationId xmlns:a16="http://schemas.microsoft.com/office/drawing/2014/main" id="{3C246797-FBA5-FDF2-B336-3AB11808D3A7}"/>
                    </a:ext>
                  </a:extLst>
                </p:cNvPr>
                <p:cNvPicPr/>
                <p:nvPr/>
              </p:nvPicPr>
              <p:blipFill>
                <a:blip r:embed="rId12"/>
                <a:stretch>
                  <a:fillRect/>
                </a:stretch>
              </p:blipFill>
              <p:spPr>
                <a:xfrm>
                  <a:off x="8640716" y="1100333"/>
                  <a:ext cx="13068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 name="Ink 9">
                  <a:extLst>
                    <a:ext uri="{FF2B5EF4-FFF2-40B4-BE49-F238E27FC236}">
                      <a16:creationId xmlns:a16="http://schemas.microsoft.com/office/drawing/2014/main" id="{87EB9791-AEA4-C227-F2AE-664F0648C1F4}"/>
                    </a:ext>
                  </a:extLst>
                </p14:cNvPr>
                <p14:cNvContentPartPr/>
                <p14:nvPr/>
              </p14:nvContentPartPr>
              <p14:xfrm>
                <a:off x="8805236" y="1054253"/>
                <a:ext cx="193680" cy="79200"/>
              </p14:xfrm>
            </p:contentPart>
          </mc:Choice>
          <mc:Fallback xmlns="">
            <p:pic>
              <p:nvPicPr>
                <p:cNvPr id="10" name="Ink 9">
                  <a:extLst>
                    <a:ext uri="{FF2B5EF4-FFF2-40B4-BE49-F238E27FC236}">
                      <a16:creationId xmlns:a16="http://schemas.microsoft.com/office/drawing/2014/main" id="{87EB9791-AEA4-C227-F2AE-664F0648C1F4}"/>
                    </a:ext>
                  </a:extLst>
                </p:cNvPr>
                <p:cNvPicPr/>
                <p:nvPr/>
              </p:nvPicPr>
              <p:blipFill>
                <a:blip r:embed="rId14"/>
                <a:stretch>
                  <a:fillRect/>
                </a:stretch>
              </p:blipFill>
              <p:spPr>
                <a:xfrm>
                  <a:off x="8799116" y="1048133"/>
                  <a:ext cx="205920" cy="914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2" name="Ink 11">
                  <a:extLst>
                    <a:ext uri="{FF2B5EF4-FFF2-40B4-BE49-F238E27FC236}">
                      <a16:creationId xmlns:a16="http://schemas.microsoft.com/office/drawing/2014/main" id="{B6CB138F-190F-D99F-4A46-38DF92C62C2B}"/>
                    </a:ext>
                  </a:extLst>
                </p14:cNvPr>
                <p14:cNvContentPartPr/>
                <p14:nvPr/>
              </p14:nvContentPartPr>
              <p14:xfrm>
                <a:off x="8895596" y="959573"/>
                <a:ext cx="125280" cy="312840"/>
              </p14:xfrm>
            </p:contentPart>
          </mc:Choice>
          <mc:Fallback xmlns="">
            <p:pic>
              <p:nvPicPr>
                <p:cNvPr id="12" name="Ink 11">
                  <a:extLst>
                    <a:ext uri="{FF2B5EF4-FFF2-40B4-BE49-F238E27FC236}">
                      <a16:creationId xmlns:a16="http://schemas.microsoft.com/office/drawing/2014/main" id="{B6CB138F-190F-D99F-4A46-38DF92C62C2B}"/>
                    </a:ext>
                  </a:extLst>
                </p:cNvPr>
                <p:cNvPicPr/>
                <p:nvPr/>
              </p:nvPicPr>
              <p:blipFill>
                <a:blip r:embed="rId16"/>
                <a:stretch>
                  <a:fillRect/>
                </a:stretch>
              </p:blipFill>
              <p:spPr>
                <a:xfrm>
                  <a:off x="8889476" y="953453"/>
                  <a:ext cx="137520" cy="3250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
            <p14:nvContentPartPr>
              <p14:cNvPr id="14" name="Ink 13">
                <a:extLst>
                  <a:ext uri="{FF2B5EF4-FFF2-40B4-BE49-F238E27FC236}">
                    <a16:creationId xmlns:a16="http://schemas.microsoft.com/office/drawing/2014/main" id="{B87BBAF9-0F3A-A0A9-3089-BB14F3004712}"/>
                  </a:ext>
                </a:extLst>
              </p14:cNvPr>
              <p14:cNvContentPartPr/>
              <p14:nvPr/>
            </p14:nvContentPartPr>
            <p14:xfrm>
              <a:off x="947876" y="3114173"/>
              <a:ext cx="6195240" cy="736560"/>
            </p14:xfrm>
          </p:contentPart>
        </mc:Choice>
        <mc:Fallback xmlns="">
          <p:pic>
            <p:nvPicPr>
              <p:cNvPr id="14" name="Ink 13">
                <a:extLst>
                  <a:ext uri="{FF2B5EF4-FFF2-40B4-BE49-F238E27FC236}">
                    <a16:creationId xmlns:a16="http://schemas.microsoft.com/office/drawing/2014/main" id="{B87BBAF9-0F3A-A0A9-3089-BB14F3004712}"/>
                  </a:ext>
                </a:extLst>
              </p:cNvPr>
              <p:cNvPicPr/>
              <p:nvPr/>
            </p:nvPicPr>
            <p:blipFill>
              <a:blip r:embed="rId18"/>
              <a:stretch>
                <a:fillRect/>
              </a:stretch>
            </p:blipFill>
            <p:spPr>
              <a:xfrm>
                <a:off x="941756" y="3108053"/>
                <a:ext cx="6207480" cy="748800"/>
              </a:xfrm>
              <a:prstGeom prst="rect">
                <a:avLst/>
              </a:prstGeom>
            </p:spPr>
          </p:pic>
        </mc:Fallback>
      </mc:AlternateContent>
      <p:grpSp>
        <p:nvGrpSpPr>
          <p:cNvPr id="22" name="Group 21">
            <a:extLst>
              <a:ext uri="{FF2B5EF4-FFF2-40B4-BE49-F238E27FC236}">
                <a16:creationId xmlns:a16="http://schemas.microsoft.com/office/drawing/2014/main" id="{9BF302E5-9966-1D2B-B0AB-B3B9C4EA4467}"/>
              </a:ext>
            </a:extLst>
          </p:cNvPr>
          <p:cNvGrpSpPr/>
          <p:nvPr/>
        </p:nvGrpSpPr>
        <p:grpSpPr>
          <a:xfrm>
            <a:off x="9998636" y="1524053"/>
            <a:ext cx="1120680" cy="583200"/>
            <a:chOff x="9998636" y="1524053"/>
            <a:chExt cx="1120680" cy="583200"/>
          </a:xfrm>
        </p:grpSpPr>
        <mc:AlternateContent xmlns:mc="http://schemas.openxmlformats.org/markup-compatibility/2006" xmlns:p14="http://schemas.microsoft.com/office/powerpoint/2010/main">
          <mc:Choice Requires="p14">
            <p:contentPart p14:bwMode="auto" r:id="rId19">
              <p14:nvContentPartPr>
                <p14:cNvPr id="17" name="Ink 16">
                  <a:extLst>
                    <a:ext uri="{FF2B5EF4-FFF2-40B4-BE49-F238E27FC236}">
                      <a16:creationId xmlns:a16="http://schemas.microsoft.com/office/drawing/2014/main" id="{51000C5A-1E2F-FDDD-CF5D-EBEE12D2E83D}"/>
                    </a:ext>
                  </a:extLst>
                </p14:cNvPr>
                <p14:cNvContentPartPr/>
                <p14:nvPr/>
              </p14:nvContentPartPr>
              <p14:xfrm>
                <a:off x="9998636" y="1681733"/>
                <a:ext cx="161640" cy="340920"/>
              </p14:xfrm>
            </p:contentPart>
          </mc:Choice>
          <mc:Fallback xmlns="">
            <p:pic>
              <p:nvPicPr>
                <p:cNvPr id="17" name="Ink 16">
                  <a:extLst>
                    <a:ext uri="{FF2B5EF4-FFF2-40B4-BE49-F238E27FC236}">
                      <a16:creationId xmlns:a16="http://schemas.microsoft.com/office/drawing/2014/main" id="{51000C5A-1E2F-FDDD-CF5D-EBEE12D2E83D}"/>
                    </a:ext>
                  </a:extLst>
                </p:cNvPr>
                <p:cNvPicPr/>
                <p:nvPr/>
              </p:nvPicPr>
              <p:blipFill>
                <a:blip r:embed="rId20"/>
                <a:stretch>
                  <a:fillRect/>
                </a:stretch>
              </p:blipFill>
              <p:spPr>
                <a:xfrm>
                  <a:off x="9992516" y="1675613"/>
                  <a:ext cx="173880" cy="35316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8" name="Ink 17">
                  <a:extLst>
                    <a:ext uri="{FF2B5EF4-FFF2-40B4-BE49-F238E27FC236}">
                      <a16:creationId xmlns:a16="http://schemas.microsoft.com/office/drawing/2014/main" id="{44E5772B-331A-A237-377F-80FEF9B3EB19}"/>
                    </a:ext>
                  </a:extLst>
                </p14:cNvPr>
                <p14:cNvContentPartPr/>
                <p14:nvPr/>
              </p14:nvContentPartPr>
              <p14:xfrm>
                <a:off x="10317956" y="1648253"/>
                <a:ext cx="307080" cy="459000"/>
              </p14:xfrm>
            </p:contentPart>
          </mc:Choice>
          <mc:Fallback xmlns="">
            <p:pic>
              <p:nvPicPr>
                <p:cNvPr id="18" name="Ink 17">
                  <a:extLst>
                    <a:ext uri="{FF2B5EF4-FFF2-40B4-BE49-F238E27FC236}">
                      <a16:creationId xmlns:a16="http://schemas.microsoft.com/office/drawing/2014/main" id="{44E5772B-331A-A237-377F-80FEF9B3EB19}"/>
                    </a:ext>
                  </a:extLst>
                </p:cNvPr>
                <p:cNvPicPr/>
                <p:nvPr/>
              </p:nvPicPr>
              <p:blipFill>
                <a:blip r:embed="rId22"/>
                <a:stretch>
                  <a:fillRect/>
                </a:stretch>
              </p:blipFill>
              <p:spPr>
                <a:xfrm>
                  <a:off x="10311836" y="1642133"/>
                  <a:ext cx="319320" cy="4712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1" name="Ink 20">
                  <a:extLst>
                    <a:ext uri="{FF2B5EF4-FFF2-40B4-BE49-F238E27FC236}">
                      <a16:creationId xmlns:a16="http://schemas.microsoft.com/office/drawing/2014/main" id="{E7390EF9-3AF3-E530-C50B-6BFC00174ED3}"/>
                    </a:ext>
                  </a:extLst>
                </p14:cNvPr>
                <p14:cNvContentPartPr/>
                <p14:nvPr/>
              </p14:nvContentPartPr>
              <p14:xfrm>
                <a:off x="10487516" y="1524053"/>
                <a:ext cx="631800" cy="208440"/>
              </p14:xfrm>
            </p:contentPart>
          </mc:Choice>
          <mc:Fallback xmlns="">
            <p:pic>
              <p:nvPicPr>
                <p:cNvPr id="21" name="Ink 20">
                  <a:extLst>
                    <a:ext uri="{FF2B5EF4-FFF2-40B4-BE49-F238E27FC236}">
                      <a16:creationId xmlns:a16="http://schemas.microsoft.com/office/drawing/2014/main" id="{E7390EF9-3AF3-E530-C50B-6BFC00174ED3}"/>
                    </a:ext>
                  </a:extLst>
                </p:cNvPr>
                <p:cNvPicPr/>
                <p:nvPr/>
              </p:nvPicPr>
              <p:blipFill>
                <a:blip r:embed="rId24"/>
                <a:stretch>
                  <a:fillRect/>
                </a:stretch>
              </p:blipFill>
              <p:spPr>
                <a:xfrm>
                  <a:off x="10481396" y="1517933"/>
                  <a:ext cx="644040" cy="220680"/>
                </a:xfrm>
                <a:prstGeom prst="rect">
                  <a:avLst/>
                </a:prstGeom>
              </p:spPr>
            </p:pic>
          </mc:Fallback>
        </mc:AlternateContent>
      </p:grpSp>
      <p:grpSp>
        <p:nvGrpSpPr>
          <p:cNvPr id="25" name="Group 24">
            <a:extLst>
              <a:ext uri="{FF2B5EF4-FFF2-40B4-BE49-F238E27FC236}">
                <a16:creationId xmlns:a16="http://schemas.microsoft.com/office/drawing/2014/main" id="{68D69931-C91F-1568-A862-3A3B7BE347B8}"/>
              </a:ext>
            </a:extLst>
          </p:cNvPr>
          <p:cNvGrpSpPr/>
          <p:nvPr/>
        </p:nvGrpSpPr>
        <p:grpSpPr>
          <a:xfrm>
            <a:off x="9572756" y="225893"/>
            <a:ext cx="417960" cy="270360"/>
            <a:chOff x="9572756" y="225893"/>
            <a:chExt cx="417960" cy="270360"/>
          </a:xfrm>
        </p:grpSpPr>
        <mc:AlternateContent xmlns:mc="http://schemas.openxmlformats.org/markup-compatibility/2006" xmlns:p14="http://schemas.microsoft.com/office/powerpoint/2010/main">
          <mc:Choice Requires="p14">
            <p:contentPart p14:bwMode="auto" r:id="rId25">
              <p14:nvContentPartPr>
                <p14:cNvPr id="23" name="Ink 22">
                  <a:extLst>
                    <a:ext uri="{FF2B5EF4-FFF2-40B4-BE49-F238E27FC236}">
                      <a16:creationId xmlns:a16="http://schemas.microsoft.com/office/drawing/2014/main" id="{7C63C3CA-15E2-9F0A-DA49-67CEFAE6556B}"/>
                    </a:ext>
                  </a:extLst>
                </p14:cNvPr>
                <p14:cNvContentPartPr/>
                <p14:nvPr/>
              </p14:nvContentPartPr>
              <p14:xfrm>
                <a:off x="9572756" y="225893"/>
                <a:ext cx="34920" cy="270360"/>
              </p14:xfrm>
            </p:contentPart>
          </mc:Choice>
          <mc:Fallback xmlns="">
            <p:pic>
              <p:nvPicPr>
                <p:cNvPr id="23" name="Ink 22">
                  <a:extLst>
                    <a:ext uri="{FF2B5EF4-FFF2-40B4-BE49-F238E27FC236}">
                      <a16:creationId xmlns:a16="http://schemas.microsoft.com/office/drawing/2014/main" id="{7C63C3CA-15E2-9F0A-DA49-67CEFAE6556B}"/>
                    </a:ext>
                  </a:extLst>
                </p:cNvPr>
                <p:cNvPicPr/>
                <p:nvPr/>
              </p:nvPicPr>
              <p:blipFill>
                <a:blip r:embed="rId26"/>
                <a:stretch>
                  <a:fillRect/>
                </a:stretch>
              </p:blipFill>
              <p:spPr>
                <a:xfrm>
                  <a:off x="9566636" y="219773"/>
                  <a:ext cx="47160" cy="2826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24" name="Ink 23">
                  <a:extLst>
                    <a:ext uri="{FF2B5EF4-FFF2-40B4-BE49-F238E27FC236}">
                      <a16:creationId xmlns:a16="http://schemas.microsoft.com/office/drawing/2014/main" id="{01A8EC1E-8E10-532B-EED3-20C86F26556E}"/>
                    </a:ext>
                  </a:extLst>
                </p14:cNvPr>
                <p14:cNvContentPartPr/>
                <p14:nvPr/>
              </p14:nvContentPartPr>
              <p14:xfrm>
                <a:off x="9819356" y="266933"/>
                <a:ext cx="171360" cy="175320"/>
              </p14:xfrm>
            </p:contentPart>
          </mc:Choice>
          <mc:Fallback xmlns="">
            <p:pic>
              <p:nvPicPr>
                <p:cNvPr id="24" name="Ink 23">
                  <a:extLst>
                    <a:ext uri="{FF2B5EF4-FFF2-40B4-BE49-F238E27FC236}">
                      <a16:creationId xmlns:a16="http://schemas.microsoft.com/office/drawing/2014/main" id="{01A8EC1E-8E10-532B-EED3-20C86F26556E}"/>
                    </a:ext>
                  </a:extLst>
                </p:cNvPr>
                <p:cNvPicPr/>
                <p:nvPr/>
              </p:nvPicPr>
              <p:blipFill>
                <a:blip r:embed="rId28"/>
                <a:stretch>
                  <a:fillRect/>
                </a:stretch>
              </p:blipFill>
              <p:spPr>
                <a:xfrm>
                  <a:off x="9813236" y="260813"/>
                  <a:ext cx="183600" cy="187560"/>
                </a:xfrm>
                <a:prstGeom prst="rect">
                  <a:avLst/>
                </a:prstGeom>
              </p:spPr>
            </p:pic>
          </mc:Fallback>
        </mc:AlternateContent>
      </p:grpSp>
      <p:grpSp>
        <p:nvGrpSpPr>
          <p:cNvPr id="29" name="Group 28">
            <a:extLst>
              <a:ext uri="{FF2B5EF4-FFF2-40B4-BE49-F238E27FC236}">
                <a16:creationId xmlns:a16="http://schemas.microsoft.com/office/drawing/2014/main" id="{7E250B79-CC03-11CD-FB0A-20FE7F987189}"/>
              </a:ext>
            </a:extLst>
          </p:cNvPr>
          <p:cNvGrpSpPr/>
          <p:nvPr/>
        </p:nvGrpSpPr>
        <p:grpSpPr>
          <a:xfrm>
            <a:off x="10069196" y="1012853"/>
            <a:ext cx="791640" cy="489240"/>
            <a:chOff x="10069196" y="1012853"/>
            <a:chExt cx="791640" cy="489240"/>
          </a:xfrm>
        </p:grpSpPr>
        <mc:AlternateContent xmlns:mc="http://schemas.openxmlformats.org/markup-compatibility/2006" xmlns:p14="http://schemas.microsoft.com/office/powerpoint/2010/main">
          <mc:Choice Requires="p14">
            <p:contentPart p14:bwMode="auto" r:id="rId29">
              <p14:nvContentPartPr>
                <p14:cNvPr id="15" name="Ink 14">
                  <a:extLst>
                    <a:ext uri="{FF2B5EF4-FFF2-40B4-BE49-F238E27FC236}">
                      <a16:creationId xmlns:a16="http://schemas.microsoft.com/office/drawing/2014/main" id="{0D733D87-6D74-9E8D-1410-77E5A77B4F0F}"/>
                    </a:ext>
                  </a:extLst>
                </p14:cNvPr>
                <p14:cNvContentPartPr/>
                <p14:nvPr/>
              </p14:nvContentPartPr>
              <p14:xfrm>
                <a:off x="10158476" y="1072973"/>
                <a:ext cx="170640" cy="321480"/>
              </p14:xfrm>
            </p:contentPart>
          </mc:Choice>
          <mc:Fallback xmlns="">
            <p:pic>
              <p:nvPicPr>
                <p:cNvPr id="15" name="Ink 14">
                  <a:extLst>
                    <a:ext uri="{FF2B5EF4-FFF2-40B4-BE49-F238E27FC236}">
                      <a16:creationId xmlns:a16="http://schemas.microsoft.com/office/drawing/2014/main" id="{0D733D87-6D74-9E8D-1410-77E5A77B4F0F}"/>
                    </a:ext>
                  </a:extLst>
                </p:cNvPr>
                <p:cNvPicPr/>
                <p:nvPr/>
              </p:nvPicPr>
              <p:blipFill>
                <a:blip r:embed="rId30"/>
                <a:stretch>
                  <a:fillRect/>
                </a:stretch>
              </p:blipFill>
              <p:spPr>
                <a:xfrm>
                  <a:off x="10152356" y="1066853"/>
                  <a:ext cx="182880" cy="33372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6" name="Ink 15">
                  <a:extLst>
                    <a:ext uri="{FF2B5EF4-FFF2-40B4-BE49-F238E27FC236}">
                      <a16:creationId xmlns:a16="http://schemas.microsoft.com/office/drawing/2014/main" id="{F0FD5C22-07A5-9FE4-5743-7CBC37C8EFDD}"/>
                    </a:ext>
                  </a:extLst>
                </p14:cNvPr>
                <p14:cNvContentPartPr/>
                <p14:nvPr/>
              </p14:nvContentPartPr>
              <p14:xfrm>
                <a:off x="10137236" y="1229933"/>
                <a:ext cx="134640" cy="34560"/>
              </p14:xfrm>
            </p:contentPart>
          </mc:Choice>
          <mc:Fallback xmlns="">
            <p:pic>
              <p:nvPicPr>
                <p:cNvPr id="16" name="Ink 15">
                  <a:extLst>
                    <a:ext uri="{FF2B5EF4-FFF2-40B4-BE49-F238E27FC236}">
                      <a16:creationId xmlns:a16="http://schemas.microsoft.com/office/drawing/2014/main" id="{F0FD5C22-07A5-9FE4-5743-7CBC37C8EFDD}"/>
                    </a:ext>
                  </a:extLst>
                </p:cNvPr>
                <p:cNvPicPr/>
                <p:nvPr/>
              </p:nvPicPr>
              <p:blipFill>
                <a:blip r:embed="rId32"/>
                <a:stretch>
                  <a:fillRect/>
                </a:stretch>
              </p:blipFill>
              <p:spPr>
                <a:xfrm>
                  <a:off x="10131116" y="1223813"/>
                  <a:ext cx="14688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6" name="Ink 25">
                  <a:extLst>
                    <a:ext uri="{FF2B5EF4-FFF2-40B4-BE49-F238E27FC236}">
                      <a16:creationId xmlns:a16="http://schemas.microsoft.com/office/drawing/2014/main" id="{E94FDC49-D349-CBF0-38BE-64108FA1C6BB}"/>
                    </a:ext>
                  </a:extLst>
                </p14:cNvPr>
                <p14:cNvContentPartPr/>
                <p14:nvPr/>
              </p14:nvContentPartPr>
              <p14:xfrm>
                <a:off x="10069196" y="1337933"/>
                <a:ext cx="335880" cy="164160"/>
              </p14:xfrm>
            </p:contentPart>
          </mc:Choice>
          <mc:Fallback xmlns="">
            <p:pic>
              <p:nvPicPr>
                <p:cNvPr id="26" name="Ink 25">
                  <a:extLst>
                    <a:ext uri="{FF2B5EF4-FFF2-40B4-BE49-F238E27FC236}">
                      <a16:creationId xmlns:a16="http://schemas.microsoft.com/office/drawing/2014/main" id="{E94FDC49-D349-CBF0-38BE-64108FA1C6BB}"/>
                    </a:ext>
                  </a:extLst>
                </p:cNvPr>
                <p:cNvPicPr/>
                <p:nvPr/>
              </p:nvPicPr>
              <p:blipFill>
                <a:blip r:embed="rId34"/>
                <a:stretch>
                  <a:fillRect/>
                </a:stretch>
              </p:blipFill>
              <p:spPr>
                <a:xfrm>
                  <a:off x="10063076" y="1331813"/>
                  <a:ext cx="34812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7" name="Ink 26">
                  <a:extLst>
                    <a:ext uri="{FF2B5EF4-FFF2-40B4-BE49-F238E27FC236}">
                      <a16:creationId xmlns:a16="http://schemas.microsoft.com/office/drawing/2014/main" id="{FE6FBDE5-DE98-8BCC-0F9E-62E2F6BE5D3C}"/>
                    </a:ext>
                  </a:extLst>
                </p14:cNvPr>
                <p14:cNvContentPartPr/>
                <p14:nvPr/>
              </p14:nvContentPartPr>
              <p14:xfrm>
                <a:off x="10487516" y="1094933"/>
                <a:ext cx="50400" cy="163440"/>
              </p14:xfrm>
            </p:contentPart>
          </mc:Choice>
          <mc:Fallback xmlns="">
            <p:pic>
              <p:nvPicPr>
                <p:cNvPr id="27" name="Ink 26">
                  <a:extLst>
                    <a:ext uri="{FF2B5EF4-FFF2-40B4-BE49-F238E27FC236}">
                      <a16:creationId xmlns:a16="http://schemas.microsoft.com/office/drawing/2014/main" id="{FE6FBDE5-DE98-8BCC-0F9E-62E2F6BE5D3C}"/>
                    </a:ext>
                  </a:extLst>
                </p:cNvPr>
                <p:cNvPicPr/>
                <p:nvPr/>
              </p:nvPicPr>
              <p:blipFill>
                <a:blip r:embed="rId36"/>
                <a:stretch>
                  <a:fillRect/>
                </a:stretch>
              </p:blipFill>
              <p:spPr>
                <a:xfrm>
                  <a:off x="10481396" y="1088813"/>
                  <a:ext cx="62640" cy="1756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8" name="Ink 27">
                  <a:extLst>
                    <a:ext uri="{FF2B5EF4-FFF2-40B4-BE49-F238E27FC236}">
                      <a16:creationId xmlns:a16="http://schemas.microsoft.com/office/drawing/2014/main" id="{19887D33-5321-B68A-7E1C-7922889344DB}"/>
                    </a:ext>
                  </a:extLst>
                </p14:cNvPr>
                <p14:cNvContentPartPr/>
                <p14:nvPr/>
              </p14:nvContentPartPr>
              <p14:xfrm>
                <a:off x="10667516" y="1012853"/>
                <a:ext cx="193320" cy="207720"/>
              </p14:xfrm>
            </p:contentPart>
          </mc:Choice>
          <mc:Fallback xmlns="">
            <p:pic>
              <p:nvPicPr>
                <p:cNvPr id="28" name="Ink 27">
                  <a:extLst>
                    <a:ext uri="{FF2B5EF4-FFF2-40B4-BE49-F238E27FC236}">
                      <a16:creationId xmlns:a16="http://schemas.microsoft.com/office/drawing/2014/main" id="{19887D33-5321-B68A-7E1C-7922889344DB}"/>
                    </a:ext>
                  </a:extLst>
                </p:cNvPr>
                <p:cNvPicPr/>
                <p:nvPr/>
              </p:nvPicPr>
              <p:blipFill>
                <a:blip r:embed="rId38"/>
                <a:stretch>
                  <a:fillRect/>
                </a:stretch>
              </p:blipFill>
              <p:spPr>
                <a:xfrm>
                  <a:off x="10661396" y="1006733"/>
                  <a:ext cx="205560" cy="219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9">
            <p14:nvContentPartPr>
              <p14:cNvPr id="30" name="Ink 29">
                <a:extLst>
                  <a:ext uri="{FF2B5EF4-FFF2-40B4-BE49-F238E27FC236}">
                    <a16:creationId xmlns:a16="http://schemas.microsoft.com/office/drawing/2014/main" id="{728AB982-2A1A-64D2-3F91-E569C48828C1}"/>
                  </a:ext>
                </a:extLst>
              </p14:cNvPr>
              <p14:cNvContentPartPr/>
              <p14:nvPr/>
            </p14:nvContentPartPr>
            <p14:xfrm>
              <a:off x="9843476" y="2077013"/>
              <a:ext cx="156600" cy="171360"/>
            </p14:xfrm>
          </p:contentPart>
        </mc:Choice>
        <mc:Fallback xmlns="">
          <p:pic>
            <p:nvPicPr>
              <p:cNvPr id="30" name="Ink 29">
                <a:extLst>
                  <a:ext uri="{FF2B5EF4-FFF2-40B4-BE49-F238E27FC236}">
                    <a16:creationId xmlns:a16="http://schemas.microsoft.com/office/drawing/2014/main" id="{728AB982-2A1A-64D2-3F91-E569C48828C1}"/>
                  </a:ext>
                </a:extLst>
              </p:cNvPr>
              <p:cNvPicPr/>
              <p:nvPr/>
            </p:nvPicPr>
            <p:blipFill>
              <a:blip r:embed="rId40"/>
              <a:stretch>
                <a:fillRect/>
              </a:stretch>
            </p:blipFill>
            <p:spPr>
              <a:xfrm>
                <a:off x="9837356" y="2070893"/>
                <a:ext cx="16884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8" name="Ink 37">
                <a:extLst>
                  <a:ext uri="{FF2B5EF4-FFF2-40B4-BE49-F238E27FC236}">
                    <a16:creationId xmlns:a16="http://schemas.microsoft.com/office/drawing/2014/main" id="{87714EFE-0F53-9473-0BC8-35DEC5C3FA1B}"/>
                  </a:ext>
                </a:extLst>
              </p14:cNvPr>
              <p14:cNvContentPartPr/>
              <p14:nvPr/>
            </p14:nvContentPartPr>
            <p14:xfrm>
              <a:off x="10549076" y="2178893"/>
              <a:ext cx="140760" cy="172080"/>
            </p14:xfrm>
          </p:contentPart>
        </mc:Choice>
        <mc:Fallback xmlns="">
          <p:pic>
            <p:nvPicPr>
              <p:cNvPr id="38" name="Ink 37">
                <a:extLst>
                  <a:ext uri="{FF2B5EF4-FFF2-40B4-BE49-F238E27FC236}">
                    <a16:creationId xmlns:a16="http://schemas.microsoft.com/office/drawing/2014/main" id="{87714EFE-0F53-9473-0BC8-35DEC5C3FA1B}"/>
                  </a:ext>
                </a:extLst>
              </p:cNvPr>
              <p:cNvPicPr/>
              <p:nvPr/>
            </p:nvPicPr>
            <p:blipFill>
              <a:blip r:embed="rId42"/>
              <a:stretch>
                <a:fillRect/>
              </a:stretch>
            </p:blipFill>
            <p:spPr>
              <a:xfrm>
                <a:off x="10542956" y="2172773"/>
                <a:ext cx="153000" cy="1843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39" name="Ink 38">
                <a:extLst>
                  <a:ext uri="{FF2B5EF4-FFF2-40B4-BE49-F238E27FC236}">
                    <a16:creationId xmlns:a16="http://schemas.microsoft.com/office/drawing/2014/main" id="{1AA820A4-FB6A-57FE-E53A-7CC37FBF5203}"/>
                  </a:ext>
                </a:extLst>
              </p14:cNvPr>
              <p14:cNvContentPartPr/>
              <p14:nvPr/>
            </p14:nvContentPartPr>
            <p14:xfrm>
              <a:off x="10712516" y="1975493"/>
              <a:ext cx="291240" cy="170280"/>
            </p14:xfrm>
          </p:contentPart>
        </mc:Choice>
        <mc:Fallback xmlns="">
          <p:pic>
            <p:nvPicPr>
              <p:cNvPr id="39" name="Ink 38">
                <a:extLst>
                  <a:ext uri="{FF2B5EF4-FFF2-40B4-BE49-F238E27FC236}">
                    <a16:creationId xmlns:a16="http://schemas.microsoft.com/office/drawing/2014/main" id="{1AA820A4-FB6A-57FE-E53A-7CC37FBF5203}"/>
                  </a:ext>
                </a:extLst>
              </p:cNvPr>
              <p:cNvPicPr/>
              <p:nvPr/>
            </p:nvPicPr>
            <p:blipFill>
              <a:blip r:embed="rId44"/>
              <a:stretch>
                <a:fillRect/>
              </a:stretch>
            </p:blipFill>
            <p:spPr>
              <a:xfrm>
                <a:off x="10706396" y="1969373"/>
                <a:ext cx="303480" cy="182520"/>
              </a:xfrm>
              <a:prstGeom prst="rect">
                <a:avLst/>
              </a:prstGeom>
            </p:spPr>
          </p:pic>
        </mc:Fallback>
      </mc:AlternateContent>
      <p:grpSp>
        <p:nvGrpSpPr>
          <p:cNvPr id="46" name="Group 45">
            <a:extLst>
              <a:ext uri="{FF2B5EF4-FFF2-40B4-BE49-F238E27FC236}">
                <a16:creationId xmlns:a16="http://schemas.microsoft.com/office/drawing/2014/main" id="{17378664-2681-862E-13D0-134C435AF386}"/>
              </a:ext>
            </a:extLst>
          </p:cNvPr>
          <p:cNvGrpSpPr/>
          <p:nvPr/>
        </p:nvGrpSpPr>
        <p:grpSpPr>
          <a:xfrm>
            <a:off x="8850236" y="2839493"/>
            <a:ext cx="1478880" cy="591120"/>
            <a:chOff x="8850236" y="2839493"/>
            <a:chExt cx="1478880" cy="591120"/>
          </a:xfrm>
        </p:grpSpPr>
        <mc:AlternateContent xmlns:mc="http://schemas.openxmlformats.org/markup-compatibility/2006" xmlns:p14="http://schemas.microsoft.com/office/powerpoint/2010/main">
          <mc:Choice Requires="p14">
            <p:contentPart p14:bwMode="auto" r:id="rId45">
              <p14:nvContentPartPr>
                <p14:cNvPr id="31" name="Ink 30">
                  <a:extLst>
                    <a:ext uri="{FF2B5EF4-FFF2-40B4-BE49-F238E27FC236}">
                      <a16:creationId xmlns:a16="http://schemas.microsoft.com/office/drawing/2014/main" id="{80EFFBAE-E522-9D5C-DFA7-0C803655D6CB}"/>
                    </a:ext>
                  </a:extLst>
                </p14:cNvPr>
                <p14:cNvContentPartPr/>
                <p14:nvPr/>
              </p14:nvContentPartPr>
              <p14:xfrm>
                <a:off x="8850236" y="3103013"/>
                <a:ext cx="207360" cy="228960"/>
              </p14:xfrm>
            </p:contentPart>
          </mc:Choice>
          <mc:Fallback xmlns="">
            <p:pic>
              <p:nvPicPr>
                <p:cNvPr id="31" name="Ink 30">
                  <a:extLst>
                    <a:ext uri="{FF2B5EF4-FFF2-40B4-BE49-F238E27FC236}">
                      <a16:creationId xmlns:a16="http://schemas.microsoft.com/office/drawing/2014/main" id="{80EFFBAE-E522-9D5C-DFA7-0C803655D6CB}"/>
                    </a:ext>
                  </a:extLst>
                </p:cNvPr>
                <p:cNvPicPr/>
                <p:nvPr/>
              </p:nvPicPr>
              <p:blipFill>
                <a:blip r:embed="rId46"/>
                <a:stretch>
                  <a:fillRect/>
                </a:stretch>
              </p:blipFill>
              <p:spPr>
                <a:xfrm>
                  <a:off x="8844116" y="3096893"/>
                  <a:ext cx="219600" cy="2412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32" name="Ink 31">
                  <a:extLst>
                    <a:ext uri="{FF2B5EF4-FFF2-40B4-BE49-F238E27FC236}">
                      <a16:creationId xmlns:a16="http://schemas.microsoft.com/office/drawing/2014/main" id="{8CFB4486-CAF6-C9C1-9BF5-AC6480DEEE16}"/>
                    </a:ext>
                  </a:extLst>
                </p14:cNvPr>
                <p14:cNvContentPartPr/>
                <p14:nvPr/>
              </p14:nvContentPartPr>
              <p14:xfrm>
                <a:off x="9177476" y="3232973"/>
                <a:ext cx="59040" cy="197640"/>
              </p14:xfrm>
            </p:contentPart>
          </mc:Choice>
          <mc:Fallback xmlns="">
            <p:pic>
              <p:nvPicPr>
                <p:cNvPr id="32" name="Ink 31">
                  <a:extLst>
                    <a:ext uri="{FF2B5EF4-FFF2-40B4-BE49-F238E27FC236}">
                      <a16:creationId xmlns:a16="http://schemas.microsoft.com/office/drawing/2014/main" id="{8CFB4486-CAF6-C9C1-9BF5-AC6480DEEE16}"/>
                    </a:ext>
                  </a:extLst>
                </p:cNvPr>
                <p:cNvPicPr/>
                <p:nvPr/>
              </p:nvPicPr>
              <p:blipFill>
                <a:blip r:embed="rId48"/>
                <a:stretch>
                  <a:fillRect/>
                </a:stretch>
              </p:blipFill>
              <p:spPr>
                <a:xfrm>
                  <a:off x="9171356" y="3226853"/>
                  <a:ext cx="7128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4" name="Ink 33">
                  <a:extLst>
                    <a:ext uri="{FF2B5EF4-FFF2-40B4-BE49-F238E27FC236}">
                      <a16:creationId xmlns:a16="http://schemas.microsoft.com/office/drawing/2014/main" id="{EC010495-59EC-A71A-6107-B723A5ED7C9F}"/>
                    </a:ext>
                  </a:extLst>
                </p14:cNvPr>
                <p14:cNvContentPartPr/>
                <p14:nvPr/>
              </p14:nvContentPartPr>
              <p14:xfrm>
                <a:off x="9313196" y="3014093"/>
                <a:ext cx="66240" cy="159120"/>
              </p14:xfrm>
            </p:contentPart>
          </mc:Choice>
          <mc:Fallback xmlns="">
            <p:pic>
              <p:nvPicPr>
                <p:cNvPr id="34" name="Ink 33">
                  <a:extLst>
                    <a:ext uri="{FF2B5EF4-FFF2-40B4-BE49-F238E27FC236}">
                      <a16:creationId xmlns:a16="http://schemas.microsoft.com/office/drawing/2014/main" id="{EC010495-59EC-A71A-6107-B723A5ED7C9F}"/>
                    </a:ext>
                  </a:extLst>
                </p:cNvPr>
                <p:cNvPicPr/>
                <p:nvPr/>
              </p:nvPicPr>
              <p:blipFill>
                <a:blip r:embed="rId50"/>
                <a:stretch>
                  <a:fillRect/>
                </a:stretch>
              </p:blipFill>
              <p:spPr>
                <a:xfrm>
                  <a:off x="9307076" y="3007973"/>
                  <a:ext cx="78480" cy="17136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5" name="Ink 34">
                  <a:extLst>
                    <a:ext uri="{FF2B5EF4-FFF2-40B4-BE49-F238E27FC236}">
                      <a16:creationId xmlns:a16="http://schemas.microsoft.com/office/drawing/2014/main" id="{752E4DF1-A43E-617F-9063-60FBA768A5CA}"/>
                    </a:ext>
                  </a:extLst>
                </p14:cNvPr>
                <p14:cNvContentPartPr/>
                <p14:nvPr/>
              </p14:nvContentPartPr>
              <p14:xfrm>
                <a:off x="9417596" y="3036413"/>
                <a:ext cx="158040" cy="236520"/>
              </p14:xfrm>
            </p:contentPart>
          </mc:Choice>
          <mc:Fallback xmlns="">
            <p:pic>
              <p:nvPicPr>
                <p:cNvPr id="35" name="Ink 34">
                  <a:extLst>
                    <a:ext uri="{FF2B5EF4-FFF2-40B4-BE49-F238E27FC236}">
                      <a16:creationId xmlns:a16="http://schemas.microsoft.com/office/drawing/2014/main" id="{752E4DF1-A43E-617F-9063-60FBA768A5CA}"/>
                    </a:ext>
                  </a:extLst>
                </p:cNvPr>
                <p:cNvPicPr/>
                <p:nvPr/>
              </p:nvPicPr>
              <p:blipFill>
                <a:blip r:embed="rId52"/>
                <a:stretch>
                  <a:fillRect/>
                </a:stretch>
              </p:blipFill>
              <p:spPr>
                <a:xfrm>
                  <a:off x="9411476" y="3030293"/>
                  <a:ext cx="170280" cy="24876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6" name="Ink 35">
                  <a:extLst>
                    <a:ext uri="{FF2B5EF4-FFF2-40B4-BE49-F238E27FC236}">
                      <a16:creationId xmlns:a16="http://schemas.microsoft.com/office/drawing/2014/main" id="{18820E31-637D-7BC4-6920-965176D2C98B}"/>
                    </a:ext>
                  </a:extLst>
                </p14:cNvPr>
                <p14:cNvContentPartPr/>
                <p14:nvPr/>
              </p14:nvContentPartPr>
              <p14:xfrm>
                <a:off x="9459716" y="2839493"/>
                <a:ext cx="118080" cy="163800"/>
              </p14:xfrm>
            </p:contentPart>
          </mc:Choice>
          <mc:Fallback xmlns="">
            <p:pic>
              <p:nvPicPr>
                <p:cNvPr id="36" name="Ink 35">
                  <a:extLst>
                    <a:ext uri="{FF2B5EF4-FFF2-40B4-BE49-F238E27FC236}">
                      <a16:creationId xmlns:a16="http://schemas.microsoft.com/office/drawing/2014/main" id="{18820E31-637D-7BC4-6920-965176D2C98B}"/>
                    </a:ext>
                  </a:extLst>
                </p:cNvPr>
                <p:cNvPicPr/>
                <p:nvPr/>
              </p:nvPicPr>
              <p:blipFill>
                <a:blip r:embed="rId54"/>
                <a:stretch>
                  <a:fillRect/>
                </a:stretch>
              </p:blipFill>
              <p:spPr>
                <a:xfrm>
                  <a:off x="9453596" y="2833373"/>
                  <a:ext cx="130320" cy="17604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40" name="Ink 39">
                  <a:extLst>
                    <a:ext uri="{FF2B5EF4-FFF2-40B4-BE49-F238E27FC236}">
                      <a16:creationId xmlns:a16="http://schemas.microsoft.com/office/drawing/2014/main" id="{7E8C2305-E5F1-A0D4-3921-5B623240230C}"/>
                    </a:ext>
                  </a:extLst>
                </p14:cNvPr>
                <p14:cNvContentPartPr/>
                <p14:nvPr/>
              </p14:nvContentPartPr>
              <p14:xfrm>
                <a:off x="9776156" y="2935253"/>
                <a:ext cx="23040" cy="282240"/>
              </p14:xfrm>
            </p:contentPart>
          </mc:Choice>
          <mc:Fallback xmlns="">
            <p:pic>
              <p:nvPicPr>
                <p:cNvPr id="40" name="Ink 39">
                  <a:extLst>
                    <a:ext uri="{FF2B5EF4-FFF2-40B4-BE49-F238E27FC236}">
                      <a16:creationId xmlns:a16="http://schemas.microsoft.com/office/drawing/2014/main" id="{7E8C2305-E5F1-A0D4-3921-5B623240230C}"/>
                    </a:ext>
                  </a:extLst>
                </p:cNvPr>
                <p:cNvPicPr/>
                <p:nvPr/>
              </p:nvPicPr>
              <p:blipFill>
                <a:blip r:embed="rId56"/>
                <a:stretch>
                  <a:fillRect/>
                </a:stretch>
              </p:blipFill>
              <p:spPr>
                <a:xfrm>
                  <a:off x="9770036" y="2929133"/>
                  <a:ext cx="3528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41" name="Ink 40">
                  <a:extLst>
                    <a:ext uri="{FF2B5EF4-FFF2-40B4-BE49-F238E27FC236}">
                      <a16:creationId xmlns:a16="http://schemas.microsoft.com/office/drawing/2014/main" id="{35A3BD59-9401-C57B-A314-649E64D29CA1}"/>
                    </a:ext>
                  </a:extLst>
                </p14:cNvPr>
                <p14:cNvContentPartPr/>
                <p14:nvPr/>
              </p14:nvContentPartPr>
              <p14:xfrm>
                <a:off x="9968036" y="2868653"/>
                <a:ext cx="361080" cy="207360"/>
              </p14:xfrm>
            </p:contentPart>
          </mc:Choice>
          <mc:Fallback xmlns="">
            <p:pic>
              <p:nvPicPr>
                <p:cNvPr id="41" name="Ink 40">
                  <a:extLst>
                    <a:ext uri="{FF2B5EF4-FFF2-40B4-BE49-F238E27FC236}">
                      <a16:creationId xmlns:a16="http://schemas.microsoft.com/office/drawing/2014/main" id="{35A3BD59-9401-C57B-A314-649E64D29CA1}"/>
                    </a:ext>
                  </a:extLst>
                </p:cNvPr>
                <p:cNvPicPr/>
                <p:nvPr/>
              </p:nvPicPr>
              <p:blipFill>
                <a:blip r:embed="rId58"/>
                <a:stretch>
                  <a:fillRect/>
                </a:stretch>
              </p:blipFill>
              <p:spPr>
                <a:xfrm>
                  <a:off x="9961916" y="2862533"/>
                  <a:ext cx="373320" cy="219600"/>
                </a:xfrm>
                <a:prstGeom prst="rect">
                  <a:avLst/>
                </a:prstGeom>
              </p:spPr>
            </p:pic>
          </mc:Fallback>
        </mc:AlternateContent>
      </p:grpSp>
      <p:grpSp>
        <p:nvGrpSpPr>
          <p:cNvPr id="52" name="Group 51">
            <a:extLst>
              <a:ext uri="{FF2B5EF4-FFF2-40B4-BE49-F238E27FC236}">
                <a16:creationId xmlns:a16="http://schemas.microsoft.com/office/drawing/2014/main" id="{C277664B-A28F-B042-3F09-A358038F1FD2}"/>
              </a:ext>
            </a:extLst>
          </p:cNvPr>
          <p:cNvGrpSpPr/>
          <p:nvPr/>
        </p:nvGrpSpPr>
        <p:grpSpPr>
          <a:xfrm>
            <a:off x="11164676" y="1747253"/>
            <a:ext cx="596880" cy="1040040"/>
            <a:chOff x="11164676" y="1747253"/>
            <a:chExt cx="596880" cy="1040040"/>
          </a:xfrm>
        </p:grpSpPr>
        <mc:AlternateContent xmlns:mc="http://schemas.openxmlformats.org/markup-compatibility/2006" xmlns:p14="http://schemas.microsoft.com/office/powerpoint/2010/main">
          <mc:Choice Requires="p14">
            <p:contentPart p14:bwMode="auto" r:id="rId59">
              <p14:nvContentPartPr>
                <p14:cNvPr id="42" name="Ink 41">
                  <a:extLst>
                    <a:ext uri="{FF2B5EF4-FFF2-40B4-BE49-F238E27FC236}">
                      <a16:creationId xmlns:a16="http://schemas.microsoft.com/office/drawing/2014/main" id="{0EC1F5C5-3CC1-55FC-1D51-1A6E0A8AA5AE}"/>
                    </a:ext>
                  </a:extLst>
                </p14:cNvPr>
                <p14:cNvContentPartPr/>
                <p14:nvPr/>
              </p14:nvContentPartPr>
              <p14:xfrm>
                <a:off x="11164676" y="1828613"/>
                <a:ext cx="172800" cy="265680"/>
              </p14:xfrm>
            </p:contentPart>
          </mc:Choice>
          <mc:Fallback xmlns="">
            <p:pic>
              <p:nvPicPr>
                <p:cNvPr id="42" name="Ink 41">
                  <a:extLst>
                    <a:ext uri="{FF2B5EF4-FFF2-40B4-BE49-F238E27FC236}">
                      <a16:creationId xmlns:a16="http://schemas.microsoft.com/office/drawing/2014/main" id="{0EC1F5C5-3CC1-55FC-1D51-1A6E0A8AA5AE}"/>
                    </a:ext>
                  </a:extLst>
                </p:cNvPr>
                <p:cNvPicPr/>
                <p:nvPr/>
              </p:nvPicPr>
              <p:blipFill>
                <a:blip r:embed="rId60"/>
                <a:stretch>
                  <a:fillRect/>
                </a:stretch>
              </p:blipFill>
              <p:spPr>
                <a:xfrm>
                  <a:off x="11158556" y="1822493"/>
                  <a:ext cx="185040" cy="27792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43" name="Ink 42">
                  <a:extLst>
                    <a:ext uri="{FF2B5EF4-FFF2-40B4-BE49-F238E27FC236}">
                      <a16:creationId xmlns:a16="http://schemas.microsoft.com/office/drawing/2014/main" id="{DE66ED12-A9C5-BF10-38EF-87152DD844CB}"/>
                    </a:ext>
                  </a:extLst>
                </p14:cNvPr>
                <p14:cNvContentPartPr/>
                <p14:nvPr/>
              </p14:nvContentPartPr>
              <p14:xfrm>
                <a:off x="11458076" y="1760573"/>
                <a:ext cx="23400" cy="224280"/>
              </p14:xfrm>
            </p:contentPart>
          </mc:Choice>
          <mc:Fallback xmlns="">
            <p:pic>
              <p:nvPicPr>
                <p:cNvPr id="43" name="Ink 42">
                  <a:extLst>
                    <a:ext uri="{FF2B5EF4-FFF2-40B4-BE49-F238E27FC236}">
                      <a16:creationId xmlns:a16="http://schemas.microsoft.com/office/drawing/2014/main" id="{DE66ED12-A9C5-BF10-38EF-87152DD844CB}"/>
                    </a:ext>
                  </a:extLst>
                </p:cNvPr>
                <p:cNvPicPr/>
                <p:nvPr/>
              </p:nvPicPr>
              <p:blipFill>
                <a:blip r:embed="rId62"/>
                <a:stretch>
                  <a:fillRect/>
                </a:stretch>
              </p:blipFill>
              <p:spPr>
                <a:xfrm>
                  <a:off x="11451956" y="1754453"/>
                  <a:ext cx="35640" cy="23652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44" name="Ink 43">
                  <a:extLst>
                    <a:ext uri="{FF2B5EF4-FFF2-40B4-BE49-F238E27FC236}">
                      <a16:creationId xmlns:a16="http://schemas.microsoft.com/office/drawing/2014/main" id="{AAB6FEB5-D7D7-E113-7864-95030E92B204}"/>
                    </a:ext>
                  </a:extLst>
                </p14:cNvPr>
                <p14:cNvContentPartPr/>
                <p14:nvPr/>
              </p14:nvContentPartPr>
              <p14:xfrm>
                <a:off x="11568956" y="1747253"/>
                <a:ext cx="127800" cy="257400"/>
              </p14:xfrm>
            </p:contentPart>
          </mc:Choice>
          <mc:Fallback xmlns="">
            <p:pic>
              <p:nvPicPr>
                <p:cNvPr id="44" name="Ink 43">
                  <a:extLst>
                    <a:ext uri="{FF2B5EF4-FFF2-40B4-BE49-F238E27FC236}">
                      <a16:creationId xmlns:a16="http://schemas.microsoft.com/office/drawing/2014/main" id="{AAB6FEB5-D7D7-E113-7864-95030E92B204}"/>
                    </a:ext>
                  </a:extLst>
                </p:cNvPr>
                <p:cNvPicPr/>
                <p:nvPr/>
              </p:nvPicPr>
              <p:blipFill>
                <a:blip r:embed="rId64"/>
                <a:stretch>
                  <a:fillRect/>
                </a:stretch>
              </p:blipFill>
              <p:spPr>
                <a:xfrm>
                  <a:off x="11562836" y="1741133"/>
                  <a:ext cx="14004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47" name="Ink 46">
                  <a:extLst>
                    <a:ext uri="{FF2B5EF4-FFF2-40B4-BE49-F238E27FC236}">
                      <a16:creationId xmlns:a16="http://schemas.microsoft.com/office/drawing/2014/main" id="{CFF4A6B4-D4A2-14EB-0C82-8FB9A5814E21}"/>
                    </a:ext>
                  </a:extLst>
                </p14:cNvPr>
                <p14:cNvContentPartPr/>
                <p14:nvPr/>
              </p14:nvContentPartPr>
              <p14:xfrm>
                <a:off x="11243876" y="2132813"/>
                <a:ext cx="440280" cy="237960"/>
              </p14:xfrm>
            </p:contentPart>
          </mc:Choice>
          <mc:Fallback xmlns="">
            <p:pic>
              <p:nvPicPr>
                <p:cNvPr id="47" name="Ink 46">
                  <a:extLst>
                    <a:ext uri="{FF2B5EF4-FFF2-40B4-BE49-F238E27FC236}">
                      <a16:creationId xmlns:a16="http://schemas.microsoft.com/office/drawing/2014/main" id="{CFF4A6B4-D4A2-14EB-0C82-8FB9A5814E21}"/>
                    </a:ext>
                  </a:extLst>
                </p:cNvPr>
                <p:cNvPicPr/>
                <p:nvPr/>
              </p:nvPicPr>
              <p:blipFill>
                <a:blip r:embed="rId66"/>
                <a:stretch>
                  <a:fillRect/>
                </a:stretch>
              </p:blipFill>
              <p:spPr>
                <a:xfrm>
                  <a:off x="11237756" y="2126693"/>
                  <a:ext cx="452520" cy="25020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8" name="Ink 47">
                  <a:extLst>
                    <a:ext uri="{FF2B5EF4-FFF2-40B4-BE49-F238E27FC236}">
                      <a16:creationId xmlns:a16="http://schemas.microsoft.com/office/drawing/2014/main" id="{EA211C9A-A7A4-5BA3-0A78-7086B7C8FEB1}"/>
                    </a:ext>
                  </a:extLst>
                </p14:cNvPr>
                <p14:cNvContentPartPr/>
                <p14:nvPr/>
              </p14:nvContentPartPr>
              <p14:xfrm>
                <a:off x="11356196" y="2190053"/>
                <a:ext cx="102600" cy="597240"/>
              </p14:xfrm>
            </p:contentPart>
          </mc:Choice>
          <mc:Fallback xmlns="">
            <p:pic>
              <p:nvPicPr>
                <p:cNvPr id="48" name="Ink 47">
                  <a:extLst>
                    <a:ext uri="{FF2B5EF4-FFF2-40B4-BE49-F238E27FC236}">
                      <a16:creationId xmlns:a16="http://schemas.microsoft.com/office/drawing/2014/main" id="{EA211C9A-A7A4-5BA3-0A78-7086B7C8FEB1}"/>
                    </a:ext>
                  </a:extLst>
                </p:cNvPr>
                <p:cNvPicPr/>
                <p:nvPr/>
              </p:nvPicPr>
              <p:blipFill>
                <a:blip r:embed="rId68"/>
                <a:stretch>
                  <a:fillRect/>
                </a:stretch>
              </p:blipFill>
              <p:spPr>
                <a:xfrm>
                  <a:off x="11350076" y="2183933"/>
                  <a:ext cx="114840" cy="6094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50" name="Ink 49">
                  <a:extLst>
                    <a:ext uri="{FF2B5EF4-FFF2-40B4-BE49-F238E27FC236}">
                      <a16:creationId xmlns:a16="http://schemas.microsoft.com/office/drawing/2014/main" id="{96F2D413-8C68-652D-C1FC-6B86CBF7C1FA}"/>
                    </a:ext>
                  </a:extLst>
                </p14:cNvPr>
                <p14:cNvContentPartPr/>
                <p14:nvPr/>
              </p14:nvContentPartPr>
              <p14:xfrm>
                <a:off x="11580116" y="1851293"/>
                <a:ext cx="181440" cy="445320"/>
              </p14:xfrm>
            </p:contentPart>
          </mc:Choice>
          <mc:Fallback xmlns="">
            <p:pic>
              <p:nvPicPr>
                <p:cNvPr id="50" name="Ink 49">
                  <a:extLst>
                    <a:ext uri="{FF2B5EF4-FFF2-40B4-BE49-F238E27FC236}">
                      <a16:creationId xmlns:a16="http://schemas.microsoft.com/office/drawing/2014/main" id="{96F2D413-8C68-652D-C1FC-6B86CBF7C1FA}"/>
                    </a:ext>
                  </a:extLst>
                </p:cNvPr>
                <p:cNvPicPr/>
                <p:nvPr/>
              </p:nvPicPr>
              <p:blipFill>
                <a:blip r:embed="rId70"/>
                <a:stretch>
                  <a:fillRect/>
                </a:stretch>
              </p:blipFill>
              <p:spPr>
                <a:xfrm>
                  <a:off x="11573996" y="1845173"/>
                  <a:ext cx="193680" cy="457560"/>
                </a:xfrm>
                <a:prstGeom prst="rect">
                  <a:avLst/>
                </a:prstGeom>
              </p:spPr>
            </p:pic>
          </mc:Fallback>
        </mc:AlternateContent>
      </p:grpSp>
      <p:grpSp>
        <p:nvGrpSpPr>
          <p:cNvPr id="57" name="Group 56">
            <a:extLst>
              <a:ext uri="{FF2B5EF4-FFF2-40B4-BE49-F238E27FC236}">
                <a16:creationId xmlns:a16="http://schemas.microsoft.com/office/drawing/2014/main" id="{3248EEAC-2225-0084-86A8-2FB99FE71F76}"/>
              </a:ext>
            </a:extLst>
          </p:cNvPr>
          <p:cNvGrpSpPr/>
          <p:nvPr/>
        </p:nvGrpSpPr>
        <p:grpSpPr>
          <a:xfrm>
            <a:off x="10301396" y="2685413"/>
            <a:ext cx="966600" cy="1076040"/>
            <a:chOff x="10301396" y="2685413"/>
            <a:chExt cx="966600" cy="1076040"/>
          </a:xfrm>
        </p:grpSpPr>
        <mc:AlternateContent xmlns:mc="http://schemas.openxmlformats.org/markup-compatibility/2006" xmlns:p14="http://schemas.microsoft.com/office/powerpoint/2010/main">
          <mc:Choice Requires="p14">
            <p:contentPart p14:bwMode="auto" r:id="rId71">
              <p14:nvContentPartPr>
                <p14:cNvPr id="51" name="Ink 50">
                  <a:extLst>
                    <a:ext uri="{FF2B5EF4-FFF2-40B4-BE49-F238E27FC236}">
                      <a16:creationId xmlns:a16="http://schemas.microsoft.com/office/drawing/2014/main" id="{2414B49E-A86C-56FE-7456-BB42CA0D3EAD}"/>
                    </a:ext>
                  </a:extLst>
                </p14:cNvPr>
                <p14:cNvContentPartPr/>
                <p14:nvPr/>
              </p14:nvContentPartPr>
              <p14:xfrm>
                <a:off x="10301396" y="2901053"/>
                <a:ext cx="231480" cy="860400"/>
              </p14:xfrm>
            </p:contentPart>
          </mc:Choice>
          <mc:Fallback xmlns="">
            <p:pic>
              <p:nvPicPr>
                <p:cNvPr id="51" name="Ink 50">
                  <a:extLst>
                    <a:ext uri="{FF2B5EF4-FFF2-40B4-BE49-F238E27FC236}">
                      <a16:creationId xmlns:a16="http://schemas.microsoft.com/office/drawing/2014/main" id="{2414B49E-A86C-56FE-7456-BB42CA0D3EAD}"/>
                    </a:ext>
                  </a:extLst>
                </p:cNvPr>
                <p:cNvPicPr/>
                <p:nvPr/>
              </p:nvPicPr>
              <p:blipFill>
                <a:blip r:embed="rId72"/>
                <a:stretch>
                  <a:fillRect/>
                </a:stretch>
              </p:blipFill>
              <p:spPr>
                <a:xfrm>
                  <a:off x="10295276" y="2894933"/>
                  <a:ext cx="243720" cy="8726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53" name="Ink 52">
                  <a:extLst>
                    <a:ext uri="{FF2B5EF4-FFF2-40B4-BE49-F238E27FC236}">
                      <a16:creationId xmlns:a16="http://schemas.microsoft.com/office/drawing/2014/main" id="{E669D9C4-B890-87BE-8A5B-387FB2C77D91}"/>
                    </a:ext>
                  </a:extLst>
                </p14:cNvPr>
                <p14:cNvContentPartPr/>
                <p14:nvPr/>
              </p14:nvContentPartPr>
              <p14:xfrm>
                <a:off x="10685876" y="2743013"/>
                <a:ext cx="5040" cy="435600"/>
              </p14:xfrm>
            </p:contentPart>
          </mc:Choice>
          <mc:Fallback xmlns="">
            <p:pic>
              <p:nvPicPr>
                <p:cNvPr id="53" name="Ink 52">
                  <a:extLst>
                    <a:ext uri="{FF2B5EF4-FFF2-40B4-BE49-F238E27FC236}">
                      <a16:creationId xmlns:a16="http://schemas.microsoft.com/office/drawing/2014/main" id="{E669D9C4-B890-87BE-8A5B-387FB2C77D91}"/>
                    </a:ext>
                  </a:extLst>
                </p:cNvPr>
                <p:cNvPicPr/>
                <p:nvPr/>
              </p:nvPicPr>
              <p:blipFill>
                <a:blip r:embed="rId74"/>
                <a:stretch>
                  <a:fillRect/>
                </a:stretch>
              </p:blipFill>
              <p:spPr>
                <a:xfrm>
                  <a:off x="10679756" y="2736893"/>
                  <a:ext cx="17280" cy="44784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54" name="Ink 53">
                  <a:extLst>
                    <a:ext uri="{FF2B5EF4-FFF2-40B4-BE49-F238E27FC236}">
                      <a16:creationId xmlns:a16="http://schemas.microsoft.com/office/drawing/2014/main" id="{9EAB620F-A0AD-F07F-894D-2570A2E5DDC9}"/>
                    </a:ext>
                  </a:extLst>
                </p14:cNvPr>
                <p14:cNvContentPartPr/>
                <p14:nvPr/>
              </p14:nvContentPartPr>
              <p14:xfrm>
                <a:off x="10826276" y="2776853"/>
                <a:ext cx="280800" cy="303480"/>
              </p14:xfrm>
            </p:contentPart>
          </mc:Choice>
          <mc:Fallback xmlns="">
            <p:pic>
              <p:nvPicPr>
                <p:cNvPr id="54" name="Ink 53">
                  <a:extLst>
                    <a:ext uri="{FF2B5EF4-FFF2-40B4-BE49-F238E27FC236}">
                      <a16:creationId xmlns:a16="http://schemas.microsoft.com/office/drawing/2014/main" id="{9EAB620F-A0AD-F07F-894D-2570A2E5DDC9}"/>
                    </a:ext>
                  </a:extLst>
                </p:cNvPr>
                <p:cNvPicPr/>
                <p:nvPr/>
              </p:nvPicPr>
              <p:blipFill>
                <a:blip r:embed="rId76"/>
                <a:stretch>
                  <a:fillRect/>
                </a:stretch>
              </p:blipFill>
              <p:spPr>
                <a:xfrm>
                  <a:off x="10820156" y="2770733"/>
                  <a:ext cx="293040" cy="31572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6" name="Ink 55">
                  <a:extLst>
                    <a:ext uri="{FF2B5EF4-FFF2-40B4-BE49-F238E27FC236}">
                      <a16:creationId xmlns:a16="http://schemas.microsoft.com/office/drawing/2014/main" id="{AFE2FF99-590A-FA80-0F82-B4619FE57012}"/>
                    </a:ext>
                  </a:extLst>
                </p14:cNvPr>
                <p14:cNvContentPartPr/>
                <p14:nvPr/>
              </p14:nvContentPartPr>
              <p14:xfrm>
                <a:off x="10530716" y="2685413"/>
                <a:ext cx="737280" cy="757080"/>
              </p14:xfrm>
            </p:contentPart>
          </mc:Choice>
          <mc:Fallback xmlns="">
            <p:pic>
              <p:nvPicPr>
                <p:cNvPr id="56" name="Ink 55">
                  <a:extLst>
                    <a:ext uri="{FF2B5EF4-FFF2-40B4-BE49-F238E27FC236}">
                      <a16:creationId xmlns:a16="http://schemas.microsoft.com/office/drawing/2014/main" id="{AFE2FF99-590A-FA80-0F82-B4619FE57012}"/>
                    </a:ext>
                  </a:extLst>
                </p:cNvPr>
                <p:cNvPicPr/>
                <p:nvPr/>
              </p:nvPicPr>
              <p:blipFill>
                <a:blip r:embed="rId78"/>
                <a:stretch>
                  <a:fillRect/>
                </a:stretch>
              </p:blipFill>
              <p:spPr>
                <a:xfrm>
                  <a:off x="10524596" y="2679293"/>
                  <a:ext cx="749520" cy="769320"/>
                </a:xfrm>
                <a:prstGeom prst="rect">
                  <a:avLst/>
                </a:prstGeom>
              </p:spPr>
            </p:pic>
          </mc:Fallback>
        </mc:AlternateContent>
      </p:grpSp>
    </p:spTree>
    <p:extLst>
      <p:ext uri="{BB962C8B-B14F-4D97-AF65-F5344CB8AC3E}">
        <p14:creationId xmlns:p14="http://schemas.microsoft.com/office/powerpoint/2010/main" val="26640813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5DD03-9AB0-68F0-9963-E3928EED6F27}"/>
              </a:ext>
            </a:extLst>
          </p:cNvPr>
          <p:cNvSpPr>
            <a:spLocks noGrp="1"/>
          </p:cNvSpPr>
          <p:nvPr>
            <p:ph type="title"/>
          </p:nvPr>
        </p:nvSpPr>
        <p:spPr/>
        <p:txBody>
          <a:bodyPr/>
          <a:lstStyle/>
          <a:p>
            <a:endParaRPr lang="en-PK"/>
          </a:p>
        </p:txBody>
      </p:sp>
      <p:pic>
        <p:nvPicPr>
          <p:cNvPr id="3" name="Picture 2">
            <a:extLst>
              <a:ext uri="{FF2B5EF4-FFF2-40B4-BE49-F238E27FC236}">
                <a16:creationId xmlns:a16="http://schemas.microsoft.com/office/drawing/2014/main" id="{2AFBA08C-77B8-9243-3E73-07D4AFB6E1FA}"/>
              </a:ext>
            </a:extLst>
          </p:cNvPr>
          <p:cNvPicPr>
            <a:picLocks noChangeAspect="1"/>
          </p:cNvPicPr>
          <p:nvPr/>
        </p:nvPicPr>
        <p:blipFill>
          <a:blip r:embed="rId2"/>
          <a:stretch>
            <a:fillRect/>
          </a:stretch>
        </p:blipFill>
        <p:spPr>
          <a:xfrm>
            <a:off x="1077110" y="1807958"/>
            <a:ext cx="9220200" cy="1714500"/>
          </a:xfrm>
          <a:prstGeom prst="rect">
            <a:avLst/>
          </a:prstGeom>
        </p:spPr>
      </p:pic>
    </p:spTree>
    <p:extLst>
      <p:ext uri="{BB962C8B-B14F-4D97-AF65-F5344CB8AC3E}">
        <p14:creationId xmlns:p14="http://schemas.microsoft.com/office/powerpoint/2010/main" val="11582132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9D6B69-006C-0AB3-D9C0-7B07A60995AA}"/>
              </a:ext>
            </a:extLst>
          </p:cNvPr>
          <p:cNvPicPr>
            <a:picLocks noChangeAspect="1"/>
          </p:cNvPicPr>
          <p:nvPr/>
        </p:nvPicPr>
        <p:blipFill>
          <a:blip r:embed="rId2"/>
          <a:stretch>
            <a:fillRect/>
          </a:stretch>
        </p:blipFill>
        <p:spPr>
          <a:xfrm>
            <a:off x="1614487" y="376237"/>
            <a:ext cx="8963025" cy="6105525"/>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6D5308C-9234-D598-54E4-9D4F4ED3C24F}"/>
                  </a:ext>
                </a:extLst>
              </p14:cNvPr>
              <p14:cNvContentPartPr/>
              <p14:nvPr/>
            </p14:nvContentPartPr>
            <p14:xfrm>
              <a:off x="2370596" y="1783307"/>
              <a:ext cx="726120" cy="23040"/>
            </p14:xfrm>
          </p:contentPart>
        </mc:Choice>
        <mc:Fallback xmlns="">
          <p:pic>
            <p:nvPicPr>
              <p:cNvPr id="2" name="Ink 1">
                <a:extLst>
                  <a:ext uri="{FF2B5EF4-FFF2-40B4-BE49-F238E27FC236}">
                    <a16:creationId xmlns:a16="http://schemas.microsoft.com/office/drawing/2014/main" id="{56D5308C-9234-D598-54E4-9D4F4ED3C24F}"/>
                  </a:ext>
                </a:extLst>
              </p:cNvPr>
              <p:cNvPicPr/>
              <p:nvPr/>
            </p:nvPicPr>
            <p:blipFill>
              <a:blip r:embed="rId4"/>
              <a:stretch>
                <a:fillRect/>
              </a:stretch>
            </p:blipFill>
            <p:spPr>
              <a:xfrm>
                <a:off x="2364476" y="1777187"/>
                <a:ext cx="738360" cy="35280"/>
              </a:xfrm>
              <a:prstGeom prst="rect">
                <a:avLst/>
              </a:prstGeom>
            </p:spPr>
          </p:pic>
        </mc:Fallback>
      </mc:AlternateContent>
      <p:grpSp>
        <p:nvGrpSpPr>
          <p:cNvPr id="8" name="Group 7">
            <a:extLst>
              <a:ext uri="{FF2B5EF4-FFF2-40B4-BE49-F238E27FC236}">
                <a16:creationId xmlns:a16="http://schemas.microsoft.com/office/drawing/2014/main" id="{155193AA-C419-4D9B-B07C-0AF5FF1AE5FE}"/>
              </a:ext>
            </a:extLst>
          </p:cNvPr>
          <p:cNvGrpSpPr/>
          <p:nvPr/>
        </p:nvGrpSpPr>
        <p:grpSpPr>
          <a:xfrm>
            <a:off x="2255756" y="2019467"/>
            <a:ext cx="982080" cy="361440"/>
            <a:chOff x="2255756" y="2019467"/>
            <a:chExt cx="982080" cy="361440"/>
          </a:xfrm>
        </p:grpSpPr>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4185BE9F-0A16-2C93-FFB4-5DE2D03477C1}"/>
                    </a:ext>
                  </a:extLst>
                </p14:cNvPr>
                <p14:cNvContentPartPr/>
                <p14:nvPr/>
              </p14:nvContentPartPr>
              <p14:xfrm>
                <a:off x="2255756" y="2078507"/>
                <a:ext cx="463680" cy="302400"/>
              </p14:xfrm>
            </p:contentPart>
          </mc:Choice>
          <mc:Fallback xmlns="">
            <p:pic>
              <p:nvPicPr>
                <p:cNvPr id="3" name="Ink 2">
                  <a:extLst>
                    <a:ext uri="{FF2B5EF4-FFF2-40B4-BE49-F238E27FC236}">
                      <a16:creationId xmlns:a16="http://schemas.microsoft.com/office/drawing/2014/main" id="{4185BE9F-0A16-2C93-FFB4-5DE2D03477C1}"/>
                    </a:ext>
                  </a:extLst>
                </p:cNvPr>
                <p:cNvPicPr/>
                <p:nvPr/>
              </p:nvPicPr>
              <p:blipFill>
                <a:blip r:embed="rId6"/>
                <a:stretch>
                  <a:fillRect/>
                </a:stretch>
              </p:blipFill>
              <p:spPr>
                <a:xfrm>
                  <a:off x="2249636" y="2072387"/>
                  <a:ext cx="475920" cy="3146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5" name="Ink 4">
                  <a:extLst>
                    <a:ext uri="{FF2B5EF4-FFF2-40B4-BE49-F238E27FC236}">
                      <a16:creationId xmlns:a16="http://schemas.microsoft.com/office/drawing/2014/main" id="{3FEBBE79-15F9-4CC3-1D57-29E44D8D4BF8}"/>
                    </a:ext>
                  </a:extLst>
                </p14:cNvPr>
                <p14:cNvContentPartPr/>
                <p14:nvPr/>
              </p14:nvContentPartPr>
              <p14:xfrm>
                <a:off x="2877836" y="2019467"/>
                <a:ext cx="360000" cy="249120"/>
              </p14:xfrm>
            </p:contentPart>
          </mc:Choice>
          <mc:Fallback xmlns="">
            <p:pic>
              <p:nvPicPr>
                <p:cNvPr id="5" name="Ink 4">
                  <a:extLst>
                    <a:ext uri="{FF2B5EF4-FFF2-40B4-BE49-F238E27FC236}">
                      <a16:creationId xmlns:a16="http://schemas.microsoft.com/office/drawing/2014/main" id="{3FEBBE79-15F9-4CC3-1D57-29E44D8D4BF8}"/>
                    </a:ext>
                  </a:extLst>
                </p:cNvPr>
                <p:cNvPicPr/>
                <p:nvPr/>
              </p:nvPicPr>
              <p:blipFill>
                <a:blip r:embed="rId8"/>
                <a:stretch>
                  <a:fillRect/>
                </a:stretch>
              </p:blipFill>
              <p:spPr>
                <a:xfrm>
                  <a:off x="2871716" y="2013347"/>
                  <a:ext cx="372240" cy="2613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Ink 5">
                  <a:extLst>
                    <a:ext uri="{FF2B5EF4-FFF2-40B4-BE49-F238E27FC236}">
                      <a16:creationId xmlns:a16="http://schemas.microsoft.com/office/drawing/2014/main" id="{B54C2E95-1ADD-51DC-F009-9AE00FF56035}"/>
                    </a:ext>
                  </a:extLst>
                </p14:cNvPr>
                <p14:cNvContentPartPr/>
                <p14:nvPr/>
              </p14:nvContentPartPr>
              <p14:xfrm>
                <a:off x="3104636" y="2030627"/>
                <a:ext cx="123480" cy="46800"/>
              </p14:xfrm>
            </p:contentPart>
          </mc:Choice>
          <mc:Fallback xmlns="">
            <p:pic>
              <p:nvPicPr>
                <p:cNvPr id="6" name="Ink 5">
                  <a:extLst>
                    <a:ext uri="{FF2B5EF4-FFF2-40B4-BE49-F238E27FC236}">
                      <a16:creationId xmlns:a16="http://schemas.microsoft.com/office/drawing/2014/main" id="{B54C2E95-1ADD-51DC-F009-9AE00FF56035}"/>
                    </a:ext>
                  </a:extLst>
                </p:cNvPr>
                <p:cNvPicPr/>
                <p:nvPr/>
              </p:nvPicPr>
              <p:blipFill>
                <a:blip r:embed="rId10"/>
                <a:stretch>
                  <a:fillRect/>
                </a:stretch>
              </p:blipFill>
              <p:spPr>
                <a:xfrm>
                  <a:off x="3098516" y="2024507"/>
                  <a:ext cx="13572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 name="Ink 6">
                  <a:extLst>
                    <a:ext uri="{FF2B5EF4-FFF2-40B4-BE49-F238E27FC236}">
                      <a16:creationId xmlns:a16="http://schemas.microsoft.com/office/drawing/2014/main" id="{E7C5BF8F-EA7D-92D7-923A-154209914A23}"/>
                    </a:ext>
                  </a:extLst>
                </p14:cNvPr>
                <p14:cNvContentPartPr/>
                <p14:nvPr/>
              </p14:nvContentPartPr>
              <p14:xfrm>
                <a:off x="3002756" y="2031707"/>
                <a:ext cx="360" cy="360"/>
              </p14:xfrm>
            </p:contentPart>
          </mc:Choice>
          <mc:Fallback xmlns="">
            <p:pic>
              <p:nvPicPr>
                <p:cNvPr id="7" name="Ink 6">
                  <a:extLst>
                    <a:ext uri="{FF2B5EF4-FFF2-40B4-BE49-F238E27FC236}">
                      <a16:creationId xmlns:a16="http://schemas.microsoft.com/office/drawing/2014/main" id="{E7C5BF8F-EA7D-92D7-923A-154209914A23}"/>
                    </a:ext>
                  </a:extLst>
                </p:cNvPr>
                <p:cNvPicPr/>
                <p:nvPr/>
              </p:nvPicPr>
              <p:blipFill>
                <a:blip r:embed="rId12"/>
                <a:stretch>
                  <a:fillRect/>
                </a:stretch>
              </p:blipFill>
              <p:spPr>
                <a:xfrm>
                  <a:off x="2996636" y="2025587"/>
                  <a:ext cx="12600" cy="12600"/>
                </a:xfrm>
                <a:prstGeom prst="rect">
                  <a:avLst/>
                </a:prstGeom>
              </p:spPr>
            </p:pic>
          </mc:Fallback>
        </mc:AlternateContent>
      </p:grpSp>
    </p:spTree>
    <p:extLst>
      <p:ext uri="{BB962C8B-B14F-4D97-AF65-F5344CB8AC3E}">
        <p14:creationId xmlns:p14="http://schemas.microsoft.com/office/powerpoint/2010/main" val="35578041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9EA3B-54ED-E442-7A18-3B4E0EC79B71}"/>
              </a:ext>
            </a:extLst>
          </p:cNvPr>
          <p:cNvSpPr>
            <a:spLocks noGrp="1"/>
          </p:cNvSpPr>
          <p:nvPr>
            <p:ph type="title"/>
          </p:nvPr>
        </p:nvSpPr>
        <p:spPr/>
        <p:txBody>
          <a:bodyPr/>
          <a:lstStyle/>
          <a:p>
            <a:endParaRPr lang="en-PK"/>
          </a:p>
        </p:txBody>
      </p:sp>
      <p:pic>
        <p:nvPicPr>
          <p:cNvPr id="3" name="Picture 2">
            <a:extLst>
              <a:ext uri="{FF2B5EF4-FFF2-40B4-BE49-F238E27FC236}">
                <a16:creationId xmlns:a16="http://schemas.microsoft.com/office/drawing/2014/main" id="{C48EF8D0-9647-6127-8D1C-B6BA4039DED0}"/>
              </a:ext>
            </a:extLst>
          </p:cNvPr>
          <p:cNvPicPr>
            <a:picLocks noChangeAspect="1"/>
          </p:cNvPicPr>
          <p:nvPr/>
        </p:nvPicPr>
        <p:blipFill>
          <a:blip r:embed="rId2"/>
          <a:stretch>
            <a:fillRect/>
          </a:stretch>
        </p:blipFill>
        <p:spPr>
          <a:xfrm>
            <a:off x="1941060" y="0"/>
            <a:ext cx="8309880" cy="6858000"/>
          </a:xfrm>
          <a:prstGeom prst="rect">
            <a:avLst/>
          </a:prstGeom>
        </p:spPr>
      </p:pic>
      <p:sp>
        <p:nvSpPr>
          <p:cNvPr id="4" name="TextBox 3">
            <a:extLst>
              <a:ext uri="{FF2B5EF4-FFF2-40B4-BE49-F238E27FC236}">
                <a16:creationId xmlns:a16="http://schemas.microsoft.com/office/drawing/2014/main" id="{6FECFCC6-6330-156E-48F5-312D3AAD3B92}"/>
              </a:ext>
            </a:extLst>
          </p:cNvPr>
          <p:cNvSpPr txBox="1"/>
          <p:nvPr/>
        </p:nvSpPr>
        <p:spPr>
          <a:xfrm>
            <a:off x="161365" y="365125"/>
            <a:ext cx="1656677" cy="369332"/>
          </a:xfrm>
          <a:prstGeom prst="rect">
            <a:avLst/>
          </a:prstGeom>
          <a:noFill/>
        </p:spPr>
        <p:txBody>
          <a:bodyPr wrap="square" rtlCol="0">
            <a:spAutoFit/>
          </a:bodyPr>
          <a:lstStyle/>
          <a:p>
            <a:r>
              <a:rPr lang="en-US" b="1" dirty="0"/>
              <a:t>Iteration 2</a:t>
            </a:r>
            <a:endParaRPr lang="en-PK" b="1" dirty="0"/>
          </a:p>
        </p:txBody>
      </p:sp>
    </p:spTree>
    <p:extLst>
      <p:ext uri="{BB962C8B-B14F-4D97-AF65-F5344CB8AC3E}">
        <p14:creationId xmlns:p14="http://schemas.microsoft.com/office/powerpoint/2010/main" val="42926450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CF9CF-5E7A-531A-B6D9-37E42E214DCE}"/>
              </a:ext>
            </a:extLst>
          </p:cNvPr>
          <p:cNvSpPr>
            <a:spLocks noGrp="1"/>
          </p:cNvSpPr>
          <p:nvPr>
            <p:ph type="title"/>
          </p:nvPr>
        </p:nvSpPr>
        <p:spPr/>
        <p:txBody>
          <a:bodyPr/>
          <a:lstStyle/>
          <a:p>
            <a:endParaRPr lang="en-PK"/>
          </a:p>
        </p:txBody>
      </p:sp>
      <p:pic>
        <p:nvPicPr>
          <p:cNvPr id="3" name="Picture 2">
            <a:extLst>
              <a:ext uri="{FF2B5EF4-FFF2-40B4-BE49-F238E27FC236}">
                <a16:creationId xmlns:a16="http://schemas.microsoft.com/office/drawing/2014/main" id="{849EA9E6-9E39-42CF-3B3C-38AE257134ED}"/>
              </a:ext>
            </a:extLst>
          </p:cNvPr>
          <p:cNvPicPr>
            <a:picLocks noChangeAspect="1"/>
          </p:cNvPicPr>
          <p:nvPr/>
        </p:nvPicPr>
        <p:blipFill>
          <a:blip r:embed="rId2"/>
          <a:stretch>
            <a:fillRect/>
          </a:stretch>
        </p:blipFill>
        <p:spPr>
          <a:xfrm>
            <a:off x="1235337" y="502471"/>
            <a:ext cx="8839200" cy="4648200"/>
          </a:xfrm>
          <a:prstGeom prst="rect">
            <a:avLst/>
          </a:prstGeom>
        </p:spPr>
      </p:pic>
      <p:sp>
        <p:nvSpPr>
          <p:cNvPr id="4" name="TextBox 3">
            <a:extLst>
              <a:ext uri="{FF2B5EF4-FFF2-40B4-BE49-F238E27FC236}">
                <a16:creationId xmlns:a16="http://schemas.microsoft.com/office/drawing/2014/main" id="{0738D469-10FF-940A-B01F-6107B07A322A}"/>
              </a:ext>
            </a:extLst>
          </p:cNvPr>
          <p:cNvSpPr txBox="1"/>
          <p:nvPr/>
        </p:nvSpPr>
        <p:spPr>
          <a:xfrm>
            <a:off x="5970494" y="6260951"/>
            <a:ext cx="2161169" cy="369332"/>
          </a:xfrm>
          <a:prstGeom prst="rect">
            <a:avLst/>
          </a:prstGeom>
          <a:noFill/>
        </p:spPr>
        <p:txBody>
          <a:bodyPr wrap="none" rtlCol="0">
            <a:spAutoFit/>
          </a:bodyPr>
          <a:lstStyle/>
          <a:p>
            <a:r>
              <a:rPr lang="en-US" dirty="0"/>
              <a:t>Pruned Values : 7,8,6</a:t>
            </a:r>
            <a:endParaRPr lang="en-PK" dirty="0"/>
          </a:p>
        </p:txBody>
      </p:sp>
    </p:spTree>
    <p:extLst>
      <p:ext uri="{BB962C8B-B14F-4D97-AF65-F5344CB8AC3E}">
        <p14:creationId xmlns:p14="http://schemas.microsoft.com/office/powerpoint/2010/main" val="27882437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E1D46-706B-794F-E059-D5FC4B4BB32F}"/>
              </a:ext>
            </a:extLst>
          </p:cNvPr>
          <p:cNvSpPr>
            <a:spLocks noGrp="1"/>
          </p:cNvSpPr>
          <p:nvPr>
            <p:ph type="title"/>
          </p:nvPr>
        </p:nvSpPr>
        <p:spPr/>
        <p:txBody>
          <a:bodyPr/>
          <a:lstStyle/>
          <a:p>
            <a:endParaRPr lang="en-PK"/>
          </a:p>
        </p:txBody>
      </p:sp>
      <p:pic>
        <p:nvPicPr>
          <p:cNvPr id="3" name="Picture 2">
            <a:extLst>
              <a:ext uri="{FF2B5EF4-FFF2-40B4-BE49-F238E27FC236}">
                <a16:creationId xmlns:a16="http://schemas.microsoft.com/office/drawing/2014/main" id="{32EBD472-D5E9-02E2-F510-ED9F53E385B9}"/>
              </a:ext>
            </a:extLst>
          </p:cNvPr>
          <p:cNvPicPr>
            <a:picLocks noChangeAspect="1"/>
          </p:cNvPicPr>
          <p:nvPr/>
        </p:nvPicPr>
        <p:blipFill>
          <a:blip r:embed="rId2"/>
          <a:stretch>
            <a:fillRect/>
          </a:stretch>
        </p:blipFill>
        <p:spPr>
          <a:xfrm>
            <a:off x="1571625" y="1071562"/>
            <a:ext cx="9048750" cy="4714875"/>
          </a:xfrm>
          <a:prstGeom prst="rect">
            <a:avLst/>
          </a:prstGeom>
        </p:spPr>
      </p:pic>
      <p:sp>
        <p:nvSpPr>
          <p:cNvPr id="4" name="TextBox 3">
            <a:extLst>
              <a:ext uri="{FF2B5EF4-FFF2-40B4-BE49-F238E27FC236}">
                <a16:creationId xmlns:a16="http://schemas.microsoft.com/office/drawing/2014/main" id="{D2866CF1-420B-5AD3-395D-A636693D0D88}"/>
              </a:ext>
            </a:extLst>
          </p:cNvPr>
          <p:cNvSpPr txBox="1"/>
          <p:nvPr/>
        </p:nvSpPr>
        <p:spPr>
          <a:xfrm>
            <a:off x="5970494" y="6260951"/>
            <a:ext cx="2452916" cy="369332"/>
          </a:xfrm>
          <a:prstGeom prst="rect">
            <a:avLst/>
          </a:prstGeom>
          <a:noFill/>
        </p:spPr>
        <p:txBody>
          <a:bodyPr wrap="none" rtlCol="0">
            <a:spAutoFit/>
          </a:bodyPr>
          <a:lstStyle/>
          <a:p>
            <a:r>
              <a:rPr lang="en-US" dirty="0"/>
              <a:t>Pruned Values : 7,8,9,13</a:t>
            </a:r>
            <a:endParaRPr lang="en-PK" dirty="0"/>
          </a:p>
        </p:txBody>
      </p:sp>
    </p:spTree>
    <p:extLst>
      <p:ext uri="{BB962C8B-B14F-4D97-AF65-F5344CB8AC3E}">
        <p14:creationId xmlns:p14="http://schemas.microsoft.com/office/powerpoint/2010/main" val="17223018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0EFD2-CCF6-1FCC-747B-D80C149AF973}"/>
              </a:ext>
            </a:extLst>
          </p:cNvPr>
          <p:cNvSpPr>
            <a:spLocks noGrp="1"/>
          </p:cNvSpPr>
          <p:nvPr>
            <p:ph type="title"/>
          </p:nvPr>
        </p:nvSpPr>
        <p:spPr/>
        <p:txBody>
          <a:bodyPr/>
          <a:lstStyle/>
          <a:p>
            <a:endParaRPr lang="en-PK"/>
          </a:p>
        </p:txBody>
      </p:sp>
      <p:pic>
        <p:nvPicPr>
          <p:cNvPr id="3" name="Picture 2">
            <a:extLst>
              <a:ext uri="{FF2B5EF4-FFF2-40B4-BE49-F238E27FC236}">
                <a16:creationId xmlns:a16="http://schemas.microsoft.com/office/drawing/2014/main" id="{06BBCB56-F6EB-6AF5-D5E2-1628BF6EDE5A}"/>
              </a:ext>
            </a:extLst>
          </p:cNvPr>
          <p:cNvPicPr>
            <a:picLocks noChangeAspect="1"/>
          </p:cNvPicPr>
          <p:nvPr/>
        </p:nvPicPr>
        <p:blipFill>
          <a:blip r:embed="rId2"/>
          <a:stretch>
            <a:fillRect/>
          </a:stretch>
        </p:blipFill>
        <p:spPr>
          <a:xfrm>
            <a:off x="1643062" y="1071562"/>
            <a:ext cx="8905875" cy="4714875"/>
          </a:xfrm>
          <a:prstGeom prst="rect">
            <a:avLst/>
          </a:prstGeom>
        </p:spPr>
      </p:pic>
      <p:sp>
        <p:nvSpPr>
          <p:cNvPr id="4" name="TextBox 3">
            <a:extLst>
              <a:ext uri="{FF2B5EF4-FFF2-40B4-BE49-F238E27FC236}">
                <a16:creationId xmlns:a16="http://schemas.microsoft.com/office/drawing/2014/main" id="{F3A4F7F1-15D8-FAA5-FBB4-D0D98F450345}"/>
              </a:ext>
            </a:extLst>
          </p:cNvPr>
          <p:cNvSpPr txBox="1"/>
          <p:nvPr/>
        </p:nvSpPr>
        <p:spPr>
          <a:xfrm>
            <a:off x="5970494" y="6260951"/>
            <a:ext cx="2861681" cy="369332"/>
          </a:xfrm>
          <a:prstGeom prst="rect">
            <a:avLst/>
          </a:prstGeom>
          <a:noFill/>
        </p:spPr>
        <p:txBody>
          <a:bodyPr wrap="none" rtlCol="0">
            <a:spAutoFit/>
          </a:bodyPr>
          <a:lstStyle/>
          <a:p>
            <a:r>
              <a:rPr lang="en-US" dirty="0"/>
              <a:t>Pruned Values : 8,9,12,13,14</a:t>
            </a:r>
            <a:endParaRPr lang="en-PK" dirty="0"/>
          </a:p>
        </p:txBody>
      </p:sp>
    </p:spTree>
    <p:extLst>
      <p:ext uri="{BB962C8B-B14F-4D97-AF65-F5344CB8AC3E}">
        <p14:creationId xmlns:p14="http://schemas.microsoft.com/office/powerpoint/2010/main" val="194898507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3704A-B734-EE31-6D58-D785A65718FC}"/>
              </a:ext>
            </a:extLst>
          </p:cNvPr>
          <p:cNvSpPr>
            <a:spLocks noGrp="1"/>
          </p:cNvSpPr>
          <p:nvPr>
            <p:ph type="title"/>
          </p:nvPr>
        </p:nvSpPr>
        <p:spPr/>
        <p:txBody>
          <a:bodyPr/>
          <a:lstStyle/>
          <a:p>
            <a:endParaRPr lang="en-PK"/>
          </a:p>
        </p:txBody>
      </p:sp>
      <p:pic>
        <p:nvPicPr>
          <p:cNvPr id="3" name="Picture 2">
            <a:extLst>
              <a:ext uri="{FF2B5EF4-FFF2-40B4-BE49-F238E27FC236}">
                <a16:creationId xmlns:a16="http://schemas.microsoft.com/office/drawing/2014/main" id="{B9864CB9-7B82-D107-A743-470134792230}"/>
              </a:ext>
            </a:extLst>
          </p:cNvPr>
          <p:cNvPicPr>
            <a:picLocks noChangeAspect="1"/>
          </p:cNvPicPr>
          <p:nvPr/>
        </p:nvPicPr>
        <p:blipFill>
          <a:blip r:embed="rId2"/>
          <a:stretch>
            <a:fillRect/>
          </a:stretch>
        </p:blipFill>
        <p:spPr>
          <a:xfrm>
            <a:off x="1600200" y="1100137"/>
            <a:ext cx="8991600" cy="4657725"/>
          </a:xfrm>
          <a:prstGeom prst="rect">
            <a:avLst/>
          </a:prstGeom>
        </p:spPr>
      </p:pic>
      <p:sp>
        <p:nvSpPr>
          <p:cNvPr id="4" name="Rectangle 3">
            <a:extLst>
              <a:ext uri="{FF2B5EF4-FFF2-40B4-BE49-F238E27FC236}">
                <a16:creationId xmlns:a16="http://schemas.microsoft.com/office/drawing/2014/main" id="{4340E300-BD88-BA73-8971-FF8A39DBD99F}"/>
              </a:ext>
            </a:extLst>
          </p:cNvPr>
          <p:cNvSpPr/>
          <p:nvPr/>
        </p:nvSpPr>
        <p:spPr>
          <a:xfrm>
            <a:off x="5185317" y="6032810"/>
            <a:ext cx="4471639" cy="55756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This will iterate till the threshold/ </a:t>
            </a:r>
            <a:r>
              <a:rPr lang="en-US" dirty="0" err="1"/>
              <a:t>fscore</a:t>
            </a:r>
            <a:r>
              <a:rPr lang="en-US" dirty="0"/>
              <a:t> does not reach 15</a:t>
            </a:r>
          </a:p>
        </p:txBody>
      </p:sp>
    </p:spTree>
    <p:extLst>
      <p:ext uri="{BB962C8B-B14F-4D97-AF65-F5344CB8AC3E}">
        <p14:creationId xmlns:p14="http://schemas.microsoft.com/office/powerpoint/2010/main" val="220466701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IDA*</a:t>
            </a:r>
          </a:p>
        </p:txBody>
      </p:sp>
      <p:pic>
        <p:nvPicPr>
          <p:cNvPr id="5" name="Picture 4"/>
          <p:cNvPicPr>
            <a:picLocks noChangeAspect="1"/>
          </p:cNvPicPr>
          <p:nvPr/>
        </p:nvPicPr>
        <p:blipFill>
          <a:blip r:embed="rId2"/>
          <a:stretch>
            <a:fillRect/>
          </a:stretch>
        </p:blipFill>
        <p:spPr>
          <a:xfrm>
            <a:off x="2297869" y="1243066"/>
            <a:ext cx="7085281" cy="5319513"/>
          </a:xfrm>
          <a:prstGeom prst="rect">
            <a:avLst/>
          </a:prstGeom>
        </p:spPr>
      </p:pic>
      <mc:AlternateContent xmlns:mc="http://schemas.openxmlformats.org/markup-compatibility/2006" xmlns:p14="http://schemas.microsoft.com/office/powerpoint/2010/main">
        <mc:Choice Requires="p14">
          <p:contentPart p14:bwMode="auto" r:id="rId3">
            <p14:nvContentPartPr>
              <p14:cNvPr id="10" name="Ink 9">
                <a:extLst>
                  <a:ext uri="{FF2B5EF4-FFF2-40B4-BE49-F238E27FC236}">
                    <a16:creationId xmlns:a16="http://schemas.microsoft.com/office/drawing/2014/main" id="{FAA75D7F-99C2-9974-462A-855CACF9AE3B}"/>
                  </a:ext>
                </a:extLst>
              </p14:cNvPr>
              <p14:cNvContentPartPr/>
              <p14:nvPr/>
            </p14:nvContentPartPr>
            <p14:xfrm>
              <a:off x="4267076" y="4221947"/>
              <a:ext cx="360" cy="360"/>
            </p14:xfrm>
          </p:contentPart>
        </mc:Choice>
        <mc:Fallback xmlns="">
          <p:pic>
            <p:nvPicPr>
              <p:cNvPr id="10" name="Ink 9">
                <a:extLst>
                  <a:ext uri="{FF2B5EF4-FFF2-40B4-BE49-F238E27FC236}">
                    <a16:creationId xmlns:a16="http://schemas.microsoft.com/office/drawing/2014/main" id="{FAA75D7F-99C2-9974-462A-855CACF9AE3B}"/>
                  </a:ext>
                </a:extLst>
              </p:cNvPr>
              <p:cNvPicPr/>
              <p:nvPr/>
            </p:nvPicPr>
            <p:blipFill>
              <a:blip r:embed="rId4"/>
              <a:stretch>
                <a:fillRect/>
              </a:stretch>
            </p:blipFill>
            <p:spPr>
              <a:xfrm>
                <a:off x="4260956" y="421582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1" name="Ink 10">
                <a:extLst>
                  <a:ext uri="{FF2B5EF4-FFF2-40B4-BE49-F238E27FC236}">
                    <a16:creationId xmlns:a16="http://schemas.microsoft.com/office/drawing/2014/main" id="{1DA285F5-A1BE-AB59-CC46-9DF5DAC1AE55}"/>
                  </a:ext>
                </a:extLst>
              </p14:cNvPr>
              <p14:cNvContentPartPr/>
              <p14:nvPr/>
            </p14:nvContentPartPr>
            <p14:xfrm>
              <a:off x="4323596" y="4379987"/>
              <a:ext cx="2619720" cy="766440"/>
            </p14:xfrm>
          </p:contentPart>
        </mc:Choice>
        <mc:Fallback xmlns="">
          <p:pic>
            <p:nvPicPr>
              <p:cNvPr id="11" name="Ink 10">
                <a:extLst>
                  <a:ext uri="{FF2B5EF4-FFF2-40B4-BE49-F238E27FC236}">
                    <a16:creationId xmlns:a16="http://schemas.microsoft.com/office/drawing/2014/main" id="{1DA285F5-A1BE-AB59-CC46-9DF5DAC1AE55}"/>
                  </a:ext>
                </a:extLst>
              </p:cNvPr>
              <p:cNvPicPr/>
              <p:nvPr/>
            </p:nvPicPr>
            <p:blipFill>
              <a:blip r:embed="rId6"/>
              <a:stretch>
                <a:fillRect/>
              </a:stretch>
            </p:blipFill>
            <p:spPr>
              <a:xfrm>
                <a:off x="4317476" y="4373867"/>
                <a:ext cx="2631960" cy="7786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2" name="Ink 11">
                <a:extLst>
                  <a:ext uri="{FF2B5EF4-FFF2-40B4-BE49-F238E27FC236}">
                    <a16:creationId xmlns:a16="http://schemas.microsoft.com/office/drawing/2014/main" id="{076C27A9-7410-1EC4-6133-B52FF5023B08}"/>
                  </a:ext>
                </a:extLst>
              </p14:cNvPr>
              <p14:cNvContentPartPr/>
              <p14:nvPr/>
            </p14:nvContentPartPr>
            <p14:xfrm>
              <a:off x="5271836" y="3330227"/>
              <a:ext cx="699120" cy="360"/>
            </p14:xfrm>
          </p:contentPart>
        </mc:Choice>
        <mc:Fallback xmlns="">
          <p:pic>
            <p:nvPicPr>
              <p:cNvPr id="12" name="Ink 11">
                <a:extLst>
                  <a:ext uri="{FF2B5EF4-FFF2-40B4-BE49-F238E27FC236}">
                    <a16:creationId xmlns:a16="http://schemas.microsoft.com/office/drawing/2014/main" id="{076C27A9-7410-1EC4-6133-B52FF5023B08}"/>
                  </a:ext>
                </a:extLst>
              </p:cNvPr>
              <p:cNvPicPr/>
              <p:nvPr/>
            </p:nvPicPr>
            <p:blipFill>
              <a:blip r:embed="rId8"/>
              <a:stretch>
                <a:fillRect/>
              </a:stretch>
            </p:blipFill>
            <p:spPr>
              <a:xfrm>
                <a:off x="5265716" y="3324107"/>
                <a:ext cx="71136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4" name="Ink 13">
                <a:extLst>
                  <a:ext uri="{FF2B5EF4-FFF2-40B4-BE49-F238E27FC236}">
                    <a16:creationId xmlns:a16="http://schemas.microsoft.com/office/drawing/2014/main" id="{ACDF939A-F20C-2A4F-BBC7-D9039D7E9254}"/>
                  </a:ext>
                </a:extLst>
              </p14:cNvPr>
              <p14:cNvContentPartPr/>
              <p14:nvPr/>
            </p14:nvContentPartPr>
            <p14:xfrm>
              <a:off x="3849476" y="4458827"/>
              <a:ext cx="259560" cy="360"/>
            </p14:xfrm>
          </p:contentPart>
        </mc:Choice>
        <mc:Fallback xmlns="">
          <p:pic>
            <p:nvPicPr>
              <p:cNvPr id="14" name="Ink 13">
                <a:extLst>
                  <a:ext uri="{FF2B5EF4-FFF2-40B4-BE49-F238E27FC236}">
                    <a16:creationId xmlns:a16="http://schemas.microsoft.com/office/drawing/2014/main" id="{ACDF939A-F20C-2A4F-BBC7-D9039D7E9254}"/>
                  </a:ext>
                </a:extLst>
              </p:cNvPr>
              <p:cNvPicPr/>
              <p:nvPr/>
            </p:nvPicPr>
            <p:blipFill>
              <a:blip r:embed="rId10"/>
              <a:stretch>
                <a:fillRect/>
              </a:stretch>
            </p:blipFill>
            <p:spPr>
              <a:xfrm>
                <a:off x="3843356" y="4452347"/>
                <a:ext cx="2718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5" name="Ink 14">
                <a:extLst>
                  <a:ext uri="{FF2B5EF4-FFF2-40B4-BE49-F238E27FC236}">
                    <a16:creationId xmlns:a16="http://schemas.microsoft.com/office/drawing/2014/main" id="{90FF8E38-9E4E-F681-4AB8-FE54BD1EF355}"/>
                  </a:ext>
                </a:extLst>
              </p14:cNvPr>
              <p14:cNvContentPartPr/>
              <p14:nvPr/>
            </p14:nvContentPartPr>
            <p14:xfrm>
              <a:off x="5283356" y="4232387"/>
              <a:ext cx="2016360" cy="170280"/>
            </p14:xfrm>
          </p:contentPart>
        </mc:Choice>
        <mc:Fallback xmlns="">
          <p:pic>
            <p:nvPicPr>
              <p:cNvPr id="15" name="Ink 14">
                <a:extLst>
                  <a:ext uri="{FF2B5EF4-FFF2-40B4-BE49-F238E27FC236}">
                    <a16:creationId xmlns:a16="http://schemas.microsoft.com/office/drawing/2014/main" id="{90FF8E38-9E4E-F681-4AB8-FE54BD1EF355}"/>
                  </a:ext>
                </a:extLst>
              </p:cNvPr>
              <p:cNvPicPr/>
              <p:nvPr/>
            </p:nvPicPr>
            <p:blipFill>
              <a:blip r:embed="rId12"/>
              <a:stretch>
                <a:fillRect/>
              </a:stretch>
            </p:blipFill>
            <p:spPr>
              <a:xfrm>
                <a:off x="5277236" y="4226267"/>
                <a:ext cx="2028600" cy="1825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6" name="Ink 15">
                <a:extLst>
                  <a:ext uri="{FF2B5EF4-FFF2-40B4-BE49-F238E27FC236}">
                    <a16:creationId xmlns:a16="http://schemas.microsoft.com/office/drawing/2014/main" id="{4457645B-4A2E-EB3D-924A-5FA714D5B1D9}"/>
                  </a:ext>
                </a:extLst>
              </p14:cNvPr>
              <p14:cNvContentPartPr/>
              <p14:nvPr/>
            </p14:nvContentPartPr>
            <p14:xfrm>
              <a:off x="4627076" y="-248893"/>
              <a:ext cx="2084040" cy="1276560"/>
            </p14:xfrm>
          </p:contentPart>
        </mc:Choice>
        <mc:Fallback xmlns="">
          <p:pic>
            <p:nvPicPr>
              <p:cNvPr id="16" name="Ink 15">
                <a:extLst>
                  <a:ext uri="{FF2B5EF4-FFF2-40B4-BE49-F238E27FC236}">
                    <a16:creationId xmlns:a16="http://schemas.microsoft.com/office/drawing/2014/main" id="{4457645B-4A2E-EB3D-924A-5FA714D5B1D9}"/>
                  </a:ext>
                </a:extLst>
              </p:cNvPr>
              <p:cNvPicPr/>
              <p:nvPr/>
            </p:nvPicPr>
            <p:blipFill>
              <a:blip r:embed="rId14"/>
              <a:stretch>
                <a:fillRect/>
              </a:stretch>
            </p:blipFill>
            <p:spPr>
              <a:xfrm>
                <a:off x="4620956" y="-255013"/>
                <a:ext cx="2096280" cy="1288800"/>
              </a:xfrm>
              <a:prstGeom prst="rect">
                <a:avLst/>
              </a:prstGeom>
            </p:spPr>
          </p:pic>
        </mc:Fallback>
      </mc:AlternateContent>
      <p:grpSp>
        <p:nvGrpSpPr>
          <p:cNvPr id="21" name="Group 20">
            <a:extLst>
              <a:ext uri="{FF2B5EF4-FFF2-40B4-BE49-F238E27FC236}">
                <a16:creationId xmlns:a16="http://schemas.microsoft.com/office/drawing/2014/main" id="{B5DB6D04-116A-48D7-21E5-0234DE5C0639}"/>
              </a:ext>
            </a:extLst>
          </p:cNvPr>
          <p:cNvGrpSpPr/>
          <p:nvPr/>
        </p:nvGrpSpPr>
        <p:grpSpPr>
          <a:xfrm>
            <a:off x="4877276" y="248267"/>
            <a:ext cx="3600720" cy="1095426"/>
            <a:chOff x="4877276" y="248267"/>
            <a:chExt cx="3600720" cy="1095426"/>
          </a:xfrm>
        </p:grpSpPr>
        <mc:AlternateContent xmlns:mc="http://schemas.openxmlformats.org/markup-compatibility/2006" xmlns:p14="http://schemas.microsoft.com/office/powerpoint/2010/main">
          <mc:Choice Requires="p14">
            <p:contentPart p14:bwMode="auto" r:id="rId15">
              <p14:nvContentPartPr>
                <p14:cNvPr id="2" name="Ink 1">
                  <a:extLst>
                    <a:ext uri="{FF2B5EF4-FFF2-40B4-BE49-F238E27FC236}">
                      <a16:creationId xmlns:a16="http://schemas.microsoft.com/office/drawing/2014/main" id="{367019D3-87A8-D9E9-FABC-DC040BB3043D}"/>
                    </a:ext>
                  </a:extLst>
                </p14:cNvPr>
                <p14:cNvContentPartPr/>
                <p14:nvPr/>
              </p14:nvContentPartPr>
              <p14:xfrm>
                <a:off x="4877276" y="507467"/>
                <a:ext cx="327600" cy="218160"/>
              </p14:xfrm>
            </p:contentPart>
          </mc:Choice>
          <mc:Fallback xmlns="">
            <p:pic>
              <p:nvPicPr>
                <p:cNvPr id="2" name="Ink 1">
                  <a:extLst>
                    <a:ext uri="{FF2B5EF4-FFF2-40B4-BE49-F238E27FC236}">
                      <a16:creationId xmlns:a16="http://schemas.microsoft.com/office/drawing/2014/main" id="{367019D3-87A8-D9E9-FABC-DC040BB3043D}"/>
                    </a:ext>
                  </a:extLst>
                </p:cNvPr>
                <p:cNvPicPr/>
                <p:nvPr/>
              </p:nvPicPr>
              <p:blipFill>
                <a:blip r:embed="rId16"/>
                <a:stretch>
                  <a:fillRect/>
                </a:stretch>
              </p:blipFill>
              <p:spPr>
                <a:xfrm>
                  <a:off x="4871156" y="501347"/>
                  <a:ext cx="33984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3" name="Ink 2">
                  <a:extLst>
                    <a:ext uri="{FF2B5EF4-FFF2-40B4-BE49-F238E27FC236}">
                      <a16:creationId xmlns:a16="http://schemas.microsoft.com/office/drawing/2014/main" id="{B3F61879-CC90-BA7B-DAF2-9E9E511220E0}"/>
                    </a:ext>
                  </a:extLst>
                </p14:cNvPr>
                <p14:cNvContentPartPr/>
                <p14:nvPr/>
              </p14:nvContentPartPr>
              <p14:xfrm>
                <a:off x="5225036" y="473627"/>
                <a:ext cx="171000" cy="452160"/>
              </p14:xfrm>
            </p:contentPart>
          </mc:Choice>
          <mc:Fallback xmlns="">
            <p:pic>
              <p:nvPicPr>
                <p:cNvPr id="3" name="Ink 2">
                  <a:extLst>
                    <a:ext uri="{FF2B5EF4-FFF2-40B4-BE49-F238E27FC236}">
                      <a16:creationId xmlns:a16="http://schemas.microsoft.com/office/drawing/2014/main" id="{B3F61879-CC90-BA7B-DAF2-9E9E511220E0}"/>
                    </a:ext>
                  </a:extLst>
                </p:cNvPr>
                <p:cNvPicPr/>
                <p:nvPr/>
              </p:nvPicPr>
              <p:blipFill>
                <a:blip r:embed="rId18"/>
                <a:stretch>
                  <a:fillRect/>
                </a:stretch>
              </p:blipFill>
              <p:spPr>
                <a:xfrm>
                  <a:off x="5218916" y="467507"/>
                  <a:ext cx="183240" cy="4644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6" name="Ink 5">
                  <a:extLst>
                    <a:ext uri="{FF2B5EF4-FFF2-40B4-BE49-F238E27FC236}">
                      <a16:creationId xmlns:a16="http://schemas.microsoft.com/office/drawing/2014/main" id="{65E66C17-C790-E6BC-2D65-2423EE0E51CF}"/>
                    </a:ext>
                  </a:extLst>
                </p14:cNvPr>
                <p14:cNvContentPartPr/>
                <p14:nvPr/>
              </p14:nvContentPartPr>
              <p14:xfrm>
                <a:off x="5463356" y="368507"/>
                <a:ext cx="315000" cy="420480"/>
              </p14:xfrm>
            </p:contentPart>
          </mc:Choice>
          <mc:Fallback xmlns="">
            <p:pic>
              <p:nvPicPr>
                <p:cNvPr id="6" name="Ink 5">
                  <a:extLst>
                    <a:ext uri="{FF2B5EF4-FFF2-40B4-BE49-F238E27FC236}">
                      <a16:creationId xmlns:a16="http://schemas.microsoft.com/office/drawing/2014/main" id="{65E66C17-C790-E6BC-2D65-2423EE0E51CF}"/>
                    </a:ext>
                  </a:extLst>
                </p:cNvPr>
                <p:cNvPicPr/>
                <p:nvPr/>
              </p:nvPicPr>
              <p:blipFill>
                <a:blip r:embed="rId20"/>
                <a:stretch>
                  <a:fillRect/>
                </a:stretch>
              </p:blipFill>
              <p:spPr>
                <a:xfrm>
                  <a:off x="5457236" y="362387"/>
                  <a:ext cx="327240" cy="4327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7" name="Ink 6">
                  <a:extLst>
                    <a:ext uri="{FF2B5EF4-FFF2-40B4-BE49-F238E27FC236}">
                      <a16:creationId xmlns:a16="http://schemas.microsoft.com/office/drawing/2014/main" id="{775B17D6-923B-4F58-54DD-A0D2DD985D10}"/>
                    </a:ext>
                  </a:extLst>
                </p14:cNvPr>
                <p14:cNvContentPartPr/>
                <p14:nvPr/>
              </p14:nvContentPartPr>
              <p14:xfrm>
                <a:off x="5937476" y="248267"/>
                <a:ext cx="272160" cy="706320"/>
              </p14:xfrm>
            </p:contentPart>
          </mc:Choice>
          <mc:Fallback xmlns="">
            <p:pic>
              <p:nvPicPr>
                <p:cNvPr id="7" name="Ink 6">
                  <a:extLst>
                    <a:ext uri="{FF2B5EF4-FFF2-40B4-BE49-F238E27FC236}">
                      <a16:creationId xmlns:a16="http://schemas.microsoft.com/office/drawing/2014/main" id="{775B17D6-923B-4F58-54DD-A0D2DD985D10}"/>
                    </a:ext>
                  </a:extLst>
                </p:cNvPr>
                <p:cNvPicPr/>
                <p:nvPr/>
              </p:nvPicPr>
              <p:blipFill>
                <a:blip r:embed="rId22"/>
                <a:stretch>
                  <a:fillRect/>
                </a:stretch>
              </p:blipFill>
              <p:spPr>
                <a:xfrm>
                  <a:off x="5931356" y="242147"/>
                  <a:ext cx="284400" cy="7185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8" name="Ink 7">
                  <a:extLst>
                    <a:ext uri="{FF2B5EF4-FFF2-40B4-BE49-F238E27FC236}">
                      <a16:creationId xmlns:a16="http://schemas.microsoft.com/office/drawing/2014/main" id="{A1F78A17-5532-8FBB-2B11-583D4AAAFD4F}"/>
                    </a:ext>
                  </a:extLst>
                </p14:cNvPr>
                <p14:cNvContentPartPr/>
                <p14:nvPr/>
              </p14:nvContentPartPr>
              <p14:xfrm>
                <a:off x="5102276" y="1253027"/>
                <a:ext cx="982080" cy="46440"/>
              </p14:xfrm>
            </p:contentPart>
          </mc:Choice>
          <mc:Fallback xmlns="">
            <p:pic>
              <p:nvPicPr>
                <p:cNvPr id="8" name="Ink 7">
                  <a:extLst>
                    <a:ext uri="{FF2B5EF4-FFF2-40B4-BE49-F238E27FC236}">
                      <a16:creationId xmlns:a16="http://schemas.microsoft.com/office/drawing/2014/main" id="{A1F78A17-5532-8FBB-2B11-583D4AAAFD4F}"/>
                    </a:ext>
                  </a:extLst>
                </p:cNvPr>
                <p:cNvPicPr/>
                <p:nvPr/>
              </p:nvPicPr>
              <p:blipFill>
                <a:blip r:embed="rId24"/>
                <a:stretch>
                  <a:fillRect/>
                </a:stretch>
              </p:blipFill>
              <p:spPr>
                <a:xfrm>
                  <a:off x="5096156" y="1246907"/>
                  <a:ext cx="99432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7" name="Ink 16">
                  <a:extLst>
                    <a:ext uri="{FF2B5EF4-FFF2-40B4-BE49-F238E27FC236}">
                      <a16:creationId xmlns:a16="http://schemas.microsoft.com/office/drawing/2014/main" id="{2278F55F-F86E-C0F3-A67B-526839A1415D}"/>
                    </a:ext>
                  </a:extLst>
                </p14:cNvPr>
                <p14:cNvContentPartPr/>
                <p14:nvPr/>
              </p14:nvContentPartPr>
              <p14:xfrm>
                <a:off x="7258676" y="567893"/>
                <a:ext cx="1219320" cy="537480"/>
              </p14:xfrm>
            </p:contentPart>
          </mc:Choice>
          <mc:Fallback xmlns="">
            <p:pic>
              <p:nvPicPr>
                <p:cNvPr id="17" name="Ink 16">
                  <a:extLst>
                    <a:ext uri="{FF2B5EF4-FFF2-40B4-BE49-F238E27FC236}">
                      <a16:creationId xmlns:a16="http://schemas.microsoft.com/office/drawing/2014/main" id="{2278F55F-F86E-C0F3-A67B-526839A1415D}"/>
                    </a:ext>
                  </a:extLst>
                </p:cNvPr>
                <p:cNvPicPr/>
                <p:nvPr/>
              </p:nvPicPr>
              <p:blipFill>
                <a:blip r:embed="rId26"/>
                <a:stretch>
                  <a:fillRect/>
                </a:stretch>
              </p:blipFill>
              <p:spPr>
                <a:xfrm>
                  <a:off x="7252556" y="561773"/>
                  <a:ext cx="1231560" cy="5497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9" name="Ink 18">
                  <a:extLst>
                    <a:ext uri="{FF2B5EF4-FFF2-40B4-BE49-F238E27FC236}">
                      <a16:creationId xmlns:a16="http://schemas.microsoft.com/office/drawing/2014/main" id="{369715E8-A9C4-A1DC-1E00-DD1EF5264146}"/>
                    </a:ext>
                  </a:extLst>
                </p14:cNvPr>
                <p14:cNvContentPartPr/>
                <p14:nvPr/>
              </p14:nvContentPartPr>
              <p14:xfrm>
                <a:off x="7304036" y="1308413"/>
                <a:ext cx="596160" cy="35280"/>
              </p14:xfrm>
            </p:contentPart>
          </mc:Choice>
          <mc:Fallback xmlns="">
            <p:pic>
              <p:nvPicPr>
                <p:cNvPr id="19" name="Ink 18">
                  <a:extLst>
                    <a:ext uri="{FF2B5EF4-FFF2-40B4-BE49-F238E27FC236}">
                      <a16:creationId xmlns:a16="http://schemas.microsoft.com/office/drawing/2014/main" id="{369715E8-A9C4-A1DC-1E00-DD1EF5264146}"/>
                    </a:ext>
                  </a:extLst>
                </p:cNvPr>
                <p:cNvPicPr/>
                <p:nvPr/>
              </p:nvPicPr>
              <p:blipFill>
                <a:blip r:embed="rId28"/>
                <a:stretch>
                  <a:fillRect/>
                </a:stretch>
              </p:blipFill>
              <p:spPr>
                <a:xfrm>
                  <a:off x="7297916" y="1302293"/>
                  <a:ext cx="60840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0" name="Ink 19">
                  <a:extLst>
                    <a:ext uri="{FF2B5EF4-FFF2-40B4-BE49-F238E27FC236}">
                      <a16:creationId xmlns:a16="http://schemas.microsoft.com/office/drawing/2014/main" id="{A58440CD-DA27-CEDA-0935-3EC7E31497F3}"/>
                    </a:ext>
                  </a:extLst>
                </p14:cNvPr>
                <p14:cNvContentPartPr/>
                <p14:nvPr/>
              </p14:nvContentPartPr>
              <p14:xfrm>
                <a:off x="6129716" y="541973"/>
                <a:ext cx="697680" cy="519480"/>
              </p14:xfrm>
            </p:contentPart>
          </mc:Choice>
          <mc:Fallback xmlns="">
            <p:pic>
              <p:nvPicPr>
                <p:cNvPr id="20" name="Ink 19">
                  <a:extLst>
                    <a:ext uri="{FF2B5EF4-FFF2-40B4-BE49-F238E27FC236}">
                      <a16:creationId xmlns:a16="http://schemas.microsoft.com/office/drawing/2014/main" id="{A58440CD-DA27-CEDA-0935-3EC7E31497F3}"/>
                    </a:ext>
                  </a:extLst>
                </p:cNvPr>
                <p:cNvPicPr/>
                <p:nvPr/>
              </p:nvPicPr>
              <p:blipFill>
                <a:blip r:embed="rId30"/>
                <a:stretch>
                  <a:fillRect/>
                </a:stretch>
              </p:blipFill>
              <p:spPr>
                <a:xfrm>
                  <a:off x="6123596" y="535853"/>
                  <a:ext cx="709920" cy="531720"/>
                </a:xfrm>
                <a:prstGeom prst="rect">
                  <a:avLst/>
                </a:prstGeom>
              </p:spPr>
            </p:pic>
          </mc:Fallback>
        </mc:AlternateContent>
      </p:grpSp>
    </p:spTree>
    <p:extLst>
      <p:ext uri="{BB962C8B-B14F-4D97-AF65-F5344CB8AC3E}">
        <p14:creationId xmlns:p14="http://schemas.microsoft.com/office/powerpoint/2010/main" val="15174809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IDA*</a:t>
            </a:r>
          </a:p>
        </p:txBody>
      </p:sp>
      <p:pic>
        <p:nvPicPr>
          <p:cNvPr id="1026" name="Picture 2" descr="Lecture 17 Iterative Deepening a star algorith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4833" y="830957"/>
            <a:ext cx="7722333" cy="57978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76807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0" y="0"/>
            <a:ext cx="4859315" cy="3000938"/>
          </a:xfrm>
          <a:prstGeom prst="rect">
            <a:avLst/>
          </a:prstGeom>
        </p:spPr>
      </p:pic>
    </p:spTree>
    <p:extLst>
      <p:ext uri="{BB962C8B-B14F-4D97-AF65-F5344CB8AC3E}">
        <p14:creationId xmlns:p14="http://schemas.microsoft.com/office/powerpoint/2010/main" val="378372633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3964787" cy="1404394"/>
          </a:xfrm>
          <a:prstGeom prst="rect">
            <a:avLst/>
          </a:prstGeom>
        </p:spPr>
      </p:pic>
      <p:sp>
        <p:nvSpPr>
          <p:cNvPr id="3" name="Oval 2"/>
          <p:cNvSpPr/>
          <p:nvPr/>
        </p:nvSpPr>
        <p:spPr>
          <a:xfrm>
            <a:off x="5964702" y="1111347"/>
            <a:ext cx="858129" cy="80185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S(7)</a:t>
            </a:r>
          </a:p>
        </p:txBody>
      </p:sp>
      <p:sp>
        <p:nvSpPr>
          <p:cNvPr id="13" name="TextBox 12"/>
          <p:cNvSpPr txBox="1"/>
          <p:nvPr/>
        </p:nvSpPr>
        <p:spPr>
          <a:xfrm>
            <a:off x="9467557" y="970670"/>
            <a:ext cx="2053883" cy="646331"/>
          </a:xfrm>
          <a:prstGeom prst="rect">
            <a:avLst/>
          </a:prstGeom>
          <a:noFill/>
        </p:spPr>
        <p:txBody>
          <a:bodyPr wrap="square" rtlCol="0">
            <a:spAutoFit/>
          </a:bodyPr>
          <a:lstStyle/>
          <a:p>
            <a:endParaRPr lang="en-US" dirty="0"/>
          </a:p>
          <a:p>
            <a:r>
              <a:rPr lang="en-US" dirty="0" err="1"/>
              <a:t>f_bound</a:t>
            </a:r>
            <a:r>
              <a:rPr lang="en-US" dirty="0"/>
              <a:t> = 7</a:t>
            </a:r>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9B3C9DB6-2246-E3EA-B466-F4E44AAD67D8}"/>
                  </a:ext>
                </a:extLst>
              </p14:cNvPr>
              <p14:cNvContentPartPr/>
              <p14:nvPr/>
            </p14:nvContentPartPr>
            <p14:xfrm>
              <a:off x="1151636" y="586667"/>
              <a:ext cx="134640" cy="360"/>
            </p14:xfrm>
          </p:contentPart>
        </mc:Choice>
        <mc:Fallback xmlns="">
          <p:pic>
            <p:nvPicPr>
              <p:cNvPr id="4" name="Ink 3">
                <a:extLst>
                  <a:ext uri="{FF2B5EF4-FFF2-40B4-BE49-F238E27FC236}">
                    <a16:creationId xmlns:a16="http://schemas.microsoft.com/office/drawing/2014/main" id="{9B3C9DB6-2246-E3EA-B466-F4E44AAD67D8}"/>
                  </a:ext>
                </a:extLst>
              </p:cNvPr>
              <p:cNvPicPr/>
              <p:nvPr/>
            </p:nvPicPr>
            <p:blipFill>
              <a:blip r:embed="rId4"/>
              <a:stretch>
                <a:fillRect/>
              </a:stretch>
            </p:blipFill>
            <p:spPr>
              <a:xfrm>
                <a:off x="1145516" y="580547"/>
                <a:ext cx="14688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9AEA3771-FD4E-9617-3EBF-578E16F40DC1}"/>
                  </a:ext>
                </a:extLst>
              </p14:cNvPr>
              <p14:cNvContentPartPr/>
              <p14:nvPr/>
            </p14:nvContentPartPr>
            <p14:xfrm>
              <a:off x="6389276" y="1704827"/>
              <a:ext cx="360" cy="360"/>
            </p14:xfrm>
          </p:contentPart>
        </mc:Choice>
        <mc:Fallback xmlns="">
          <p:pic>
            <p:nvPicPr>
              <p:cNvPr id="5" name="Ink 4">
                <a:extLst>
                  <a:ext uri="{FF2B5EF4-FFF2-40B4-BE49-F238E27FC236}">
                    <a16:creationId xmlns:a16="http://schemas.microsoft.com/office/drawing/2014/main" id="{9AEA3771-FD4E-9617-3EBF-578E16F40DC1}"/>
                  </a:ext>
                </a:extLst>
              </p:cNvPr>
              <p:cNvPicPr/>
              <p:nvPr/>
            </p:nvPicPr>
            <p:blipFill>
              <a:blip r:embed="rId6"/>
              <a:stretch>
                <a:fillRect/>
              </a:stretch>
            </p:blipFill>
            <p:spPr>
              <a:xfrm>
                <a:off x="6383156" y="1698707"/>
                <a:ext cx="12600" cy="12600"/>
              </a:xfrm>
              <a:prstGeom prst="rect">
                <a:avLst/>
              </a:prstGeom>
            </p:spPr>
          </p:pic>
        </mc:Fallback>
      </mc:AlternateContent>
    </p:spTree>
    <p:extLst>
      <p:ext uri="{BB962C8B-B14F-4D97-AF65-F5344CB8AC3E}">
        <p14:creationId xmlns:p14="http://schemas.microsoft.com/office/powerpoint/2010/main" val="30387702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3964787" cy="1404394"/>
          </a:xfrm>
          <a:prstGeom prst="rect">
            <a:avLst/>
          </a:prstGeom>
        </p:spPr>
      </p:pic>
      <p:sp>
        <p:nvSpPr>
          <p:cNvPr id="3" name="Oval 2"/>
          <p:cNvSpPr/>
          <p:nvPr/>
        </p:nvSpPr>
        <p:spPr>
          <a:xfrm>
            <a:off x="5964702" y="1111347"/>
            <a:ext cx="858129" cy="80185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S(7)</a:t>
            </a:r>
          </a:p>
        </p:txBody>
      </p:sp>
      <p:sp>
        <p:nvSpPr>
          <p:cNvPr id="4" name="Oval 3"/>
          <p:cNvSpPr/>
          <p:nvPr/>
        </p:nvSpPr>
        <p:spPr>
          <a:xfrm>
            <a:off x="4583723" y="2220347"/>
            <a:ext cx="987083" cy="93081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A(11)</a:t>
            </a:r>
          </a:p>
        </p:txBody>
      </p:sp>
      <p:sp>
        <p:nvSpPr>
          <p:cNvPr id="5" name="Oval 4"/>
          <p:cNvSpPr/>
          <p:nvPr/>
        </p:nvSpPr>
        <p:spPr>
          <a:xfrm>
            <a:off x="7411329" y="2220348"/>
            <a:ext cx="987083" cy="93081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B(10)</a:t>
            </a:r>
          </a:p>
        </p:txBody>
      </p:sp>
      <p:cxnSp>
        <p:nvCxnSpPr>
          <p:cNvPr id="7" name="Straight Connector 6"/>
          <p:cNvCxnSpPr>
            <a:stCxn id="3" idx="3"/>
            <a:endCxn id="4" idx="7"/>
          </p:cNvCxnSpPr>
          <p:nvPr/>
        </p:nvCxnSpPr>
        <p:spPr>
          <a:xfrm flipH="1">
            <a:off x="5426251" y="1795776"/>
            <a:ext cx="664121" cy="560886"/>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3" idx="5"/>
            <a:endCxn id="5" idx="1"/>
          </p:cNvCxnSpPr>
          <p:nvPr/>
        </p:nvCxnSpPr>
        <p:spPr>
          <a:xfrm>
            <a:off x="6697161" y="1795776"/>
            <a:ext cx="858723" cy="560887"/>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9467557" y="970670"/>
            <a:ext cx="2053883" cy="646331"/>
          </a:xfrm>
          <a:prstGeom prst="rect">
            <a:avLst/>
          </a:prstGeom>
          <a:noFill/>
        </p:spPr>
        <p:txBody>
          <a:bodyPr wrap="square" rtlCol="0">
            <a:spAutoFit/>
          </a:bodyPr>
          <a:lstStyle/>
          <a:p>
            <a:r>
              <a:rPr lang="en-US" dirty="0" err="1"/>
              <a:t>f_bound</a:t>
            </a:r>
            <a:r>
              <a:rPr lang="en-US" dirty="0"/>
              <a:t> = 7</a:t>
            </a:r>
          </a:p>
          <a:p>
            <a:r>
              <a:rPr lang="en-US" dirty="0" err="1"/>
              <a:t>f_new</a:t>
            </a:r>
            <a:r>
              <a:rPr lang="en-US" dirty="0"/>
              <a:t> = 10</a:t>
            </a:r>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D406BF6A-A6CE-529C-6E0E-C4D69A400028}"/>
                  </a:ext>
                </a:extLst>
              </p14:cNvPr>
              <p14:cNvContentPartPr/>
              <p14:nvPr/>
            </p14:nvContentPartPr>
            <p14:xfrm>
              <a:off x="4853876" y="2910467"/>
              <a:ext cx="338040" cy="24840"/>
            </p14:xfrm>
          </p:contentPart>
        </mc:Choice>
        <mc:Fallback xmlns="">
          <p:pic>
            <p:nvPicPr>
              <p:cNvPr id="6" name="Ink 5">
                <a:extLst>
                  <a:ext uri="{FF2B5EF4-FFF2-40B4-BE49-F238E27FC236}">
                    <a16:creationId xmlns:a16="http://schemas.microsoft.com/office/drawing/2014/main" id="{D406BF6A-A6CE-529C-6E0E-C4D69A400028}"/>
                  </a:ext>
                </a:extLst>
              </p:cNvPr>
              <p:cNvPicPr/>
              <p:nvPr/>
            </p:nvPicPr>
            <p:blipFill>
              <a:blip r:embed="rId4"/>
              <a:stretch>
                <a:fillRect/>
              </a:stretch>
            </p:blipFill>
            <p:spPr>
              <a:xfrm>
                <a:off x="4847756" y="2904347"/>
                <a:ext cx="350280" cy="370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1E07BE5A-7CC9-5CC4-6DD3-085F603399D2}"/>
                  </a:ext>
                </a:extLst>
              </p14:cNvPr>
              <p14:cNvContentPartPr/>
              <p14:nvPr/>
            </p14:nvContentPartPr>
            <p14:xfrm>
              <a:off x="7721636" y="2912267"/>
              <a:ext cx="371520" cy="360"/>
            </p14:xfrm>
          </p:contentPart>
        </mc:Choice>
        <mc:Fallback xmlns="">
          <p:pic>
            <p:nvPicPr>
              <p:cNvPr id="8" name="Ink 7">
                <a:extLst>
                  <a:ext uri="{FF2B5EF4-FFF2-40B4-BE49-F238E27FC236}">
                    <a16:creationId xmlns:a16="http://schemas.microsoft.com/office/drawing/2014/main" id="{1E07BE5A-7CC9-5CC4-6DD3-085F603399D2}"/>
                  </a:ext>
                </a:extLst>
              </p:cNvPr>
              <p:cNvPicPr/>
              <p:nvPr/>
            </p:nvPicPr>
            <p:blipFill>
              <a:blip r:embed="rId6"/>
              <a:stretch>
                <a:fillRect/>
              </a:stretch>
            </p:blipFill>
            <p:spPr>
              <a:xfrm>
                <a:off x="7715516" y="2906147"/>
                <a:ext cx="383760" cy="12600"/>
              </a:xfrm>
              <a:prstGeom prst="rect">
                <a:avLst/>
              </a:prstGeom>
            </p:spPr>
          </p:pic>
        </mc:Fallback>
      </mc:AlternateContent>
      <p:grpSp>
        <p:nvGrpSpPr>
          <p:cNvPr id="16" name="Group 15">
            <a:extLst>
              <a:ext uri="{FF2B5EF4-FFF2-40B4-BE49-F238E27FC236}">
                <a16:creationId xmlns:a16="http://schemas.microsoft.com/office/drawing/2014/main" id="{FC565F16-B8AD-4C17-054C-653A5B73B809}"/>
              </a:ext>
            </a:extLst>
          </p:cNvPr>
          <p:cNvGrpSpPr/>
          <p:nvPr/>
        </p:nvGrpSpPr>
        <p:grpSpPr>
          <a:xfrm>
            <a:off x="1008356" y="1533467"/>
            <a:ext cx="446400" cy="648720"/>
            <a:chOff x="1008356" y="1533467"/>
            <a:chExt cx="446400" cy="648720"/>
          </a:xfrm>
        </p:grpSpPr>
        <mc:AlternateContent xmlns:mc="http://schemas.openxmlformats.org/markup-compatibility/2006" xmlns:p14="http://schemas.microsoft.com/office/powerpoint/2010/main">
          <mc:Choice Requires="p14">
            <p:contentPart p14:bwMode="auto" r:id="rId7">
              <p14:nvContentPartPr>
                <p14:cNvPr id="10" name="Ink 9">
                  <a:extLst>
                    <a:ext uri="{FF2B5EF4-FFF2-40B4-BE49-F238E27FC236}">
                      <a16:creationId xmlns:a16="http://schemas.microsoft.com/office/drawing/2014/main" id="{9BC4BC5E-71BD-6C11-125D-9C72EE207AC9}"/>
                    </a:ext>
                  </a:extLst>
                </p14:cNvPr>
                <p14:cNvContentPartPr/>
                <p14:nvPr/>
              </p14:nvContentPartPr>
              <p14:xfrm>
                <a:off x="1049756" y="1952867"/>
                <a:ext cx="360" cy="202320"/>
              </p14:xfrm>
            </p:contentPart>
          </mc:Choice>
          <mc:Fallback xmlns="">
            <p:pic>
              <p:nvPicPr>
                <p:cNvPr id="10" name="Ink 9">
                  <a:extLst>
                    <a:ext uri="{FF2B5EF4-FFF2-40B4-BE49-F238E27FC236}">
                      <a16:creationId xmlns:a16="http://schemas.microsoft.com/office/drawing/2014/main" id="{9BC4BC5E-71BD-6C11-125D-9C72EE207AC9}"/>
                    </a:ext>
                  </a:extLst>
                </p:cNvPr>
                <p:cNvPicPr/>
                <p:nvPr/>
              </p:nvPicPr>
              <p:blipFill>
                <a:blip r:embed="rId8"/>
                <a:stretch>
                  <a:fillRect/>
                </a:stretch>
              </p:blipFill>
              <p:spPr>
                <a:xfrm>
                  <a:off x="1043636" y="1946747"/>
                  <a:ext cx="1260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1" name="Ink 10">
                  <a:extLst>
                    <a:ext uri="{FF2B5EF4-FFF2-40B4-BE49-F238E27FC236}">
                      <a16:creationId xmlns:a16="http://schemas.microsoft.com/office/drawing/2014/main" id="{FE3BEF71-6E89-57EF-11DB-6DCDCC28513C}"/>
                    </a:ext>
                  </a:extLst>
                </p14:cNvPr>
                <p14:cNvContentPartPr/>
                <p14:nvPr/>
              </p14:nvContentPartPr>
              <p14:xfrm>
                <a:off x="1008356" y="1533467"/>
                <a:ext cx="112320" cy="93240"/>
              </p14:xfrm>
            </p:contentPart>
          </mc:Choice>
          <mc:Fallback xmlns="">
            <p:pic>
              <p:nvPicPr>
                <p:cNvPr id="11" name="Ink 10">
                  <a:extLst>
                    <a:ext uri="{FF2B5EF4-FFF2-40B4-BE49-F238E27FC236}">
                      <a16:creationId xmlns:a16="http://schemas.microsoft.com/office/drawing/2014/main" id="{FE3BEF71-6E89-57EF-11DB-6DCDCC28513C}"/>
                    </a:ext>
                  </a:extLst>
                </p:cNvPr>
                <p:cNvPicPr/>
                <p:nvPr/>
              </p:nvPicPr>
              <p:blipFill>
                <a:blip r:embed="rId10"/>
                <a:stretch>
                  <a:fillRect/>
                </a:stretch>
              </p:blipFill>
              <p:spPr>
                <a:xfrm>
                  <a:off x="1002236" y="1527347"/>
                  <a:ext cx="124560" cy="10548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2" name="Ink 11">
                  <a:extLst>
                    <a:ext uri="{FF2B5EF4-FFF2-40B4-BE49-F238E27FC236}">
                      <a16:creationId xmlns:a16="http://schemas.microsoft.com/office/drawing/2014/main" id="{5FC34267-1291-CBC8-3E9B-9C12C507E6C4}"/>
                    </a:ext>
                  </a:extLst>
                </p14:cNvPr>
                <p14:cNvContentPartPr/>
                <p14:nvPr/>
              </p14:nvContentPartPr>
              <p14:xfrm>
                <a:off x="1263956" y="1738307"/>
                <a:ext cx="158040" cy="443880"/>
              </p14:xfrm>
            </p:contentPart>
          </mc:Choice>
          <mc:Fallback xmlns="">
            <p:pic>
              <p:nvPicPr>
                <p:cNvPr id="12" name="Ink 11">
                  <a:extLst>
                    <a:ext uri="{FF2B5EF4-FFF2-40B4-BE49-F238E27FC236}">
                      <a16:creationId xmlns:a16="http://schemas.microsoft.com/office/drawing/2014/main" id="{5FC34267-1291-CBC8-3E9B-9C12C507E6C4}"/>
                    </a:ext>
                  </a:extLst>
                </p:cNvPr>
                <p:cNvPicPr/>
                <p:nvPr/>
              </p:nvPicPr>
              <p:blipFill>
                <a:blip r:embed="rId12"/>
                <a:stretch>
                  <a:fillRect/>
                </a:stretch>
              </p:blipFill>
              <p:spPr>
                <a:xfrm>
                  <a:off x="1257836" y="1732187"/>
                  <a:ext cx="170280" cy="45612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4" name="Ink 13">
                  <a:extLst>
                    <a:ext uri="{FF2B5EF4-FFF2-40B4-BE49-F238E27FC236}">
                      <a16:creationId xmlns:a16="http://schemas.microsoft.com/office/drawing/2014/main" id="{748B44A6-2A2F-6C28-76F4-8625F0E3ACC8}"/>
                    </a:ext>
                  </a:extLst>
                </p14:cNvPr>
                <p14:cNvContentPartPr/>
                <p14:nvPr/>
              </p14:nvContentPartPr>
              <p14:xfrm>
                <a:off x="1241636" y="1988507"/>
                <a:ext cx="213120" cy="43920"/>
              </p14:xfrm>
            </p:contentPart>
          </mc:Choice>
          <mc:Fallback xmlns="">
            <p:pic>
              <p:nvPicPr>
                <p:cNvPr id="14" name="Ink 13">
                  <a:extLst>
                    <a:ext uri="{FF2B5EF4-FFF2-40B4-BE49-F238E27FC236}">
                      <a16:creationId xmlns:a16="http://schemas.microsoft.com/office/drawing/2014/main" id="{748B44A6-2A2F-6C28-76F4-8625F0E3ACC8}"/>
                    </a:ext>
                  </a:extLst>
                </p:cNvPr>
                <p:cNvPicPr/>
                <p:nvPr/>
              </p:nvPicPr>
              <p:blipFill>
                <a:blip r:embed="rId14"/>
                <a:stretch>
                  <a:fillRect/>
                </a:stretch>
              </p:blipFill>
              <p:spPr>
                <a:xfrm>
                  <a:off x="1235516" y="1982387"/>
                  <a:ext cx="225360" cy="56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
            <p14:nvContentPartPr>
              <p14:cNvPr id="15" name="Ink 14">
                <a:extLst>
                  <a:ext uri="{FF2B5EF4-FFF2-40B4-BE49-F238E27FC236}">
                    <a16:creationId xmlns:a16="http://schemas.microsoft.com/office/drawing/2014/main" id="{1950FD40-17ED-5E61-35AE-65ED43DBE82B}"/>
                  </a:ext>
                </a:extLst>
              </p14:cNvPr>
              <p14:cNvContentPartPr/>
              <p14:nvPr/>
            </p14:nvContentPartPr>
            <p14:xfrm>
              <a:off x="1726916" y="1884827"/>
              <a:ext cx="247320" cy="370800"/>
            </p14:xfrm>
          </p:contentPart>
        </mc:Choice>
        <mc:Fallback xmlns="">
          <p:pic>
            <p:nvPicPr>
              <p:cNvPr id="15" name="Ink 14">
                <a:extLst>
                  <a:ext uri="{FF2B5EF4-FFF2-40B4-BE49-F238E27FC236}">
                    <a16:creationId xmlns:a16="http://schemas.microsoft.com/office/drawing/2014/main" id="{1950FD40-17ED-5E61-35AE-65ED43DBE82B}"/>
                  </a:ext>
                </a:extLst>
              </p:cNvPr>
              <p:cNvPicPr/>
              <p:nvPr/>
            </p:nvPicPr>
            <p:blipFill>
              <a:blip r:embed="rId16"/>
              <a:stretch>
                <a:fillRect/>
              </a:stretch>
            </p:blipFill>
            <p:spPr>
              <a:xfrm>
                <a:off x="1720796" y="1878707"/>
                <a:ext cx="259560" cy="38304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7" name="Ink 16">
                <a:extLst>
                  <a:ext uri="{FF2B5EF4-FFF2-40B4-BE49-F238E27FC236}">
                    <a16:creationId xmlns:a16="http://schemas.microsoft.com/office/drawing/2014/main" id="{E546B8F8-21C8-80C9-6BFB-5D15B62C2EB0}"/>
                  </a:ext>
                </a:extLst>
              </p14:cNvPr>
              <p14:cNvContentPartPr/>
              <p14:nvPr/>
            </p14:nvContentPartPr>
            <p14:xfrm>
              <a:off x="801716" y="2856107"/>
              <a:ext cx="360" cy="225000"/>
            </p14:xfrm>
          </p:contentPart>
        </mc:Choice>
        <mc:Fallback xmlns="">
          <p:pic>
            <p:nvPicPr>
              <p:cNvPr id="17" name="Ink 16">
                <a:extLst>
                  <a:ext uri="{FF2B5EF4-FFF2-40B4-BE49-F238E27FC236}">
                    <a16:creationId xmlns:a16="http://schemas.microsoft.com/office/drawing/2014/main" id="{E546B8F8-21C8-80C9-6BFB-5D15B62C2EB0}"/>
                  </a:ext>
                </a:extLst>
              </p:cNvPr>
              <p:cNvPicPr/>
              <p:nvPr/>
            </p:nvPicPr>
            <p:blipFill>
              <a:blip r:embed="rId18"/>
              <a:stretch>
                <a:fillRect/>
              </a:stretch>
            </p:blipFill>
            <p:spPr>
              <a:xfrm>
                <a:off x="795596" y="2849987"/>
                <a:ext cx="1260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8" name="Ink 17">
                <a:extLst>
                  <a:ext uri="{FF2B5EF4-FFF2-40B4-BE49-F238E27FC236}">
                    <a16:creationId xmlns:a16="http://schemas.microsoft.com/office/drawing/2014/main" id="{966032FC-CB0E-2965-7562-8DF588EB9CC1}"/>
                  </a:ext>
                </a:extLst>
              </p14:cNvPr>
              <p14:cNvContentPartPr/>
              <p14:nvPr/>
            </p14:nvContentPartPr>
            <p14:xfrm>
              <a:off x="643316" y="2753147"/>
              <a:ext cx="970200" cy="326520"/>
            </p14:xfrm>
          </p:contentPart>
        </mc:Choice>
        <mc:Fallback xmlns="">
          <p:pic>
            <p:nvPicPr>
              <p:cNvPr id="18" name="Ink 17">
                <a:extLst>
                  <a:ext uri="{FF2B5EF4-FFF2-40B4-BE49-F238E27FC236}">
                    <a16:creationId xmlns:a16="http://schemas.microsoft.com/office/drawing/2014/main" id="{966032FC-CB0E-2965-7562-8DF588EB9CC1}"/>
                  </a:ext>
                </a:extLst>
              </p:cNvPr>
              <p:cNvPicPr/>
              <p:nvPr/>
            </p:nvPicPr>
            <p:blipFill>
              <a:blip r:embed="rId20"/>
              <a:stretch>
                <a:fillRect/>
              </a:stretch>
            </p:blipFill>
            <p:spPr>
              <a:xfrm>
                <a:off x="637196" y="2747027"/>
                <a:ext cx="982440" cy="338760"/>
              </a:xfrm>
              <a:prstGeom prst="rect">
                <a:avLst/>
              </a:prstGeom>
            </p:spPr>
          </p:pic>
        </mc:Fallback>
      </mc:AlternateContent>
      <p:grpSp>
        <p:nvGrpSpPr>
          <p:cNvPr id="21" name="Group 20">
            <a:extLst>
              <a:ext uri="{FF2B5EF4-FFF2-40B4-BE49-F238E27FC236}">
                <a16:creationId xmlns:a16="http://schemas.microsoft.com/office/drawing/2014/main" id="{8B59FFEF-A62E-B5E0-5E1B-AE09B7FAB0E2}"/>
              </a:ext>
            </a:extLst>
          </p:cNvPr>
          <p:cNvGrpSpPr/>
          <p:nvPr/>
        </p:nvGrpSpPr>
        <p:grpSpPr>
          <a:xfrm>
            <a:off x="2173676" y="2566667"/>
            <a:ext cx="308520" cy="221400"/>
            <a:chOff x="2173676" y="2566667"/>
            <a:chExt cx="308520" cy="221400"/>
          </a:xfrm>
        </p:grpSpPr>
        <mc:AlternateContent xmlns:mc="http://schemas.openxmlformats.org/markup-compatibility/2006" xmlns:p14="http://schemas.microsoft.com/office/powerpoint/2010/main">
          <mc:Choice Requires="p14">
            <p:contentPart p14:bwMode="auto" r:id="rId21">
              <p14:nvContentPartPr>
                <p14:cNvPr id="19" name="Ink 18">
                  <a:extLst>
                    <a:ext uri="{FF2B5EF4-FFF2-40B4-BE49-F238E27FC236}">
                      <a16:creationId xmlns:a16="http://schemas.microsoft.com/office/drawing/2014/main" id="{F35BDE26-AAA2-EBF4-5729-5D71BD31E425}"/>
                    </a:ext>
                  </a:extLst>
                </p14:cNvPr>
                <p14:cNvContentPartPr/>
                <p14:nvPr/>
              </p14:nvContentPartPr>
              <p14:xfrm>
                <a:off x="2173676" y="2566667"/>
                <a:ext cx="205200" cy="221400"/>
              </p14:xfrm>
            </p:contentPart>
          </mc:Choice>
          <mc:Fallback xmlns="">
            <p:pic>
              <p:nvPicPr>
                <p:cNvPr id="19" name="Ink 18">
                  <a:extLst>
                    <a:ext uri="{FF2B5EF4-FFF2-40B4-BE49-F238E27FC236}">
                      <a16:creationId xmlns:a16="http://schemas.microsoft.com/office/drawing/2014/main" id="{F35BDE26-AAA2-EBF4-5729-5D71BD31E425}"/>
                    </a:ext>
                  </a:extLst>
                </p:cNvPr>
                <p:cNvPicPr/>
                <p:nvPr/>
              </p:nvPicPr>
              <p:blipFill>
                <a:blip r:embed="rId22"/>
                <a:stretch>
                  <a:fillRect/>
                </a:stretch>
              </p:blipFill>
              <p:spPr>
                <a:xfrm>
                  <a:off x="2167556" y="2560547"/>
                  <a:ext cx="217440" cy="2336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0" name="Ink 19">
                  <a:extLst>
                    <a:ext uri="{FF2B5EF4-FFF2-40B4-BE49-F238E27FC236}">
                      <a16:creationId xmlns:a16="http://schemas.microsoft.com/office/drawing/2014/main" id="{49E374E5-7310-54B0-DA56-D596E79EAB9B}"/>
                    </a:ext>
                  </a:extLst>
                </p14:cNvPr>
                <p14:cNvContentPartPr/>
                <p14:nvPr/>
              </p14:nvContentPartPr>
              <p14:xfrm>
                <a:off x="2257556" y="2675027"/>
                <a:ext cx="224640" cy="68400"/>
              </p14:xfrm>
            </p:contentPart>
          </mc:Choice>
          <mc:Fallback xmlns="">
            <p:pic>
              <p:nvPicPr>
                <p:cNvPr id="20" name="Ink 19">
                  <a:extLst>
                    <a:ext uri="{FF2B5EF4-FFF2-40B4-BE49-F238E27FC236}">
                      <a16:creationId xmlns:a16="http://schemas.microsoft.com/office/drawing/2014/main" id="{49E374E5-7310-54B0-DA56-D596E79EAB9B}"/>
                    </a:ext>
                  </a:extLst>
                </p:cNvPr>
                <p:cNvPicPr/>
                <p:nvPr/>
              </p:nvPicPr>
              <p:blipFill>
                <a:blip r:embed="rId24"/>
                <a:stretch>
                  <a:fillRect/>
                </a:stretch>
              </p:blipFill>
              <p:spPr>
                <a:xfrm>
                  <a:off x="2251436" y="2668907"/>
                  <a:ext cx="236880" cy="80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5">
            <p14:nvContentPartPr>
              <p14:cNvPr id="22" name="Ink 21">
                <a:extLst>
                  <a:ext uri="{FF2B5EF4-FFF2-40B4-BE49-F238E27FC236}">
                    <a16:creationId xmlns:a16="http://schemas.microsoft.com/office/drawing/2014/main" id="{1CBE655E-365A-BD47-586A-EC8C1199100B}"/>
                  </a:ext>
                </a:extLst>
              </p14:cNvPr>
              <p14:cNvContentPartPr/>
              <p14:nvPr/>
            </p14:nvContentPartPr>
            <p14:xfrm>
              <a:off x="665996" y="3694907"/>
              <a:ext cx="599760" cy="473400"/>
            </p14:xfrm>
          </p:contentPart>
        </mc:Choice>
        <mc:Fallback xmlns="">
          <p:pic>
            <p:nvPicPr>
              <p:cNvPr id="22" name="Ink 21">
                <a:extLst>
                  <a:ext uri="{FF2B5EF4-FFF2-40B4-BE49-F238E27FC236}">
                    <a16:creationId xmlns:a16="http://schemas.microsoft.com/office/drawing/2014/main" id="{1CBE655E-365A-BD47-586A-EC8C1199100B}"/>
                  </a:ext>
                </a:extLst>
              </p:cNvPr>
              <p:cNvPicPr/>
              <p:nvPr/>
            </p:nvPicPr>
            <p:blipFill>
              <a:blip r:embed="rId26"/>
              <a:stretch>
                <a:fillRect/>
              </a:stretch>
            </p:blipFill>
            <p:spPr>
              <a:xfrm>
                <a:off x="659876" y="3688787"/>
                <a:ext cx="612000" cy="485640"/>
              </a:xfrm>
              <a:prstGeom prst="rect">
                <a:avLst/>
              </a:prstGeom>
            </p:spPr>
          </p:pic>
        </mc:Fallback>
      </mc:AlternateContent>
      <p:grpSp>
        <p:nvGrpSpPr>
          <p:cNvPr id="26" name="Group 25">
            <a:extLst>
              <a:ext uri="{FF2B5EF4-FFF2-40B4-BE49-F238E27FC236}">
                <a16:creationId xmlns:a16="http://schemas.microsoft.com/office/drawing/2014/main" id="{4B9BB609-87E0-54CF-DD87-788753E27FC4}"/>
              </a:ext>
            </a:extLst>
          </p:cNvPr>
          <p:cNvGrpSpPr/>
          <p:nvPr/>
        </p:nvGrpSpPr>
        <p:grpSpPr>
          <a:xfrm>
            <a:off x="1580036" y="3365147"/>
            <a:ext cx="803880" cy="445320"/>
            <a:chOff x="1580036" y="3365147"/>
            <a:chExt cx="803880" cy="445320"/>
          </a:xfrm>
        </p:grpSpPr>
        <mc:AlternateContent xmlns:mc="http://schemas.openxmlformats.org/markup-compatibility/2006" xmlns:p14="http://schemas.microsoft.com/office/powerpoint/2010/main">
          <mc:Choice Requires="p14">
            <p:contentPart p14:bwMode="auto" r:id="rId27">
              <p14:nvContentPartPr>
                <p14:cNvPr id="23" name="Ink 22">
                  <a:extLst>
                    <a:ext uri="{FF2B5EF4-FFF2-40B4-BE49-F238E27FC236}">
                      <a16:creationId xmlns:a16="http://schemas.microsoft.com/office/drawing/2014/main" id="{6186F74B-803D-22B6-4430-29A9A91E2CED}"/>
                    </a:ext>
                  </a:extLst>
                </p14:cNvPr>
                <p14:cNvContentPartPr/>
                <p14:nvPr/>
              </p14:nvContentPartPr>
              <p14:xfrm>
                <a:off x="1580036" y="3503027"/>
                <a:ext cx="633960" cy="307440"/>
              </p14:xfrm>
            </p:contentPart>
          </mc:Choice>
          <mc:Fallback xmlns="">
            <p:pic>
              <p:nvPicPr>
                <p:cNvPr id="23" name="Ink 22">
                  <a:extLst>
                    <a:ext uri="{FF2B5EF4-FFF2-40B4-BE49-F238E27FC236}">
                      <a16:creationId xmlns:a16="http://schemas.microsoft.com/office/drawing/2014/main" id="{6186F74B-803D-22B6-4430-29A9A91E2CED}"/>
                    </a:ext>
                  </a:extLst>
                </p:cNvPr>
                <p:cNvPicPr/>
                <p:nvPr/>
              </p:nvPicPr>
              <p:blipFill>
                <a:blip r:embed="rId28"/>
                <a:stretch>
                  <a:fillRect/>
                </a:stretch>
              </p:blipFill>
              <p:spPr>
                <a:xfrm>
                  <a:off x="1573916" y="3496907"/>
                  <a:ext cx="646200" cy="31968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24" name="Ink 23">
                  <a:extLst>
                    <a:ext uri="{FF2B5EF4-FFF2-40B4-BE49-F238E27FC236}">
                      <a16:creationId xmlns:a16="http://schemas.microsoft.com/office/drawing/2014/main" id="{00EBDFAA-2A75-5DFD-2200-155316816988}"/>
                    </a:ext>
                  </a:extLst>
                </p14:cNvPr>
                <p14:cNvContentPartPr/>
                <p14:nvPr/>
              </p14:nvContentPartPr>
              <p14:xfrm>
                <a:off x="1929956" y="3365147"/>
                <a:ext cx="453960" cy="180000"/>
              </p14:xfrm>
            </p:contentPart>
          </mc:Choice>
          <mc:Fallback xmlns="">
            <p:pic>
              <p:nvPicPr>
                <p:cNvPr id="24" name="Ink 23">
                  <a:extLst>
                    <a:ext uri="{FF2B5EF4-FFF2-40B4-BE49-F238E27FC236}">
                      <a16:creationId xmlns:a16="http://schemas.microsoft.com/office/drawing/2014/main" id="{00EBDFAA-2A75-5DFD-2200-155316816988}"/>
                    </a:ext>
                  </a:extLst>
                </p:cNvPr>
                <p:cNvPicPr/>
                <p:nvPr/>
              </p:nvPicPr>
              <p:blipFill>
                <a:blip r:embed="rId30"/>
                <a:stretch>
                  <a:fillRect/>
                </a:stretch>
              </p:blipFill>
              <p:spPr>
                <a:xfrm>
                  <a:off x="1923836" y="3359027"/>
                  <a:ext cx="466200" cy="19224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5" name="Ink 24">
                  <a:extLst>
                    <a:ext uri="{FF2B5EF4-FFF2-40B4-BE49-F238E27FC236}">
                      <a16:creationId xmlns:a16="http://schemas.microsoft.com/office/drawing/2014/main" id="{064F78D0-BB74-1518-337C-31124349BDD0}"/>
                    </a:ext>
                  </a:extLst>
                </p14:cNvPr>
                <p14:cNvContentPartPr/>
                <p14:nvPr/>
              </p14:nvContentPartPr>
              <p14:xfrm>
                <a:off x="1738076" y="3499067"/>
                <a:ext cx="54720" cy="11880"/>
              </p14:xfrm>
            </p:contentPart>
          </mc:Choice>
          <mc:Fallback xmlns="">
            <p:pic>
              <p:nvPicPr>
                <p:cNvPr id="25" name="Ink 24">
                  <a:extLst>
                    <a:ext uri="{FF2B5EF4-FFF2-40B4-BE49-F238E27FC236}">
                      <a16:creationId xmlns:a16="http://schemas.microsoft.com/office/drawing/2014/main" id="{064F78D0-BB74-1518-337C-31124349BDD0}"/>
                    </a:ext>
                  </a:extLst>
                </p:cNvPr>
                <p:cNvPicPr/>
                <p:nvPr/>
              </p:nvPicPr>
              <p:blipFill>
                <a:blip r:embed="rId32"/>
                <a:stretch>
                  <a:fillRect/>
                </a:stretch>
              </p:blipFill>
              <p:spPr>
                <a:xfrm>
                  <a:off x="1731956" y="3492947"/>
                  <a:ext cx="66960" cy="24120"/>
                </a:xfrm>
                <a:prstGeom prst="rect">
                  <a:avLst/>
                </a:prstGeom>
              </p:spPr>
            </p:pic>
          </mc:Fallback>
        </mc:AlternateContent>
      </p:grpSp>
      <p:grpSp>
        <p:nvGrpSpPr>
          <p:cNvPr id="30" name="Group 29">
            <a:extLst>
              <a:ext uri="{FF2B5EF4-FFF2-40B4-BE49-F238E27FC236}">
                <a16:creationId xmlns:a16="http://schemas.microsoft.com/office/drawing/2014/main" id="{61DC3C4E-F787-FA23-F9B6-C18CC4CFE204}"/>
              </a:ext>
            </a:extLst>
          </p:cNvPr>
          <p:cNvGrpSpPr/>
          <p:nvPr/>
        </p:nvGrpSpPr>
        <p:grpSpPr>
          <a:xfrm>
            <a:off x="1105556" y="4391147"/>
            <a:ext cx="417600" cy="552960"/>
            <a:chOff x="1105556" y="4391147"/>
            <a:chExt cx="417600" cy="552960"/>
          </a:xfrm>
        </p:grpSpPr>
        <mc:AlternateContent xmlns:mc="http://schemas.openxmlformats.org/markup-compatibility/2006" xmlns:p14="http://schemas.microsoft.com/office/powerpoint/2010/main">
          <mc:Choice Requires="p14">
            <p:contentPart p14:bwMode="auto" r:id="rId33">
              <p14:nvContentPartPr>
                <p14:cNvPr id="27" name="Ink 26">
                  <a:extLst>
                    <a:ext uri="{FF2B5EF4-FFF2-40B4-BE49-F238E27FC236}">
                      <a16:creationId xmlns:a16="http://schemas.microsoft.com/office/drawing/2014/main" id="{2130C39D-1638-7E1F-9E99-25B47B6739F4}"/>
                    </a:ext>
                  </a:extLst>
                </p14:cNvPr>
                <p14:cNvContentPartPr/>
                <p14:nvPr/>
              </p14:nvContentPartPr>
              <p14:xfrm>
                <a:off x="1105556" y="4414187"/>
                <a:ext cx="47520" cy="292680"/>
              </p14:xfrm>
            </p:contentPart>
          </mc:Choice>
          <mc:Fallback xmlns="">
            <p:pic>
              <p:nvPicPr>
                <p:cNvPr id="27" name="Ink 26">
                  <a:extLst>
                    <a:ext uri="{FF2B5EF4-FFF2-40B4-BE49-F238E27FC236}">
                      <a16:creationId xmlns:a16="http://schemas.microsoft.com/office/drawing/2014/main" id="{2130C39D-1638-7E1F-9E99-25B47B6739F4}"/>
                    </a:ext>
                  </a:extLst>
                </p:cNvPr>
                <p:cNvPicPr/>
                <p:nvPr/>
              </p:nvPicPr>
              <p:blipFill>
                <a:blip r:embed="rId34"/>
                <a:stretch>
                  <a:fillRect/>
                </a:stretch>
              </p:blipFill>
              <p:spPr>
                <a:xfrm>
                  <a:off x="1099436" y="4408067"/>
                  <a:ext cx="5976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8" name="Ink 27">
                  <a:extLst>
                    <a:ext uri="{FF2B5EF4-FFF2-40B4-BE49-F238E27FC236}">
                      <a16:creationId xmlns:a16="http://schemas.microsoft.com/office/drawing/2014/main" id="{D7A72FFB-B488-61D3-1E9E-7985F53FBAB1}"/>
                    </a:ext>
                  </a:extLst>
                </p14:cNvPr>
                <p14:cNvContentPartPr/>
                <p14:nvPr/>
              </p14:nvContentPartPr>
              <p14:xfrm>
                <a:off x="1219316" y="4391147"/>
                <a:ext cx="125280" cy="304200"/>
              </p14:xfrm>
            </p:contentPart>
          </mc:Choice>
          <mc:Fallback xmlns="">
            <p:pic>
              <p:nvPicPr>
                <p:cNvPr id="28" name="Ink 27">
                  <a:extLst>
                    <a:ext uri="{FF2B5EF4-FFF2-40B4-BE49-F238E27FC236}">
                      <a16:creationId xmlns:a16="http://schemas.microsoft.com/office/drawing/2014/main" id="{D7A72FFB-B488-61D3-1E9E-7985F53FBAB1}"/>
                    </a:ext>
                  </a:extLst>
                </p:cNvPr>
                <p:cNvPicPr/>
                <p:nvPr/>
              </p:nvPicPr>
              <p:blipFill>
                <a:blip r:embed="rId36"/>
                <a:stretch>
                  <a:fillRect/>
                </a:stretch>
              </p:blipFill>
              <p:spPr>
                <a:xfrm>
                  <a:off x="1213196" y="4385027"/>
                  <a:ext cx="137520" cy="31644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9" name="Ink 28">
                  <a:extLst>
                    <a:ext uri="{FF2B5EF4-FFF2-40B4-BE49-F238E27FC236}">
                      <a16:creationId xmlns:a16="http://schemas.microsoft.com/office/drawing/2014/main" id="{F21586AD-5751-0D11-5230-C097C24DFCD8}"/>
                    </a:ext>
                  </a:extLst>
                </p14:cNvPr>
                <p14:cNvContentPartPr/>
                <p14:nvPr/>
              </p14:nvContentPartPr>
              <p14:xfrm>
                <a:off x="1410836" y="4641707"/>
                <a:ext cx="112320" cy="302400"/>
              </p14:xfrm>
            </p:contentPart>
          </mc:Choice>
          <mc:Fallback xmlns="">
            <p:pic>
              <p:nvPicPr>
                <p:cNvPr id="29" name="Ink 28">
                  <a:extLst>
                    <a:ext uri="{FF2B5EF4-FFF2-40B4-BE49-F238E27FC236}">
                      <a16:creationId xmlns:a16="http://schemas.microsoft.com/office/drawing/2014/main" id="{F21586AD-5751-0D11-5230-C097C24DFCD8}"/>
                    </a:ext>
                  </a:extLst>
                </p:cNvPr>
                <p:cNvPicPr/>
                <p:nvPr/>
              </p:nvPicPr>
              <p:blipFill>
                <a:blip r:embed="rId38"/>
                <a:stretch>
                  <a:fillRect/>
                </a:stretch>
              </p:blipFill>
              <p:spPr>
                <a:xfrm>
                  <a:off x="1404716" y="4635587"/>
                  <a:ext cx="124560" cy="314640"/>
                </a:xfrm>
                <a:prstGeom prst="rect">
                  <a:avLst/>
                </a:prstGeom>
              </p:spPr>
            </p:pic>
          </mc:Fallback>
        </mc:AlternateContent>
      </p:grpSp>
      <p:grpSp>
        <p:nvGrpSpPr>
          <p:cNvPr id="34" name="Group 33">
            <a:extLst>
              <a:ext uri="{FF2B5EF4-FFF2-40B4-BE49-F238E27FC236}">
                <a16:creationId xmlns:a16="http://schemas.microsoft.com/office/drawing/2014/main" id="{4BDF5FE8-2140-E66F-898F-A43493D80E91}"/>
              </a:ext>
            </a:extLst>
          </p:cNvPr>
          <p:cNvGrpSpPr/>
          <p:nvPr/>
        </p:nvGrpSpPr>
        <p:grpSpPr>
          <a:xfrm>
            <a:off x="1625756" y="4391147"/>
            <a:ext cx="463320" cy="243360"/>
            <a:chOff x="1625756" y="4391147"/>
            <a:chExt cx="463320" cy="243360"/>
          </a:xfrm>
        </p:grpSpPr>
        <mc:AlternateContent xmlns:mc="http://schemas.openxmlformats.org/markup-compatibility/2006" xmlns:p14="http://schemas.microsoft.com/office/powerpoint/2010/main">
          <mc:Choice Requires="p14">
            <p:contentPart p14:bwMode="auto" r:id="rId39">
              <p14:nvContentPartPr>
                <p14:cNvPr id="32" name="Ink 31">
                  <a:extLst>
                    <a:ext uri="{FF2B5EF4-FFF2-40B4-BE49-F238E27FC236}">
                      <a16:creationId xmlns:a16="http://schemas.microsoft.com/office/drawing/2014/main" id="{A7F4304E-D62F-39E3-13A2-D1A8CA30C76F}"/>
                    </a:ext>
                  </a:extLst>
                </p14:cNvPr>
                <p14:cNvContentPartPr/>
                <p14:nvPr/>
              </p14:nvContentPartPr>
              <p14:xfrm>
                <a:off x="1625756" y="4391147"/>
                <a:ext cx="106920" cy="243360"/>
              </p14:xfrm>
            </p:contentPart>
          </mc:Choice>
          <mc:Fallback xmlns="">
            <p:pic>
              <p:nvPicPr>
                <p:cNvPr id="32" name="Ink 31">
                  <a:extLst>
                    <a:ext uri="{FF2B5EF4-FFF2-40B4-BE49-F238E27FC236}">
                      <a16:creationId xmlns:a16="http://schemas.microsoft.com/office/drawing/2014/main" id="{A7F4304E-D62F-39E3-13A2-D1A8CA30C76F}"/>
                    </a:ext>
                  </a:extLst>
                </p:cNvPr>
                <p:cNvPicPr/>
                <p:nvPr/>
              </p:nvPicPr>
              <p:blipFill>
                <a:blip r:embed="rId40"/>
                <a:stretch>
                  <a:fillRect/>
                </a:stretch>
              </p:blipFill>
              <p:spPr>
                <a:xfrm>
                  <a:off x="1619636" y="4385027"/>
                  <a:ext cx="119160" cy="2556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33" name="Ink 32">
                  <a:extLst>
                    <a:ext uri="{FF2B5EF4-FFF2-40B4-BE49-F238E27FC236}">
                      <a16:creationId xmlns:a16="http://schemas.microsoft.com/office/drawing/2014/main" id="{75D24A22-24E2-3536-EA0D-DE17AB97ABAE}"/>
                    </a:ext>
                  </a:extLst>
                </p14:cNvPr>
                <p14:cNvContentPartPr/>
                <p14:nvPr/>
              </p14:nvContentPartPr>
              <p14:xfrm>
                <a:off x="1800356" y="4413107"/>
                <a:ext cx="288720" cy="161280"/>
              </p14:xfrm>
            </p:contentPart>
          </mc:Choice>
          <mc:Fallback xmlns="">
            <p:pic>
              <p:nvPicPr>
                <p:cNvPr id="33" name="Ink 32">
                  <a:extLst>
                    <a:ext uri="{FF2B5EF4-FFF2-40B4-BE49-F238E27FC236}">
                      <a16:creationId xmlns:a16="http://schemas.microsoft.com/office/drawing/2014/main" id="{75D24A22-24E2-3536-EA0D-DE17AB97ABAE}"/>
                    </a:ext>
                  </a:extLst>
                </p:cNvPr>
                <p:cNvPicPr/>
                <p:nvPr/>
              </p:nvPicPr>
              <p:blipFill>
                <a:blip r:embed="rId42"/>
                <a:stretch>
                  <a:fillRect/>
                </a:stretch>
              </p:blipFill>
              <p:spPr>
                <a:xfrm>
                  <a:off x="1794236" y="4406987"/>
                  <a:ext cx="300960" cy="173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3">
            <p14:nvContentPartPr>
              <p14:cNvPr id="35" name="Ink 34">
                <a:extLst>
                  <a:ext uri="{FF2B5EF4-FFF2-40B4-BE49-F238E27FC236}">
                    <a16:creationId xmlns:a16="http://schemas.microsoft.com/office/drawing/2014/main" id="{844A3621-953C-1986-6A09-3E051ED32F8F}"/>
                  </a:ext>
                </a:extLst>
              </p14:cNvPr>
              <p14:cNvContentPartPr/>
              <p14:nvPr/>
            </p14:nvContentPartPr>
            <p14:xfrm>
              <a:off x="1072436" y="4914587"/>
              <a:ext cx="838800" cy="165240"/>
            </p14:xfrm>
          </p:contentPart>
        </mc:Choice>
        <mc:Fallback xmlns="">
          <p:pic>
            <p:nvPicPr>
              <p:cNvPr id="35" name="Ink 34">
                <a:extLst>
                  <a:ext uri="{FF2B5EF4-FFF2-40B4-BE49-F238E27FC236}">
                    <a16:creationId xmlns:a16="http://schemas.microsoft.com/office/drawing/2014/main" id="{844A3621-953C-1986-6A09-3E051ED32F8F}"/>
                  </a:ext>
                </a:extLst>
              </p:cNvPr>
              <p:cNvPicPr/>
              <p:nvPr/>
            </p:nvPicPr>
            <p:blipFill>
              <a:blip r:embed="rId44"/>
              <a:stretch>
                <a:fillRect/>
              </a:stretch>
            </p:blipFill>
            <p:spPr>
              <a:xfrm>
                <a:off x="1066316" y="4908467"/>
                <a:ext cx="85104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36" name="Ink 35">
                <a:extLst>
                  <a:ext uri="{FF2B5EF4-FFF2-40B4-BE49-F238E27FC236}">
                    <a16:creationId xmlns:a16="http://schemas.microsoft.com/office/drawing/2014/main" id="{0BE8293F-61F9-7257-AF32-6195B0B42709}"/>
                  </a:ext>
                </a:extLst>
              </p14:cNvPr>
              <p14:cNvContentPartPr/>
              <p14:nvPr/>
            </p14:nvContentPartPr>
            <p14:xfrm>
              <a:off x="1873436" y="3973907"/>
              <a:ext cx="451440" cy="289080"/>
            </p14:xfrm>
          </p:contentPart>
        </mc:Choice>
        <mc:Fallback xmlns="">
          <p:pic>
            <p:nvPicPr>
              <p:cNvPr id="36" name="Ink 35">
                <a:extLst>
                  <a:ext uri="{FF2B5EF4-FFF2-40B4-BE49-F238E27FC236}">
                    <a16:creationId xmlns:a16="http://schemas.microsoft.com/office/drawing/2014/main" id="{0BE8293F-61F9-7257-AF32-6195B0B42709}"/>
                  </a:ext>
                </a:extLst>
              </p:cNvPr>
              <p:cNvPicPr/>
              <p:nvPr/>
            </p:nvPicPr>
            <p:blipFill>
              <a:blip r:embed="rId46"/>
              <a:stretch>
                <a:fillRect/>
              </a:stretch>
            </p:blipFill>
            <p:spPr>
              <a:xfrm>
                <a:off x="1867316" y="3967787"/>
                <a:ext cx="463680" cy="301320"/>
              </a:xfrm>
              <a:prstGeom prst="rect">
                <a:avLst/>
              </a:prstGeom>
            </p:spPr>
          </p:pic>
        </mc:Fallback>
      </mc:AlternateContent>
    </p:spTree>
    <p:extLst>
      <p:ext uri="{BB962C8B-B14F-4D97-AF65-F5344CB8AC3E}">
        <p14:creationId xmlns:p14="http://schemas.microsoft.com/office/powerpoint/2010/main" val="97345428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3964787" cy="1404394"/>
          </a:xfrm>
          <a:prstGeom prst="rect">
            <a:avLst/>
          </a:prstGeom>
        </p:spPr>
      </p:pic>
      <p:sp>
        <p:nvSpPr>
          <p:cNvPr id="3" name="Oval 2"/>
          <p:cNvSpPr/>
          <p:nvPr/>
        </p:nvSpPr>
        <p:spPr>
          <a:xfrm>
            <a:off x="5964702" y="1111347"/>
            <a:ext cx="858129" cy="80185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S(7)</a:t>
            </a:r>
          </a:p>
        </p:txBody>
      </p:sp>
      <p:sp>
        <p:nvSpPr>
          <p:cNvPr id="4" name="Oval 3"/>
          <p:cNvSpPr/>
          <p:nvPr/>
        </p:nvSpPr>
        <p:spPr>
          <a:xfrm>
            <a:off x="4583723" y="2220347"/>
            <a:ext cx="987083" cy="93081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A(11)</a:t>
            </a:r>
          </a:p>
        </p:txBody>
      </p:sp>
      <p:sp>
        <p:nvSpPr>
          <p:cNvPr id="5" name="Oval 4"/>
          <p:cNvSpPr/>
          <p:nvPr/>
        </p:nvSpPr>
        <p:spPr>
          <a:xfrm>
            <a:off x="7411329" y="2220348"/>
            <a:ext cx="987083" cy="93081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B(10)</a:t>
            </a:r>
          </a:p>
        </p:txBody>
      </p:sp>
      <p:cxnSp>
        <p:nvCxnSpPr>
          <p:cNvPr id="7" name="Straight Connector 6"/>
          <p:cNvCxnSpPr>
            <a:stCxn id="3" idx="3"/>
            <a:endCxn id="4" idx="7"/>
          </p:cNvCxnSpPr>
          <p:nvPr/>
        </p:nvCxnSpPr>
        <p:spPr>
          <a:xfrm flipH="1">
            <a:off x="5426251" y="1795776"/>
            <a:ext cx="664121" cy="560886"/>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3" idx="5"/>
            <a:endCxn id="5" idx="1"/>
          </p:cNvCxnSpPr>
          <p:nvPr/>
        </p:nvCxnSpPr>
        <p:spPr>
          <a:xfrm>
            <a:off x="6697161" y="1795776"/>
            <a:ext cx="858723" cy="560887"/>
          </a:xfrm>
          <a:prstGeom prst="line">
            <a:avLst/>
          </a:prstGeom>
          <a:ln>
            <a:prstDash val="solid"/>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9467557" y="970670"/>
            <a:ext cx="2053883" cy="646331"/>
          </a:xfrm>
          <a:prstGeom prst="rect">
            <a:avLst/>
          </a:prstGeom>
          <a:noFill/>
        </p:spPr>
        <p:txBody>
          <a:bodyPr wrap="square" rtlCol="0">
            <a:spAutoFit/>
          </a:bodyPr>
          <a:lstStyle/>
          <a:p>
            <a:r>
              <a:rPr lang="en-US" dirty="0" err="1"/>
              <a:t>f_bound</a:t>
            </a:r>
            <a:r>
              <a:rPr lang="en-US" dirty="0"/>
              <a:t> = 10</a:t>
            </a:r>
          </a:p>
          <a:p>
            <a:r>
              <a:rPr lang="en-US" dirty="0" err="1"/>
              <a:t>f_new</a:t>
            </a:r>
            <a:r>
              <a:rPr lang="en-US" dirty="0"/>
              <a:t> = 11</a:t>
            </a:r>
          </a:p>
        </p:txBody>
      </p:sp>
      <p:sp>
        <p:nvSpPr>
          <p:cNvPr id="10" name="Oval 9"/>
          <p:cNvSpPr/>
          <p:nvPr/>
        </p:nvSpPr>
        <p:spPr>
          <a:xfrm>
            <a:off x="6114629" y="3465663"/>
            <a:ext cx="987083" cy="93081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C(12)</a:t>
            </a:r>
          </a:p>
        </p:txBody>
      </p:sp>
      <p:sp>
        <p:nvSpPr>
          <p:cNvPr id="11" name="Oval 10"/>
          <p:cNvSpPr/>
          <p:nvPr/>
        </p:nvSpPr>
        <p:spPr>
          <a:xfrm>
            <a:off x="8942235" y="3465664"/>
            <a:ext cx="1017691" cy="93081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G(13)</a:t>
            </a:r>
          </a:p>
        </p:txBody>
      </p:sp>
      <p:cxnSp>
        <p:nvCxnSpPr>
          <p:cNvPr id="12" name="Straight Connector 11"/>
          <p:cNvCxnSpPr>
            <a:stCxn id="5" idx="3"/>
            <a:endCxn id="10" idx="7"/>
          </p:cNvCxnSpPr>
          <p:nvPr/>
        </p:nvCxnSpPr>
        <p:spPr>
          <a:xfrm flipH="1">
            <a:off x="6957157" y="3014848"/>
            <a:ext cx="598727" cy="58713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5" idx="5"/>
            <a:endCxn id="11" idx="1"/>
          </p:cNvCxnSpPr>
          <p:nvPr/>
        </p:nvCxnSpPr>
        <p:spPr>
          <a:xfrm>
            <a:off x="8253857" y="3014848"/>
            <a:ext cx="837415" cy="587131"/>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A5025F61-7FE6-7EB0-5346-895FF233E721}"/>
              </a:ext>
            </a:extLst>
          </p:cNvPr>
          <p:cNvSpPr/>
          <p:nvPr/>
        </p:nvSpPr>
        <p:spPr>
          <a:xfrm>
            <a:off x="4551473" y="3465663"/>
            <a:ext cx="987083" cy="93081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A(20)</a:t>
            </a:r>
          </a:p>
        </p:txBody>
      </p:sp>
      <p:cxnSp>
        <p:nvCxnSpPr>
          <p:cNvPr id="8" name="Straight Connector 7">
            <a:extLst>
              <a:ext uri="{FF2B5EF4-FFF2-40B4-BE49-F238E27FC236}">
                <a16:creationId xmlns:a16="http://schemas.microsoft.com/office/drawing/2014/main" id="{34CE5EA9-D7FE-C2E4-6AFC-3DFD001B5594}"/>
              </a:ext>
            </a:extLst>
          </p:cNvPr>
          <p:cNvCxnSpPr>
            <a:cxnSpLocks/>
          </p:cNvCxnSpPr>
          <p:nvPr/>
        </p:nvCxnSpPr>
        <p:spPr>
          <a:xfrm flipH="1">
            <a:off x="5234844" y="2685755"/>
            <a:ext cx="2216858" cy="889980"/>
          </a:xfrm>
          <a:prstGeom prst="line">
            <a:avLst/>
          </a:prstGeom>
          <a:ln>
            <a:prstDash val="lg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p14="http://schemas.microsoft.com/office/powerpoint/2010/main">
        <mc:Choice Requires="p14">
          <p:contentPart p14:bwMode="auto" r:id="rId3">
            <p14:nvContentPartPr>
              <p14:cNvPr id="25" name="Ink 24">
                <a:extLst>
                  <a:ext uri="{FF2B5EF4-FFF2-40B4-BE49-F238E27FC236}">
                    <a16:creationId xmlns:a16="http://schemas.microsoft.com/office/drawing/2014/main" id="{7AF4FDB1-4BF8-5211-ACFC-5B6E0CC69EFC}"/>
                  </a:ext>
                </a:extLst>
              </p14:cNvPr>
              <p14:cNvContentPartPr/>
              <p14:nvPr/>
            </p14:nvContentPartPr>
            <p14:xfrm>
              <a:off x="642236" y="3785627"/>
              <a:ext cx="554040" cy="458280"/>
            </p14:xfrm>
          </p:contentPart>
        </mc:Choice>
        <mc:Fallback xmlns="">
          <p:pic>
            <p:nvPicPr>
              <p:cNvPr id="25" name="Ink 24">
                <a:extLst>
                  <a:ext uri="{FF2B5EF4-FFF2-40B4-BE49-F238E27FC236}">
                    <a16:creationId xmlns:a16="http://schemas.microsoft.com/office/drawing/2014/main" id="{7AF4FDB1-4BF8-5211-ACFC-5B6E0CC69EFC}"/>
                  </a:ext>
                </a:extLst>
              </p:cNvPr>
              <p:cNvPicPr/>
              <p:nvPr/>
            </p:nvPicPr>
            <p:blipFill>
              <a:blip r:embed="rId4"/>
              <a:stretch>
                <a:fillRect/>
              </a:stretch>
            </p:blipFill>
            <p:spPr>
              <a:xfrm>
                <a:off x="636116" y="3779507"/>
                <a:ext cx="566280" cy="4705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32" name="Ink 31">
                <a:extLst>
                  <a:ext uri="{FF2B5EF4-FFF2-40B4-BE49-F238E27FC236}">
                    <a16:creationId xmlns:a16="http://schemas.microsoft.com/office/drawing/2014/main" id="{743DDC96-4A41-C545-2D52-27F59074DB36}"/>
                  </a:ext>
                </a:extLst>
              </p14:cNvPr>
              <p14:cNvContentPartPr/>
              <p14:nvPr/>
            </p14:nvContentPartPr>
            <p14:xfrm>
              <a:off x="4865756" y="2890667"/>
              <a:ext cx="349920" cy="21960"/>
            </p14:xfrm>
          </p:contentPart>
        </mc:Choice>
        <mc:Fallback xmlns="">
          <p:pic>
            <p:nvPicPr>
              <p:cNvPr id="32" name="Ink 31">
                <a:extLst>
                  <a:ext uri="{FF2B5EF4-FFF2-40B4-BE49-F238E27FC236}">
                    <a16:creationId xmlns:a16="http://schemas.microsoft.com/office/drawing/2014/main" id="{743DDC96-4A41-C545-2D52-27F59074DB36}"/>
                  </a:ext>
                </a:extLst>
              </p:cNvPr>
              <p:cNvPicPr/>
              <p:nvPr/>
            </p:nvPicPr>
            <p:blipFill>
              <a:blip r:embed="rId6"/>
              <a:stretch>
                <a:fillRect/>
              </a:stretch>
            </p:blipFill>
            <p:spPr>
              <a:xfrm>
                <a:off x="4859636" y="2884547"/>
                <a:ext cx="36216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7" name="Ink 36">
                <a:extLst>
                  <a:ext uri="{FF2B5EF4-FFF2-40B4-BE49-F238E27FC236}">
                    <a16:creationId xmlns:a16="http://schemas.microsoft.com/office/drawing/2014/main" id="{8DA86169-BE28-7376-A56E-F5459CA41A98}"/>
                  </a:ext>
                </a:extLst>
              </p14:cNvPr>
              <p14:cNvContentPartPr/>
              <p14:nvPr/>
            </p14:nvContentPartPr>
            <p14:xfrm>
              <a:off x="7687436" y="2878427"/>
              <a:ext cx="337680" cy="360"/>
            </p14:xfrm>
          </p:contentPart>
        </mc:Choice>
        <mc:Fallback xmlns="">
          <p:pic>
            <p:nvPicPr>
              <p:cNvPr id="37" name="Ink 36">
                <a:extLst>
                  <a:ext uri="{FF2B5EF4-FFF2-40B4-BE49-F238E27FC236}">
                    <a16:creationId xmlns:a16="http://schemas.microsoft.com/office/drawing/2014/main" id="{8DA86169-BE28-7376-A56E-F5459CA41A98}"/>
                  </a:ext>
                </a:extLst>
              </p:cNvPr>
              <p:cNvPicPr/>
              <p:nvPr/>
            </p:nvPicPr>
            <p:blipFill>
              <a:blip r:embed="rId8"/>
              <a:stretch>
                <a:fillRect/>
              </a:stretch>
            </p:blipFill>
            <p:spPr>
              <a:xfrm>
                <a:off x="7681316" y="2872307"/>
                <a:ext cx="349920" cy="12600"/>
              </a:xfrm>
              <a:prstGeom prst="rect">
                <a:avLst/>
              </a:prstGeom>
            </p:spPr>
          </p:pic>
        </mc:Fallback>
      </mc:AlternateContent>
      <p:grpSp>
        <p:nvGrpSpPr>
          <p:cNvPr id="40" name="Group 39">
            <a:extLst>
              <a:ext uri="{FF2B5EF4-FFF2-40B4-BE49-F238E27FC236}">
                <a16:creationId xmlns:a16="http://schemas.microsoft.com/office/drawing/2014/main" id="{0FC233C6-ED43-E556-EC17-DAEE9DDEDD1A}"/>
              </a:ext>
            </a:extLst>
          </p:cNvPr>
          <p:cNvGrpSpPr/>
          <p:nvPr/>
        </p:nvGrpSpPr>
        <p:grpSpPr>
          <a:xfrm>
            <a:off x="9426236" y="1767107"/>
            <a:ext cx="704520" cy="407520"/>
            <a:chOff x="9426236" y="1767107"/>
            <a:chExt cx="704520" cy="407520"/>
          </a:xfrm>
        </p:grpSpPr>
        <mc:AlternateContent xmlns:mc="http://schemas.openxmlformats.org/markup-compatibility/2006" xmlns:p14="http://schemas.microsoft.com/office/powerpoint/2010/main">
          <mc:Choice Requires="p14">
            <p:contentPart p14:bwMode="auto" r:id="rId9">
              <p14:nvContentPartPr>
                <p14:cNvPr id="38" name="Ink 37">
                  <a:extLst>
                    <a:ext uri="{FF2B5EF4-FFF2-40B4-BE49-F238E27FC236}">
                      <a16:creationId xmlns:a16="http://schemas.microsoft.com/office/drawing/2014/main" id="{C6FC01B7-2C72-A345-D011-BD6EB503FB21}"/>
                    </a:ext>
                  </a:extLst>
                </p14:cNvPr>
                <p14:cNvContentPartPr/>
                <p14:nvPr/>
              </p14:nvContentPartPr>
              <p14:xfrm>
                <a:off x="9426236" y="1850627"/>
                <a:ext cx="704520" cy="324000"/>
              </p14:xfrm>
            </p:contentPart>
          </mc:Choice>
          <mc:Fallback xmlns="">
            <p:pic>
              <p:nvPicPr>
                <p:cNvPr id="38" name="Ink 37">
                  <a:extLst>
                    <a:ext uri="{FF2B5EF4-FFF2-40B4-BE49-F238E27FC236}">
                      <a16:creationId xmlns:a16="http://schemas.microsoft.com/office/drawing/2014/main" id="{C6FC01B7-2C72-A345-D011-BD6EB503FB21}"/>
                    </a:ext>
                  </a:extLst>
                </p:cNvPr>
                <p:cNvPicPr/>
                <p:nvPr/>
              </p:nvPicPr>
              <p:blipFill>
                <a:blip r:embed="rId10"/>
                <a:stretch>
                  <a:fillRect/>
                </a:stretch>
              </p:blipFill>
              <p:spPr>
                <a:xfrm>
                  <a:off x="9420116" y="1844507"/>
                  <a:ext cx="716760" cy="3362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39" name="Ink 38">
                  <a:extLst>
                    <a:ext uri="{FF2B5EF4-FFF2-40B4-BE49-F238E27FC236}">
                      <a16:creationId xmlns:a16="http://schemas.microsoft.com/office/drawing/2014/main" id="{61762873-5652-7A2F-1A1C-F862A4023819}"/>
                    </a:ext>
                  </a:extLst>
                </p14:cNvPr>
                <p14:cNvContentPartPr/>
                <p14:nvPr/>
              </p14:nvContentPartPr>
              <p14:xfrm>
                <a:off x="9776156" y="1767107"/>
                <a:ext cx="42840" cy="84600"/>
              </p14:xfrm>
            </p:contentPart>
          </mc:Choice>
          <mc:Fallback xmlns="">
            <p:pic>
              <p:nvPicPr>
                <p:cNvPr id="39" name="Ink 38">
                  <a:extLst>
                    <a:ext uri="{FF2B5EF4-FFF2-40B4-BE49-F238E27FC236}">
                      <a16:creationId xmlns:a16="http://schemas.microsoft.com/office/drawing/2014/main" id="{61762873-5652-7A2F-1A1C-F862A4023819}"/>
                    </a:ext>
                  </a:extLst>
                </p:cNvPr>
                <p:cNvPicPr/>
                <p:nvPr/>
              </p:nvPicPr>
              <p:blipFill>
                <a:blip r:embed="rId12"/>
                <a:stretch>
                  <a:fillRect/>
                </a:stretch>
              </p:blipFill>
              <p:spPr>
                <a:xfrm>
                  <a:off x="9770036" y="1760987"/>
                  <a:ext cx="55080" cy="96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
            <p14:nvContentPartPr>
              <p14:cNvPr id="41" name="Ink 40">
                <a:extLst>
                  <a:ext uri="{FF2B5EF4-FFF2-40B4-BE49-F238E27FC236}">
                    <a16:creationId xmlns:a16="http://schemas.microsoft.com/office/drawing/2014/main" id="{37844D13-0864-ACAB-A71B-263C74F4C64C}"/>
                  </a:ext>
                </a:extLst>
              </p14:cNvPr>
              <p14:cNvContentPartPr/>
              <p14:nvPr/>
            </p14:nvContentPartPr>
            <p14:xfrm>
              <a:off x="9607316" y="2358947"/>
              <a:ext cx="227880" cy="306720"/>
            </p14:xfrm>
          </p:contentPart>
        </mc:Choice>
        <mc:Fallback xmlns="">
          <p:pic>
            <p:nvPicPr>
              <p:cNvPr id="41" name="Ink 40">
                <a:extLst>
                  <a:ext uri="{FF2B5EF4-FFF2-40B4-BE49-F238E27FC236}">
                    <a16:creationId xmlns:a16="http://schemas.microsoft.com/office/drawing/2014/main" id="{37844D13-0864-ACAB-A71B-263C74F4C64C}"/>
                  </a:ext>
                </a:extLst>
              </p:cNvPr>
              <p:cNvPicPr/>
              <p:nvPr/>
            </p:nvPicPr>
            <p:blipFill>
              <a:blip r:embed="rId14"/>
              <a:stretch>
                <a:fillRect/>
              </a:stretch>
            </p:blipFill>
            <p:spPr>
              <a:xfrm>
                <a:off x="9601196" y="2352827"/>
                <a:ext cx="240120" cy="31896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42" name="Ink 41">
                <a:extLst>
                  <a:ext uri="{FF2B5EF4-FFF2-40B4-BE49-F238E27FC236}">
                    <a16:creationId xmlns:a16="http://schemas.microsoft.com/office/drawing/2014/main" id="{3100E439-C5D3-EBFB-9D26-204F6B8DE961}"/>
                  </a:ext>
                </a:extLst>
              </p14:cNvPr>
              <p14:cNvContentPartPr/>
              <p14:nvPr/>
            </p14:nvContentPartPr>
            <p14:xfrm>
              <a:off x="8015036" y="3713627"/>
              <a:ext cx="360" cy="360"/>
            </p14:xfrm>
          </p:contentPart>
        </mc:Choice>
        <mc:Fallback xmlns="">
          <p:pic>
            <p:nvPicPr>
              <p:cNvPr id="42" name="Ink 41">
                <a:extLst>
                  <a:ext uri="{FF2B5EF4-FFF2-40B4-BE49-F238E27FC236}">
                    <a16:creationId xmlns:a16="http://schemas.microsoft.com/office/drawing/2014/main" id="{3100E439-C5D3-EBFB-9D26-204F6B8DE961}"/>
                  </a:ext>
                </a:extLst>
              </p:cNvPr>
              <p:cNvPicPr/>
              <p:nvPr/>
            </p:nvPicPr>
            <p:blipFill>
              <a:blip r:embed="rId16"/>
              <a:stretch>
                <a:fillRect/>
              </a:stretch>
            </p:blipFill>
            <p:spPr>
              <a:xfrm>
                <a:off x="8008916" y="370750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43" name="Ink 42">
                <a:extLst>
                  <a:ext uri="{FF2B5EF4-FFF2-40B4-BE49-F238E27FC236}">
                    <a16:creationId xmlns:a16="http://schemas.microsoft.com/office/drawing/2014/main" id="{6E028BCC-5807-24E2-8608-1A6A92DFF62D}"/>
                  </a:ext>
                </a:extLst>
              </p14:cNvPr>
              <p14:cNvContentPartPr/>
              <p14:nvPr/>
            </p14:nvContentPartPr>
            <p14:xfrm>
              <a:off x="6784556" y="3115307"/>
              <a:ext cx="360" cy="360"/>
            </p14:xfrm>
          </p:contentPart>
        </mc:Choice>
        <mc:Fallback xmlns="">
          <p:pic>
            <p:nvPicPr>
              <p:cNvPr id="43" name="Ink 42">
                <a:extLst>
                  <a:ext uri="{FF2B5EF4-FFF2-40B4-BE49-F238E27FC236}">
                    <a16:creationId xmlns:a16="http://schemas.microsoft.com/office/drawing/2014/main" id="{6E028BCC-5807-24E2-8608-1A6A92DFF62D}"/>
                  </a:ext>
                </a:extLst>
              </p:cNvPr>
              <p:cNvPicPr/>
              <p:nvPr/>
            </p:nvPicPr>
            <p:blipFill>
              <a:blip r:embed="rId16"/>
              <a:stretch>
                <a:fillRect/>
              </a:stretch>
            </p:blipFill>
            <p:spPr>
              <a:xfrm>
                <a:off x="6778436" y="310918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4" name="Ink 43">
                <a:extLst>
                  <a:ext uri="{FF2B5EF4-FFF2-40B4-BE49-F238E27FC236}">
                    <a16:creationId xmlns:a16="http://schemas.microsoft.com/office/drawing/2014/main" id="{BABE018F-289B-5108-2422-6DB351873C3D}"/>
                  </a:ext>
                </a:extLst>
              </p14:cNvPr>
              <p14:cNvContentPartPr/>
              <p14:nvPr/>
            </p14:nvContentPartPr>
            <p14:xfrm>
              <a:off x="543236" y="1329707"/>
              <a:ext cx="2027160" cy="816120"/>
            </p14:xfrm>
          </p:contentPart>
        </mc:Choice>
        <mc:Fallback xmlns="">
          <p:pic>
            <p:nvPicPr>
              <p:cNvPr id="44" name="Ink 43">
                <a:extLst>
                  <a:ext uri="{FF2B5EF4-FFF2-40B4-BE49-F238E27FC236}">
                    <a16:creationId xmlns:a16="http://schemas.microsoft.com/office/drawing/2014/main" id="{BABE018F-289B-5108-2422-6DB351873C3D}"/>
                  </a:ext>
                </a:extLst>
              </p:cNvPr>
              <p:cNvPicPr/>
              <p:nvPr/>
            </p:nvPicPr>
            <p:blipFill>
              <a:blip r:embed="rId19"/>
              <a:stretch>
                <a:fillRect/>
              </a:stretch>
            </p:blipFill>
            <p:spPr>
              <a:xfrm>
                <a:off x="537116" y="1323587"/>
                <a:ext cx="2039400" cy="8283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6" name="Ink 45">
                <a:extLst>
                  <a:ext uri="{FF2B5EF4-FFF2-40B4-BE49-F238E27FC236}">
                    <a16:creationId xmlns:a16="http://schemas.microsoft.com/office/drawing/2014/main" id="{B8367E2A-62F6-AC15-AD2F-A9DAEA93EA4D}"/>
                  </a:ext>
                </a:extLst>
              </p14:cNvPr>
              <p14:cNvContentPartPr/>
              <p14:nvPr/>
            </p14:nvContentPartPr>
            <p14:xfrm>
              <a:off x="1602716" y="811307"/>
              <a:ext cx="89280" cy="35640"/>
            </p14:xfrm>
          </p:contentPart>
        </mc:Choice>
        <mc:Fallback xmlns="">
          <p:pic>
            <p:nvPicPr>
              <p:cNvPr id="46" name="Ink 45">
                <a:extLst>
                  <a:ext uri="{FF2B5EF4-FFF2-40B4-BE49-F238E27FC236}">
                    <a16:creationId xmlns:a16="http://schemas.microsoft.com/office/drawing/2014/main" id="{B8367E2A-62F6-AC15-AD2F-A9DAEA93EA4D}"/>
                  </a:ext>
                </a:extLst>
              </p:cNvPr>
              <p:cNvPicPr/>
              <p:nvPr/>
            </p:nvPicPr>
            <p:blipFill>
              <a:blip r:embed="rId21"/>
              <a:stretch>
                <a:fillRect/>
              </a:stretch>
            </p:blipFill>
            <p:spPr>
              <a:xfrm>
                <a:off x="1596596" y="805187"/>
                <a:ext cx="10152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47" name="Ink 46">
                <a:extLst>
                  <a:ext uri="{FF2B5EF4-FFF2-40B4-BE49-F238E27FC236}">
                    <a16:creationId xmlns:a16="http://schemas.microsoft.com/office/drawing/2014/main" id="{28C58685-522A-BEAC-3B7E-2E987721AA47}"/>
                  </a:ext>
                </a:extLst>
              </p14:cNvPr>
              <p14:cNvContentPartPr/>
              <p14:nvPr/>
            </p14:nvContentPartPr>
            <p14:xfrm>
              <a:off x="1219316" y="1140347"/>
              <a:ext cx="122760" cy="34200"/>
            </p14:xfrm>
          </p:contentPart>
        </mc:Choice>
        <mc:Fallback xmlns="">
          <p:pic>
            <p:nvPicPr>
              <p:cNvPr id="47" name="Ink 46">
                <a:extLst>
                  <a:ext uri="{FF2B5EF4-FFF2-40B4-BE49-F238E27FC236}">
                    <a16:creationId xmlns:a16="http://schemas.microsoft.com/office/drawing/2014/main" id="{28C58685-522A-BEAC-3B7E-2E987721AA47}"/>
                  </a:ext>
                </a:extLst>
              </p:cNvPr>
              <p:cNvPicPr/>
              <p:nvPr/>
            </p:nvPicPr>
            <p:blipFill>
              <a:blip r:embed="rId23"/>
              <a:stretch>
                <a:fillRect/>
              </a:stretch>
            </p:blipFill>
            <p:spPr>
              <a:xfrm>
                <a:off x="1213196" y="1134227"/>
                <a:ext cx="13500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1" name="Ink 20">
                <a:extLst>
                  <a:ext uri="{FF2B5EF4-FFF2-40B4-BE49-F238E27FC236}">
                    <a16:creationId xmlns:a16="http://schemas.microsoft.com/office/drawing/2014/main" id="{756E5088-584F-9A12-1390-3C3815705F57}"/>
                  </a:ext>
                </a:extLst>
              </p14:cNvPr>
              <p14:cNvContentPartPr/>
              <p14:nvPr/>
            </p14:nvContentPartPr>
            <p14:xfrm>
              <a:off x="507596" y="2743067"/>
              <a:ext cx="360" cy="282240"/>
            </p14:xfrm>
          </p:contentPart>
        </mc:Choice>
        <mc:Fallback xmlns="">
          <p:pic>
            <p:nvPicPr>
              <p:cNvPr id="21" name="Ink 20">
                <a:extLst>
                  <a:ext uri="{FF2B5EF4-FFF2-40B4-BE49-F238E27FC236}">
                    <a16:creationId xmlns:a16="http://schemas.microsoft.com/office/drawing/2014/main" id="{756E5088-584F-9A12-1390-3C3815705F57}"/>
                  </a:ext>
                </a:extLst>
              </p:cNvPr>
              <p:cNvPicPr/>
              <p:nvPr/>
            </p:nvPicPr>
            <p:blipFill>
              <a:blip r:embed="rId25"/>
              <a:stretch>
                <a:fillRect/>
              </a:stretch>
            </p:blipFill>
            <p:spPr>
              <a:xfrm>
                <a:off x="501476" y="2736947"/>
                <a:ext cx="12600" cy="2944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2" name="Ink 21">
                <a:extLst>
                  <a:ext uri="{FF2B5EF4-FFF2-40B4-BE49-F238E27FC236}">
                    <a16:creationId xmlns:a16="http://schemas.microsoft.com/office/drawing/2014/main" id="{22F81D2A-3C9A-D9DB-9A78-EE4769D9C640}"/>
                  </a:ext>
                </a:extLst>
              </p14:cNvPr>
              <p14:cNvContentPartPr/>
              <p14:nvPr/>
            </p14:nvContentPartPr>
            <p14:xfrm>
              <a:off x="395276" y="2715707"/>
              <a:ext cx="563040" cy="275040"/>
            </p14:xfrm>
          </p:contentPart>
        </mc:Choice>
        <mc:Fallback xmlns="">
          <p:pic>
            <p:nvPicPr>
              <p:cNvPr id="22" name="Ink 21">
                <a:extLst>
                  <a:ext uri="{FF2B5EF4-FFF2-40B4-BE49-F238E27FC236}">
                    <a16:creationId xmlns:a16="http://schemas.microsoft.com/office/drawing/2014/main" id="{22F81D2A-3C9A-D9DB-9A78-EE4769D9C640}"/>
                  </a:ext>
                </a:extLst>
              </p:cNvPr>
              <p:cNvPicPr/>
              <p:nvPr/>
            </p:nvPicPr>
            <p:blipFill>
              <a:blip r:embed="rId27"/>
              <a:stretch>
                <a:fillRect/>
              </a:stretch>
            </p:blipFill>
            <p:spPr>
              <a:xfrm>
                <a:off x="389156" y="2709587"/>
                <a:ext cx="575280" cy="28728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3" name="Ink 22">
                <a:extLst>
                  <a:ext uri="{FF2B5EF4-FFF2-40B4-BE49-F238E27FC236}">
                    <a16:creationId xmlns:a16="http://schemas.microsoft.com/office/drawing/2014/main" id="{92509546-F604-956B-5B4D-CE5C216809DA}"/>
                  </a:ext>
                </a:extLst>
              </p14:cNvPr>
              <p14:cNvContentPartPr/>
              <p14:nvPr/>
            </p14:nvContentPartPr>
            <p14:xfrm>
              <a:off x="1535036" y="2618867"/>
              <a:ext cx="35280" cy="271800"/>
            </p14:xfrm>
          </p:contentPart>
        </mc:Choice>
        <mc:Fallback xmlns="">
          <p:pic>
            <p:nvPicPr>
              <p:cNvPr id="23" name="Ink 22">
                <a:extLst>
                  <a:ext uri="{FF2B5EF4-FFF2-40B4-BE49-F238E27FC236}">
                    <a16:creationId xmlns:a16="http://schemas.microsoft.com/office/drawing/2014/main" id="{92509546-F604-956B-5B4D-CE5C216809DA}"/>
                  </a:ext>
                </a:extLst>
              </p:cNvPr>
              <p:cNvPicPr/>
              <p:nvPr/>
            </p:nvPicPr>
            <p:blipFill>
              <a:blip r:embed="rId29"/>
              <a:stretch>
                <a:fillRect/>
              </a:stretch>
            </p:blipFill>
            <p:spPr>
              <a:xfrm>
                <a:off x="1528916" y="2612747"/>
                <a:ext cx="47520" cy="28404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4" name="Ink 23">
                <a:extLst>
                  <a:ext uri="{FF2B5EF4-FFF2-40B4-BE49-F238E27FC236}">
                    <a16:creationId xmlns:a16="http://schemas.microsoft.com/office/drawing/2014/main" id="{1BAF6C65-305E-C699-B477-2AF4FF2790B4}"/>
                  </a:ext>
                </a:extLst>
              </p14:cNvPr>
              <p14:cNvContentPartPr/>
              <p14:nvPr/>
            </p14:nvContentPartPr>
            <p14:xfrm>
              <a:off x="1668236" y="2611667"/>
              <a:ext cx="161280" cy="232200"/>
            </p14:xfrm>
          </p:contentPart>
        </mc:Choice>
        <mc:Fallback xmlns="">
          <p:pic>
            <p:nvPicPr>
              <p:cNvPr id="24" name="Ink 23">
                <a:extLst>
                  <a:ext uri="{FF2B5EF4-FFF2-40B4-BE49-F238E27FC236}">
                    <a16:creationId xmlns:a16="http://schemas.microsoft.com/office/drawing/2014/main" id="{1BAF6C65-305E-C699-B477-2AF4FF2790B4}"/>
                  </a:ext>
                </a:extLst>
              </p:cNvPr>
              <p:cNvPicPr/>
              <p:nvPr/>
            </p:nvPicPr>
            <p:blipFill>
              <a:blip r:embed="rId31"/>
              <a:stretch>
                <a:fillRect/>
              </a:stretch>
            </p:blipFill>
            <p:spPr>
              <a:xfrm>
                <a:off x="1662116" y="2605547"/>
                <a:ext cx="173520" cy="2444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6" name="Ink 25">
                <a:extLst>
                  <a:ext uri="{FF2B5EF4-FFF2-40B4-BE49-F238E27FC236}">
                    <a16:creationId xmlns:a16="http://schemas.microsoft.com/office/drawing/2014/main" id="{C145B80C-B1E9-CE0F-23A4-AC951092B433}"/>
                  </a:ext>
                </a:extLst>
              </p14:cNvPr>
              <p14:cNvContentPartPr/>
              <p14:nvPr/>
            </p14:nvContentPartPr>
            <p14:xfrm>
              <a:off x="1580036" y="3559547"/>
              <a:ext cx="677160" cy="438120"/>
            </p14:xfrm>
          </p:contentPart>
        </mc:Choice>
        <mc:Fallback xmlns="">
          <p:pic>
            <p:nvPicPr>
              <p:cNvPr id="26" name="Ink 25">
                <a:extLst>
                  <a:ext uri="{FF2B5EF4-FFF2-40B4-BE49-F238E27FC236}">
                    <a16:creationId xmlns:a16="http://schemas.microsoft.com/office/drawing/2014/main" id="{C145B80C-B1E9-CE0F-23A4-AC951092B433}"/>
                  </a:ext>
                </a:extLst>
              </p:cNvPr>
              <p:cNvPicPr/>
              <p:nvPr/>
            </p:nvPicPr>
            <p:blipFill>
              <a:blip r:embed="rId33"/>
              <a:stretch>
                <a:fillRect/>
              </a:stretch>
            </p:blipFill>
            <p:spPr>
              <a:xfrm>
                <a:off x="1573916" y="3553427"/>
                <a:ext cx="689400" cy="4503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7" name="Ink 26">
                <a:extLst>
                  <a:ext uri="{FF2B5EF4-FFF2-40B4-BE49-F238E27FC236}">
                    <a16:creationId xmlns:a16="http://schemas.microsoft.com/office/drawing/2014/main" id="{DBCF6D02-EBF8-0735-5554-1EFB7D7359D9}"/>
                  </a:ext>
                </a:extLst>
              </p14:cNvPr>
              <p14:cNvContentPartPr/>
              <p14:nvPr/>
            </p14:nvContentPartPr>
            <p14:xfrm>
              <a:off x="2054516" y="3478187"/>
              <a:ext cx="204840" cy="111600"/>
            </p14:xfrm>
          </p:contentPart>
        </mc:Choice>
        <mc:Fallback xmlns="">
          <p:pic>
            <p:nvPicPr>
              <p:cNvPr id="27" name="Ink 26">
                <a:extLst>
                  <a:ext uri="{FF2B5EF4-FFF2-40B4-BE49-F238E27FC236}">
                    <a16:creationId xmlns:a16="http://schemas.microsoft.com/office/drawing/2014/main" id="{DBCF6D02-EBF8-0735-5554-1EFB7D7359D9}"/>
                  </a:ext>
                </a:extLst>
              </p:cNvPr>
              <p:cNvPicPr/>
              <p:nvPr/>
            </p:nvPicPr>
            <p:blipFill>
              <a:blip r:embed="rId35"/>
              <a:stretch>
                <a:fillRect/>
              </a:stretch>
            </p:blipFill>
            <p:spPr>
              <a:xfrm>
                <a:off x="2048396" y="3472067"/>
                <a:ext cx="21708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8" name="Ink 27">
                <a:extLst>
                  <a:ext uri="{FF2B5EF4-FFF2-40B4-BE49-F238E27FC236}">
                    <a16:creationId xmlns:a16="http://schemas.microsoft.com/office/drawing/2014/main" id="{0C4E41C4-49AA-504F-B23E-C3ECBA135883}"/>
                  </a:ext>
                </a:extLst>
              </p14:cNvPr>
              <p14:cNvContentPartPr/>
              <p14:nvPr/>
            </p14:nvContentPartPr>
            <p14:xfrm>
              <a:off x="1783436" y="3612467"/>
              <a:ext cx="360" cy="360"/>
            </p14:xfrm>
          </p:contentPart>
        </mc:Choice>
        <mc:Fallback xmlns="">
          <p:pic>
            <p:nvPicPr>
              <p:cNvPr id="28" name="Ink 27">
                <a:extLst>
                  <a:ext uri="{FF2B5EF4-FFF2-40B4-BE49-F238E27FC236}">
                    <a16:creationId xmlns:a16="http://schemas.microsoft.com/office/drawing/2014/main" id="{0C4E41C4-49AA-504F-B23E-C3ECBA135883}"/>
                  </a:ext>
                </a:extLst>
              </p:cNvPr>
              <p:cNvPicPr/>
              <p:nvPr/>
            </p:nvPicPr>
            <p:blipFill>
              <a:blip r:embed="rId16"/>
              <a:stretch>
                <a:fillRect/>
              </a:stretch>
            </p:blipFill>
            <p:spPr>
              <a:xfrm>
                <a:off x="1777316" y="360634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1" name="Ink 30">
                <a:extLst>
                  <a:ext uri="{FF2B5EF4-FFF2-40B4-BE49-F238E27FC236}">
                    <a16:creationId xmlns:a16="http://schemas.microsoft.com/office/drawing/2014/main" id="{18B64004-2D38-01D6-ED5B-6435B1F06F54}"/>
                  </a:ext>
                </a:extLst>
              </p14:cNvPr>
              <p14:cNvContentPartPr/>
              <p14:nvPr/>
            </p14:nvContentPartPr>
            <p14:xfrm>
              <a:off x="6028196" y="1681427"/>
              <a:ext cx="823320" cy="113760"/>
            </p14:xfrm>
          </p:contentPart>
        </mc:Choice>
        <mc:Fallback xmlns="">
          <p:pic>
            <p:nvPicPr>
              <p:cNvPr id="31" name="Ink 30">
                <a:extLst>
                  <a:ext uri="{FF2B5EF4-FFF2-40B4-BE49-F238E27FC236}">
                    <a16:creationId xmlns:a16="http://schemas.microsoft.com/office/drawing/2014/main" id="{18B64004-2D38-01D6-ED5B-6435B1F06F54}"/>
                  </a:ext>
                </a:extLst>
              </p:cNvPr>
              <p:cNvPicPr/>
              <p:nvPr/>
            </p:nvPicPr>
            <p:blipFill>
              <a:blip r:embed="rId38"/>
              <a:stretch>
                <a:fillRect/>
              </a:stretch>
            </p:blipFill>
            <p:spPr>
              <a:xfrm>
                <a:off x="6022076" y="1675307"/>
                <a:ext cx="835560" cy="12600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5" name="Ink 14">
                <a:extLst>
                  <a:ext uri="{FF2B5EF4-FFF2-40B4-BE49-F238E27FC236}">
                    <a16:creationId xmlns:a16="http://schemas.microsoft.com/office/drawing/2014/main" id="{2CA4A1EF-2001-AF6B-58A5-7D6FCAEE2575}"/>
                  </a:ext>
                </a:extLst>
              </p14:cNvPr>
              <p14:cNvContentPartPr/>
              <p14:nvPr/>
            </p14:nvContentPartPr>
            <p14:xfrm>
              <a:off x="710996" y="2009387"/>
              <a:ext cx="360" cy="304200"/>
            </p14:xfrm>
          </p:contentPart>
        </mc:Choice>
        <mc:Fallback xmlns="">
          <p:pic>
            <p:nvPicPr>
              <p:cNvPr id="15" name="Ink 14">
                <a:extLst>
                  <a:ext uri="{FF2B5EF4-FFF2-40B4-BE49-F238E27FC236}">
                    <a16:creationId xmlns:a16="http://schemas.microsoft.com/office/drawing/2014/main" id="{2CA4A1EF-2001-AF6B-58A5-7D6FCAEE2575}"/>
                  </a:ext>
                </a:extLst>
              </p:cNvPr>
              <p:cNvPicPr/>
              <p:nvPr/>
            </p:nvPicPr>
            <p:blipFill>
              <a:blip r:embed="rId40"/>
              <a:stretch>
                <a:fillRect/>
              </a:stretch>
            </p:blipFill>
            <p:spPr>
              <a:xfrm>
                <a:off x="704876" y="2003267"/>
                <a:ext cx="12600" cy="31644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6" name="Ink 15">
                <a:extLst>
                  <a:ext uri="{FF2B5EF4-FFF2-40B4-BE49-F238E27FC236}">
                    <a16:creationId xmlns:a16="http://schemas.microsoft.com/office/drawing/2014/main" id="{E994618D-D573-3504-7A08-2F1D5CE6FDD7}"/>
                  </a:ext>
                </a:extLst>
              </p14:cNvPr>
              <p14:cNvContentPartPr/>
              <p14:nvPr/>
            </p14:nvContentPartPr>
            <p14:xfrm>
              <a:off x="698396" y="1760627"/>
              <a:ext cx="46440" cy="76320"/>
            </p14:xfrm>
          </p:contentPart>
        </mc:Choice>
        <mc:Fallback xmlns="">
          <p:pic>
            <p:nvPicPr>
              <p:cNvPr id="16" name="Ink 15">
                <a:extLst>
                  <a:ext uri="{FF2B5EF4-FFF2-40B4-BE49-F238E27FC236}">
                    <a16:creationId xmlns:a16="http://schemas.microsoft.com/office/drawing/2014/main" id="{E994618D-D573-3504-7A08-2F1D5CE6FDD7}"/>
                  </a:ext>
                </a:extLst>
              </p:cNvPr>
              <p:cNvPicPr/>
              <p:nvPr/>
            </p:nvPicPr>
            <p:blipFill>
              <a:blip r:embed="rId42"/>
              <a:stretch>
                <a:fillRect/>
              </a:stretch>
            </p:blipFill>
            <p:spPr>
              <a:xfrm>
                <a:off x="692276" y="1754507"/>
                <a:ext cx="5868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17" name="Ink 16">
                <a:extLst>
                  <a:ext uri="{FF2B5EF4-FFF2-40B4-BE49-F238E27FC236}">
                    <a16:creationId xmlns:a16="http://schemas.microsoft.com/office/drawing/2014/main" id="{8CA92F75-E901-F906-29AB-A34CD82083D7}"/>
                  </a:ext>
                </a:extLst>
              </p14:cNvPr>
              <p14:cNvContentPartPr/>
              <p14:nvPr/>
            </p14:nvContentPartPr>
            <p14:xfrm>
              <a:off x="845276" y="1896347"/>
              <a:ext cx="57960" cy="465480"/>
            </p14:xfrm>
          </p:contentPart>
        </mc:Choice>
        <mc:Fallback xmlns="">
          <p:pic>
            <p:nvPicPr>
              <p:cNvPr id="17" name="Ink 16">
                <a:extLst>
                  <a:ext uri="{FF2B5EF4-FFF2-40B4-BE49-F238E27FC236}">
                    <a16:creationId xmlns:a16="http://schemas.microsoft.com/office/drawing/2014/main" id="{8CA92F75-E901-F906-29AB-A34CD82083D7}"/>
                  </a:ext>
                </a:extLst>
              </p:cNvPr>
              <p:cNvPicPr/>
              <p:nvPr/>
            </p:nvPicPr>
            <p:blipFill>
              <a:blip r:embed="rId44"/>
              <a:stretch>
                <a:fillRect/>
              </a:stretch>
            </p:blipFill>
            <p:spPr>
              <a:xfrm>
                <a:off x="839156" y="1890227"/>
                <a:ext cx="70200" cy="47772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18" name="Ink 17">
                <a:extLst>
                  <a:ext uri="{FF2B5EF4-FFF2-40B4-BE49-F238E27FC236}">
                    <a16:creationId xmlns:a16="http://schemas.microsoft.com/office/drawing/2014/main" id="{C9AB5221-3401-1F7F-3750-391F69C3C530}"/>
                  </a:ext>
                </a:extLst>
              </p14:cNvPr>
              <p14:cNvContentPartPr/>
              <p14:nvPr/>
            </p14:nvContentPartPr>
            <p14:xfrm>
              <a:off x="835196" y="2042507"/>
              <a:ext cx="213480" cy="34920"/>
            </p14:xfrm>
          </p:contentPart>
        </mc:Choice>
        <mc:Fallback xmlns="">
          <p:pic>
            <p:nvPicPr>
              <p:cNvPr id="18" name="Ink 17">
                <a:extLst>
                  <a:ext uri="{FF2B5EF4-FFF2-40B4-BE49-F238E27FC236}">
                    <a16:creationId xmlns:a16="http://schemas.microsoft.com/office/drawing/2014/main" id="{C9AB5221-3401-1F7F-3750-391F69C3C530}"/>
                  </a:ext>
                </a:extLst>
              </p:cNvPr>
              <p:cNvPicPr/>
              <p:nvPr/>
            </p:nvPicPr>
            <p:blipFill>
              <a:blip r:embed="rId46"/>
              <a:stretch>
                <a:fillRect/>
              </a:stretch>
            </p:blipFill>
            <p:spPr>
              <a:xfrm>
                <a:off x="829076" y="2036387"/>
                <a:ext cx="225720" cy="4716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19" name="Ink 18">
                <a:extLst>
                  <a:ext uri="{FF2B5EF4-FFF2-40B4-BE49-F238E27FC236}">
                    <a16:creationId xmlns:a16="http://schemas.microsoft.com/office/drawing/2014/main" id="{A896827E-E86C-436D-6EB9-470F02293F9A}"/>
                  </a:ext>
                </a:extLst>
              </p14:cNvPr>
              <p14:cNvContentPartPr/>
              <p14:nvPr/>
            </p14:nvContentPartPr>
            <p14:xfrm>
              <a:off x="1140116" y="1951067"/>
              <a:ext cx="541080" cy="268920"/>
            </p14:xfrm>
          </p:contentPart>
        </mc:Choice>
        <mc:Fallback xmlns="">
          <p:pic>
            <p:nvPicPr>
              <p:cNvPr id="19" name="Ink 18">
                <a:extLst>
                  <a:ext uri="{FF2B5EF4-FFF2-40B4-BE49-F238E27FC236}">
                    <a16:creationId xmlns:a16="http://schemas.microsoft.com/office/drawing/2014/main" id="{A896827E-E86C-436D-6EB9-470F02293F9A}"/>
                  </a:ext>
                </a:extLst>
              </p:cNvPr>
              <p:cNvPicPr/>
              <p:nvPr/>
            </p:nvPicPr>
            <p:blipFill>
              <a:blip r:embed="rId48"/>
              <a:stretch>
                <a:fillRect/>
              </a:stretch>
            </p:blipFill>
            <p:spPr>
              <a:xfrm>
                <a:off x="1133996" y="1944947"/>
                <a:ext cx="553320" cy="28116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49" name="Ink 48">
                <a:extLst>
                  <a:ext uri="{FF2B5EF4-FFF2-40B4-BE49-F238E27FC236}">
                    <a16:creationId xmlns:a16="http://schemas.microsoft.com/office/drawing/2014/main" id="{D33EC090-F2AB-CB0F-48FB-161D17D2A877}"/>
                  </a:ext>
                </a:extLst>
              </p14:cNvPr>
              <p14:cNvContentPartPr/>
              <p14:nvPr/>
            </p14:nvContentPartPr>
            <p14:xfrm>
              <a:off x="5079956" y="3995867"/>
              <a:ext cx="360" cy="360"/>
            </p14:xfrm>
          </p:contentPart>
        </mc:Choice>
        <mc:Fallback xmlns="">
          <p:pic>
            <p:nvPicPr>
              <p:cNvPr id="49" name="Ink 48">
                <a:extLst>
                  <a:ext uri="{FF2B5EF4-FFF2-40B4-BE49-F238E27FC236}">
                    <a16:creationId xmlns:a16="http://schemas.microsoft.com/office/drawing/2014/main" id="{D33EC090-F2AB-CB0F-48FB-161D17D2A877}"/>
                  </a:ext>
                </a:extLst>
              </p:cNvPr>
              <p:cNvPicPr/>
              <p:nvPr/>
            </p:nvPicPr>
            <p:blipFill>
              <a:blip r:embed="rId16"/>
              <a:stretch>
                <a:fillRect/>
              </a:stretch>
            </p:blipFill>
            <p:spPr>
              <a:xfrm>
                <a:off x="5073836" y="398974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50" name="Ink 49">
                <a:extLst>
                  <a:ext uri="{FF2B5EF4-FFF2-40B4-BE49-F238E27FC236}">
                    <a16:creationId xmlns:a16="http://schemas.microsoft.com/office/drawing/2014/main" id="{50572203-5256-3E86-7F59-7A2B71BBB438}"/>
                  </a:ext>
                </a:extLst>
              </p14:cNvPr>
              <p14:cNvContentPartPr/>
              <p14:nvPr/>
            </p14:nvContentPartPr>
            <p14:xfrm>
              <a:off x="4826156" y="4097387"/>
              <a:ext cx="444960" cy="11880"/>
            </p14:xfrm>
          </p:contentPart>
        </mc:Choice>
        <mc:Fallback xmlns="">
          <p:pic>
            <p:nvPicPr>
              <p:cNvPr id="50" name="Ink 49">
                <a:extLst>
                  <a:ext uri="{FF2B5EF4-FFF2-40B4-BE49-F238E27FC236}">
                    <a16:creationId xmlns:a16="http://schemas.microsoft.com/office/drawing/2014/main" id="{50572203-5256-3E86-7F59-7A2B71BBB438}"/>
                  </a:ext>
                </a:extLst>
              </p:cNvPr>
              <p:cNvPicPr/>
              <p:nvPr/>
            </p:nvPicPr>
            <p:blipFill>
              <a:blip r:embed="rId51"/>
              <a:stretch>
                <a:fillRect/>
              </a:stretch>
            </p:blipFill>
            <p:spPr>
              <a:xfrm>
                <a:off x="4820036" y="4091267"/>
                <a:ext cx="45720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58" name="Ink 57">
                <a:extLst>
                  <a:ext uri="{FF2B5EF4-FFF2-40B4-BE49-F238E27FC236}">
                    <a16:creationId xmlns:a16="http://schemas.microsoft.com/office/drawing/2014/main" id="{752E10B9-979C-0730-5C33-F6E446C28AA7}"/>
                  </a:ext>
                </a:extLst>
              </p14:cNvPr>
              <p14:cNvContentPartPr/>
              <p14:nvPr/>
            </p14:nvContentPartPr>
            <p14:xfrm>
              <a:off x="2720516" y="112187"/>
              <a:ext cx="305280" cy="57600"/>
            </p14:xfrm>
          </p:contentPart>
        </mc:Choice>
        <mc:Fallback xmlns="">
          <p:pic>
            <p:nvPicPr>
              <p:cNvPr id="58" name="Ink 57">
                <a:extLst>
                  <a:ext uri="{FF2B5EF4-FFF2-40B4-BE49-F238E27FC236}">
                    <a16:creationId xmlns:a16="http://schemas.microsoft.com/office/drawing/2014/main" id="{752E10B9-979C-0730-5C33-F6E446C28AA7}"/>
                  </a:ext>
                </a:extLst>
              </p:cNvPr>
              <p:cNvPicPr/>
              <p:nvPr/>
            </p:nvPicPr>
            <p:blipFill>
              <a:blip r:embed="rId53"/>
              <a:stretch>
                <a:fillRect/>
              </a:stretch>
            </p:blipFill>
            <p:spPr>
              <a:xfrm>
                <a:off x="2714396" y="106067"/>
                <a:ext cx="317520" cy="6984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59" name="Ink 58">
                <a:extLst>
                  <a:ext uri="{FF2B5EF4-FFF2-40B4-BE49-F238E27FC236}">
                    <a16:creationId xmlns:a16="http://schemas.microsoft.com/office/drawing/2014/main" id="{A1BC406B-90FE-F9BA-AFA4-CB9DE63ED79D}"/>
                  </a:ext>
                </a:extLst>
              </p14:cNvPr>
              <p14:cNvContentPartPr/>
              <p14:nvPr/>
            </p14:nvContentPartPr>
            <p14:xfrm>
              <a:off x="6547316" y="4142747"/>
              <a:ext cx="168840" cy="11880"/>
            </p14:xfrm>
          </p:contentPart>
        </mc:Choice>
        <mc:Fallback xmlns="">
          <p:pic>
            <p:nvPicPr>
              <p:cNvPr id="59" name="Ink 58">
                <a:extLst>
                  <a:ext uri="{FF2B5EF4-FFF2-40B4-BE49-F238E27FC236}">
                    <a16:creationId xmlns:a16="http://schemas.microsoft.com/office/drawing/2014/main" id="{A1BC406B-90FE-F9BA-AFA4-CB9DE63ED79D}"/>
                  </a:ext>
                </a:extLst>
              </p:cNvPr>
              <p:cNvPicPr/>
              <p:nvPr/>
            </p:nvPicPr>
            <p:blipFill>
              <a:blip r:embed="rId55"/>
              <a:stretch>
                <a:fillRect/>
              </a:stretch>
            </p:blipFill>
            <p:spPr>
              <a:xfrm>
                <a:off x="6541196" y="4136627"/>
                <a:ext cx="18108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60" name="Ink 59">
                <a:extLst>
                  <a:ext uri="{FF2B5EF4-FFF2-40B4-BE49-F238E27FC236}">
                    <a16:creationId xmlns:a16="http://schemas.microsoft.com/office/drawing/2014/main" id="{E8C59101-98EC-5BF3-BBB1-96BB7E81652B}"/>
                  </a:ext>
                </a:extLst>
              </p14:cNvPr>
              <p14:cNvContentPartPr/>
              <p14:nvPr/>
            </p14:nvContentPartPr>
            <p14:xfrm>
              <a:off x="1455836" y="3058067"/>
              <a:ext cx="168480" cy="46440"/>
            </p14:xfrm>
          </p:contentPart>
        </mc:Choice>
        <mc:Fallback xmlns="">
          <p:pic>
            <p:nvPicPr>
              <p:cNvPr id="60" name="Ink 59">
                <a:extLst>
                  <a:ext uri="{FF2B5EF4-FFF2-40B4-BE49-F238E27FC236}">
                    <a16:creationId xmlns:a16="http://schemas.microsoft.com/office/drawing/2014/main" id="{E8C59101-98EC-5BF3-BBB1-96BB7E81652B}"/>
                  </a:ext>
                </a:extLst>
              </p:cNvPr>
              <p:cNvPicPr/>
              <p:nvPr/>
            </p:nvPicPr>
            <p:blipFill>
              <a:blip r:embed="rId57"/>
              <a:stretch>
                <a:fillRect/>
              </a:stretch>
            </p:blipFill>
            <p:spPr>
              <a:xfrm>
                <a:off x="1449716" y="3051947"/>
                <a:ext cx="18072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67" name="Ink 66">
                <a:extLst>
                  <a:ext uri="{FF2B5EF4-FFF2-40B4-BE49-F238E27FC236}">
                    <a16:creationId xmlns:a16="http://schemas.microsoft.com/office/drawing/2014/main" id="{806770EB-30C1-5E93-3F35-7C0EC2EE89FD}"/>
                  </a:ext>
                </a:extLst>
              </p14:cNvPr>
              <p14:cNvContentPartPr/>
              <p14:nvPr/>
            </p14:nvContentPartPr>
            <p14:xfrm>
              <a:off x="9245156" y="4131227"/>
              <a:ext cx="281520" cy="360"/>
            </p14:xfrm>
          </p:contentPart>
        </mc:Choice>
        <mc:Fallback xmlns="">
          <p:pic>
            <p:nvPicPr>
              <p:cNvPr id="67" name="Ink 66">
                <a:extLst>
                  <a:ext uri="{FF2B5EF4-FFF2-40B4-BE49-F238E27FC236}">
                    <a16:creationId xmlns:a16="http://schemas.microsoft.com/office/drawing/2014/main" id="{806770EB-30C1-5E93-3F35-7C0EC2EE89FD}"/>
                  </a:ext>
                </a:extLst>
              </p:cNvPr>
              <p:cNvPicPr/>
              <p:nvPr/>
            </p:nvPicPr>
            <p:blipFill>
              <a:blip r:embed="rId59"/>
              <a:stretch>
                <a:fillRect/>
              </a:stretch>
            </p:blipFill>
            <p:spPr>
              <a:xfrm>
                <a:off x="9239036" y="4125107"/>
                <a:ext cx="29376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72" name="Ink 71">
                <a:extLst>
                  <a:ext uri="{FF2B5EF4-FFF2-40B4-BE49-F238E27FC236}">
                    <a16:creationId xmlns:a16="http://schemas.microsoft.com/office/drawing/2014/main" id="{BE393629-1F7F-2395-DF2D-4577F50F7D54}"/>
                  </a:ext>
                </a:extLst>
              </p14:cNvPr>
              <p14:cNvContentPartPr/>
              <p14:nvPr/>
            </p14:nvContentPartPr>
            <p14:xfrm>
              <a:off x="563756" y="4307267"/>
              <a:ext cx="243720" cy="240120"/>
            </p14:xfrm>
          </p:contentPart>
        </mc:Choice>
        <mc:Fallback xmlns="">
          <p:pic>
            <p:nvPicPr>
              <p:cNvPr id="72" name="Ink 71">
                <a:extLst>
                  <a:ext uri="{FF2B5EF4-FFF2-40B4-BE49-F238E27FC236}">
                    <a16:creationId xmlns:a16="http://schemas.microsoft.com/office/drawing/2014/main" id="{BE393629-1F7F-2395-DF2D-4577F50F7D54}"/>
                  </a:ext>
                </a:extLst>
              </p:cNvPr>
              <p:cNvPicPr/>
              <p:nvPr/>
            </p:nvPicPr>
            <p:blipFill>
              <a:blip r:embed="rId61"/>
              <a:stretch>
                <a:fillRect/>
              </a:stretch>
            </p:blipFill>
            <p:spPr>
              <a:xfrm>
                <a:off x="557636" y="4301147"/>
                <a:ext cx="255960" cy="2523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74" name="Ink 73">
                <a:extLst>
                  <a:ext uri="{FF2B5EF4-FFF2-40B4-BE49-F238E27FC236}">
                    <a16:creationId xmlns:a16="http://schemas.microsoft.com/office/drawing/2014/main" id="{823C877E-0C3F-20A4-1D81-EF71769F9A7D}"/>
                  </a:ext>
                </a:extLst>
              </p14:cNvPr>
              <p14:cNvContentPartPr/>
              <p14:nvPr/>
            </p14:nvContentPartPr>
            <p14:xfrm>
              <a:off x="4912556" y="2470547"/>
              <a:ext cx="462240" cy="419400"/>
            </p14:xfrm>
          </p:contentPart>
        </mc:Choice>
        <mc:Fallback xmlns="">
          <p:pic>
            <p:nvPicPr>
              <p:cNvPr id="74" name="Ink 73">
                <a:extLst>
                  <a:ext uri="{FF2B5EF4-FFF2-40B4-BE49-F238E27FC236}">
                    <a16:creationId xmlns:a16="http://schemas.microsoft.com/office/drawing/2014/main" id="{823C877E-0C3F-20A4-1D81-EF71769F9A7D}"/>
                  </a:ext>
                </a:extLst>
              </p:cNvPr>
              <p:cNvPicPr/>
              <p:nvPr/>
            </p:nvPicPr>
            <p:blipFill>
              <a:blip r:embed="rId63"/>
              <a:stretch>
                <a:fillRect/>
              </a:stretch>
            </p:blipFill>
            <p:spPr>
              <a:xfrm>
                <a:off x="4906436" y="2464427"/>
                <a:ext cx="474480" cy="431640"/>
              </a:xfrm>
              <a:prstGeom prst="rect">
                <a:avLst/>
              </a:prstGeom>
            </p:spPr>
          </p:pic>
        </mc:Fallback>
      </mc:AlternateContent>
      <p:grpSp>
        <p:nvGrpSpPr>
          <p:cNvPr id="76" name="Group 75">
            <a:extLst>
              <a:ext uri="{FF2B5EF4-FFF2-40B4-BE49-F238E27FC236}">
                <a16:creationId xmlns:a16="http://schemas.microsoft.com/office/drawing/2014/main" id="{AEA36A58-8FD3-DA41-23FC-C114E9CB7985}"/>
              </a:ext>
            </a:extLst>
          </p:cNvPr>
          <p:cNvGrpSpPr/>
          <p:nvPr/>
        </p:nvGrpSpPr>
        <p:grpSpPr>
          <a:xfrm>
            <a:off x="1907636" y="2901107"/>
            <a:ext cx="192600" cy="90720"/>
            <a:chOff x="1907636" y="2901107"/>
            <a:chExt cx="192600" cy="90720"/>
          </a:xfrm>
        </p:grpSpPr>
        <mc:AlternateContent xmlns:mc="http://schemas.openxmlformats.org/markup-compatibility/2006" xmlns:p14="http://schemas.microsoft.com/office/powerpoint/2010/main">
          <mc:Choice Requires="p14">
            <p:contentPart p14:bwMode="auto" r:id="rId64">
              <p14:nvContentPartPr>
                <p14:cNvPr id="51" name="Ink 50">
                  <a:extLst>
                    <a:ext uri="{FF2B5EF4-FFF2-40B4-BE49-F238E27FC236}">
                      <a16:creationId xmlns:a16="http://schemas.microsoft.com/office/drawing/2014/main" id="{8999B03F-A200-AA87-8C00-A01CEA1E9C9E}"/>
                    </a:ext>
                  </a:extLst>
                </p14:cNvPr>
                <p14:cNvContentPartPr/>
                <p14:nvPr/>
              </p14:nvContentPartPr>
              <p14:xfrm>
                <a:off x="1907636" y="2901107"/>
                <a:ext cx="360" cy="360"/>
              </p14:xfrm>
            </p:contentPart>
          </mc:Choice>
          <mc:Fallback xmlns="">
            <p:pic>
              <p:nvPicPr>
                <p:cNvPr id="51" name="Ink 50">
                  <a:extLst>
                    <a:ext uri="{FF2B5EF4-FFF2-40B4-BE49-F238E27FC236}">
                      <a16:creationId xmlns:a16="http://schemas.microsoft.com/office/drawing/2014/main" id="{8999B03F-A200-AA87-8C00-A01CEA1E9C9E}"/>
                    </a:ext>
                  </a:extLst>
                </p:cNvPr>
                <p:cNvPicPr/>
                <p:nvPr/>
              </p:nvPicPr>
              <p:blipFill>
                <a:blip r:embed="rId16"/>
                <a:stretch>
                  <a:fillRect/>
                </a:stretch>
              </p:blipFill>
              <p:spPr>
                <a:xfrm>
                  <a:off x="1901516" y="289498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52" name="Ink 51">
                  <a:extLst>
                    <a:ext uri="{FF2B5EF4-FFF2-40B4-BE49-F238E27FC236}">
                      <a16:creationId xmlns:a16="http://schemas.microsoft.com/office/drawing/2014/main" id="{8A7FD13E-C099-6FCB-A6F7-2F2349BC6D3F}"/>
                    </a:ext>
                  </a:extLst>
                </p14:cNvPr>
                <p14:cNvContentPartPr/>
                <p14:nvPr/>
              </p14:nvContentPartPr>
              <p14:xfrm>
                <a:off x="1907636" y="2901107"/>
                <a:ext cx="360" cy="360"/>
              </p14:xfrm>
            </p:contentPart>
          </mc:Choice>
          <mc:Fallback xmlns="">
            <p:pic>
              <p:nvPicPr>
                <p:cNvPr id="52" name="Ink 51">
                  <a:extLst>
                    <a:ext uri="{FF2B5EF4-FFF2-40B4-BE49-F238E27FC236}">
                      <a16:creationId xmlns:a16="http://schemas.microsoft.com/office/drawing/2014/main" id="{8A7FD13E-C099-6FCB-A6F7-2F2349BC6D3F}"/>
                    </a:ext>
                  </a:extLst>
                </p:cNvPr>
                <p:cNvPicPr/>
                <p:nvPr/>
              </p:nvPicPr>
              <p:blipFill>
                <a:blip r:embed="rId16"/>
                <a:stretch>
                  <a:fillRect/>
                </a:stretch>
              </p:blipFill>
              <p:spPr>
                <a:xfrm>
                  <a:off x="1901516" y="289498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75" name="Ink 74">
                  <a:extLst>
                    <a:ext uri="{FF2B5EF4-FFF2-40B4-BE49-F238E27FC236}">
                      <a16:creationId xmlns:a16="http://schemas.microsoft.com/office/drawing/2014/main" id="{D5372069-B716-F2DC-7FBE-FA656503E6B8}"/>
                    </a:ext>
                  </a:extLst>
                </p14:cNvPr>
                <p14:cNvContentPartPr/>
                <p14:nvPr/>
              </p14:nvContentPartPr>
              <p14:xfrm>
                <a:off x="2099876" y="2991467"/>
                <a:ext cx="360" cy="360"/>
              </p14:xfrm>
            </p:contentPart>
          </mc:Choice>
          <mc:Fallback xmlns="">
            <p:pic>
              <p:nvPicPr>
                <p:cNvPr id="75" name="Ink 74">
                  <a:extLst>
                    <a:ext uri="{FF2B5EF4-FFF2-40B4-BE49-F238E27FC236}">
                      <a16:creationId xmlns:a16="http://schemas.microsoft.com/office/drawing/2014/main" id="{D5372069-B716-F2DC-7FBE-FA656503E6B8}"/>
                    </a:ext>
                  </a:extLst>
                </p:cNvPr>
                <p:cNvPicPr/>
                <p:nvPr/>
              </p:nvPicPr>
              <p:blipFill>
                <a:blip r:embed="rId16"/>
                <a:stretch>
                  <a:fillRect/>
                </a:stretch>
              </p:blipFill>
              <p:spPr>
                <a:xfrm>
                  <a:off x="2093756" y="2985347"/>
                  <a:ext cx="1260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7">
            <p14:nvContentPartPr>
              <p14:cNvPr id="77" name="Ink 76">
                <a:extLst>
                  <a:ext uri="{FF2B5EF4-FFF2-40B4-BE49-F238E27FC236}">
                    <a16:creationId xmlns:a16="http://schemas.microsoft.com/office/drawing/2014/main" id="{9D045082-AFD0-77F0-B540-F09B7E4C7F7C}"/>
                  </a:ext>
                </a:extLst>
              </p14:cNvPr>
              <p14:cNvContentPartPr/>
              <p14:nvPr/>
            </p14:nvContentPartPr>
            <p14:xfrm>
              <a:off x="1422356" y="5013947"/>
              <a:ext cx="212760" cy="122400"/>
            </p14:xfrm>
          </p:contentPart>
        </mc:Choice>
        <mc:Fallback xmlns="">
          <p:pic>
            <p:nvPicPr>
              <p:cNvPr id="77" name="Ink 76">
                <a:extLst>
                  <a:ext uri="{FF2B5EF4-FFF2-40B4-BE49-F238E27FC236}">
                    <a16:creationId xmlns:a16="http://schemas.microsoft.com/office/drawing/2014/main" id="{9D045082-AFD0-77F0-B540-F09B7E4C7F7C}"/>
                  </a:ext>
                </a:extLst>
              </p:cNvPr>
              <p:cNvPicPr/>
              <p:nvPr/>
            </p:nvPicPr>
            <p:blipFill>
              <a:blip r:embed="rId68"/>
              <a:stretch>
                <a:fillRect/>
              </a:stretch>
            </p:blipFill>
            <p:spPr>
              <a:xfrm>
                <a:off x="1416236" y="5007827"/>
                <a:ext cx="225000" cy="13464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78" name="Ink 77">
                <a:extLst>
                  <a:ext uri="{FF2B5EF4-FFF2-40B4-BE49-F238E27FC236}">
                    <a16:creationId xmlns:a16="http://schemas.microsoft.com/office/drawing/2014/main" id="{307F26DB-9B09-BDB1-5305-9FD991B96CF8}"/>
                  </a:ext>
                </a:extLst>
              </p14:cNvPr>
              <p14:cNvContentPartPr/>
              <p14:nvPr/>
            </p14:nvContentPartPr>
            <p14:xfrm>
              <a:off x="2099876" y="4854107"/>
              <a:ext cx="180000" cy="360"/>
            </p14:xfrm>
          </p:contentPart>
        </mc:Choice>
        <mc:Fallback xmlns="">
          <p:pic>
            <p:nvPicPr>
              <p:cNvPr id="78" name="Ink 77">
                <a:extLst>
                  <a:ext uri="{FF2B5EF4-FFF2-40B4-BE49-F238E27FC236}">
                    <a16:creationId xmlns:a16="http://schemas.microsoft.com/office/drawing/2014/main" id="{307F26DB-9B09-BDB1-5305-9FD991B96CF8}"/>
                  </a:ext>
                </a:extLst>
              </p:cNvPr>
              <p:cNvPicPr/>
              <p:nvPr/>
            </p:nvPicPr>
            <p:blipFill>
              <a:blip r:embed="rId70"/>
              <a:stretch>
                <a:fillRect/>
              </a:stretch>
            </p:blipFill>
            <p:spPr>
              <a:xfrm>
                <a:off x="2093756" y="4847987"/>
                <a:ext cx="192240" cy="12600"/>
              </a:xfrm>
              <a:prstGeom prst="rect">
                <a:avLst/>
              </a:prstGeom>
            </p:spPr>
          </p:pic>
        </mc:Fallback>
      </mc:AlternateContent>
      <p:grpSp>
        <p:nvGrpSpPr>
          <p:cNvPr id="80" name="Group 79">
            <a:extLst>
              <a:ext uri="{FF2B5EF4-FFF2-40B4-BE49-F238E27FC236}">
                <a16:creationId xmlns:a16="http://schemas.microsoft.com/office/drawing/2014/main" id="{F50D26E9-CC58-92CA-7F28-EECA58FABC95}"/>
              </a:ext>
            </a:extLst>
          </p:cNvPr>
          <p:cNvGrpSpPr/>
          <p:nvPr/>
        </p:nvGrpSpPr>
        <p:grpSpPr>
          <a:xfrm>
            <a:off x="869396" y="3791747"/>
            <a:ext cx="2270880" cy="1201680"/>
            <a:chOff x="869396" y="3791747"/>
            <a:chExt cx="2270880" cy="1201680"/>
          </a:xfrm>
        </p:grpSpPr>
        <mc:AlternateContent xmlns:mc="http://schemas.openxmlformats.org/markup-compatibility/2006" xmlns:p14="http://schemas.microsoft.com/office/powerpoint/2010/main">
          <mc:Choice Requires="p14">
            <p:contentPart p14:bwMode="auto" r:id="rId71">
              <p14:nvContentPartPr>
                <p14:cNvPr id="54" name="Ink 53">
                  <a:extLst>
                    <a:ext uri="{FF2B5EF4-FFF2-40B4-BE49-F238E27FC236}">
                      <a16:creationId xmlns:a16="http://schemas.microsoft.com/office/drawing/2014/main" id="{154AEAD2-052E-CD67-2DAF-B28FEF0F2234}"/>
                    </a:ext>
                  </a:extLst>
                </p14:cNvPr>
                <p14:cNvContentPartPr/>
                <p14:nvPr/>
              </p14:nvContentPartPr>
              <p14:xfrm>
                <a:off x="1263956" y="4582307"/>
                <a:ext cx="419400" cy="245160"/>
              </p14:xfrm>
            </p:contentPart>
          </mc:Choice>
          <mc:Fallback xmlns="">
            <p:pic>
              <p:nvPicPr>
                <p:cNvPr id="54" name="Ink 53">
                  <a:extLst>
                    <a:ext uri="{FF2B5EF4-FFF2-40B4-BE49-F238E27FC236}">
                      <a16:creationId xmlns:a16="http://schemas.microsoft.com/office/drawing/2014/main" id="{154AEAD2-052E-CD67-2DAF-B28FEF0F2234}"/>
                    </a:ext>
                  </a:extLst>
                </p:cNvPr>
                <p:cNvPicPr/>
                <p:nvPr/>
              </p:nvPicPr>
              <p:blipFill>
                <a:blip r:embed="rId72"/>
                <a:stretch>
                  <a:fillRect/>
                </a:stretch>
              </p:blipFill>
              <p:spPr>
                <a:xfrm>
                  <a:off x="1257836" y="4576187"/>
                  <a:ext cx="431640" cy="2574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55" name="Ink 54">
                  <a:extLst>
                    <a:ext uri="{FF2B5EF4-FFF2-40B4-BE49-F238E27FC236}">
                      <a16:creationId xmlns:a16="http://schemas.microsoft.com/office/drawing/2014/main" id="{7AD8D076-9273-3595-3652-47F67BAA8608}"/>
                    </a:ext>
                  </a:extLst>
                </p14:cNvPr>
                <p14:cNvContentPartPr/>
                <p14:nvPr/>
              </p14:nvContentPartPr>
              <p14:xfrm>
                <a:off x="1591556" y="4617227"/>
                <a:ext cx="360" cy="360"/>
              </p14:xfrm>
            </p:contentPart>
          </mc:Choice>
          <mc:Fallback xmlns="">
            <p:pic>
              <p:nvPicPr>
                <p:cNvPr id="55" name="Ink 54">
                  <a:extLst>
                    <a:ext uri="{FF2B5EF4-FFF2-40B4-BE49-F238E27FC236}">
                      <a16:creationId xmlns:a16="http://schemas.microsoft.com/office/drawing/2014/main" id="{7AD8D076-9273-3595-3652-47F67BAA8608}"/>
                    </a:ext>
                  </a:extLst>
                </p:cNvPr>
                <p:cNvPicPr/>
                <p:nvPr/>
              </p:nvPicPr>
              <p:blipFill>
                <a:blip r:embed="rId16"/>
                <a:stretch>
                  <a:fillRect/>
                </a:stretch>
              </p:blipFill>
              <p:spPr>
                <a:xfrm>
                  <a:off x="1585436" y="461110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61" name="Ink 60">
                  <a:extLst>
                    <a:ext uri="{FF2B5EF4-FFF2-40B4-BE49-F238E27FC236}">
                      <a16:creationId xmlns:a16="http://schemas.microsoft.com/office/drawing/2014/main" id="{C2497D01-E069-1B4C-914F-6B98134D25F4}"/>
                    </a:ext>
                  </a:extLst>
                </p14:cNvPr>
                <p14:cNvContentPartPr/>
                <p14:nvPr/>
              </p14:nvContentPartPr>
              <p14:xfrm>
                <a:off x="1852556" y="4628387"/>
                <a:ext cx="67320" cy="237240"/>
              </p14:xfrm>
            </p:contentPart>
          </mc:Choice>
          <mc:Fallback xmlns="">
            <p:pic>
              <p:nvPicPr>
                <p:cNvPr id="61" name="Ink 60">
                  <a:extLst>
                    <a:ext uri="{FF2B5EF4-FFF2-40B4-BE49-F238E27FC236}">
                      <a16:creationId xmlns:a16="http://schemas.microsoft.com/office/drawing/2014/main" id="{C2497D01-E069-1B4C-914F-6B98134D25F4}"/>
                    </a:ext>
                  </a:extLst>
                </p:cNvPr>
                <p:cNvPicPr/>
                <p:nvPr/>
              </p:nvPicPr>
              <p:blipFill>
                <a:blip r:embed="rId75"/>
                <a:stretch>
                  <a:fillRect/>
                </a:stretch>
              </p:blipFill>
              <p:spPr>
                <a:xfrm>
                  <a:off x="1846436" y="4622267"/>
                  <a:ext cx="79560" cy="2494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62" name="Ink 61">
                  <a:extLst>
                    <a:ext uri="{FF2B5EF4-FFF2-40B4-BE49-F238E27FC236}">
                      <a16:creationId xmlns:a16="http://schemas.microsoft.com/office/drawing/2014/main" id="{A09DC234-017A-6E27-93C0-CD9968D7917F}"/>
                    </a:ext>
                  </a:extLst>
                </p14:cNvPr>
                <p14:cNvContentPartPr/>
                <p14:nvPr/>
              </p14:nvContentPartPr>
              <p14:xfrm>
                <a:off x="2019236" y="4436507"/>
                <a:ext cx="54000" cy="261000"/>
              </p14:xfrm>
            </p:contentPart>
          </mc:Choice>
          <mc:Fallback xmlns="">
            <p:pic>
              <p:nvPicPr>
                <p:cNvPr id="62" name="Ink 61">
                  <a:extLst>
                    <a:ext uri="{FF2B5EF4-FFF2-40B4-BE49-F238E27FC236}">
                      <a16:creationId xmlns:a16="http://schemas.microsoft.com/office/drawing/2014/main" id="{A09DC234-017A-6E27-93C0-CD9968D7917F}"/>
                    </a:ext>
                  </a:extLst>
                </p:cNvPr>
                <p:cNvPicPr/>
                <p:nvPr/>
              </p:nvPicPr>
              <p:blipFill>
                <a:blip r:embed="rId77"/>
                <a:stretch>
                  <a:fillRect/>
                </a:stretch>
              </p:blipFill>
              <p:spPr>
                <a:xfrm>
                  <a:off x="2013116" y="4430387"/>
                  <a:ext cx="66240" cy="2732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64" name="Ink 63">
                  <a:extLst>
                    <a:ext uri="{FF2B5EF4-FFF2-40B4-BE49-F238E27FC236}">
                      <a16:creationId xmlns:a16="http://schemas.microsoft.com/office/drawing/2014/main" id="{7BDA3260-C93E-679B-D0D0-9CE251ACAF89}"/>
                    </a:ext>
                  </a:extLst>
                </p14:cNvPr>
                <p14:cNvContentPartPr/>
                <p14:nvPr/>
              </p14:nvContentPartPr>
              <p14:xfrm>
                <a:off x="2111036" y="4405547"/>
                <a:ext cx="197280" cy="282960"/>
              </p14:xfrm>
            </p:contentPart>
          </mc:Choice>
          <mc:Fallback xmlns="">
            <p:pic>
              <p:nvPicPr>
                <p:cNvPr id="64" name="Ink 63">
                  <a:extLst>
                    <a:ext uri="{FF2B5EF4-FFF2-40B4-BE49-F238E27FC236}">
                      <a16:creationId xmlns:a16="http://schemas.microsoft.com/office/drawing/2014/main" id="{7BDA3260-C93E-679B-D0D0-9CE251ACAF89}"/>
                    </a:ext>
                  </a:extLst>
                </p:cNvPr>
                <p:cNvPicPr/>
                <p:nvPr/>
              </p:nvPicPr>
              <p:blipFill>
                <a:blip r:embed="rId79"/>
                <a:stretch>
                  <a:fillRect/>
                </a:stretch>
              </p:blipFill>
              <p:spPr>
                <a:xfrm>
                  <a:off x="2104916" y="4399427"/>
                  <a:ext cx="209520" cy="2952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65" name="Ink 64">
                  <a:extLst>
                    <a:ext uri="{FF2B5EF4-FFF2-40B4-BE49-F238E27FC236}">
                      <a16:creationId xmlns:a16="http://schemas.microsoft.com/office/drawing/2014/main" id="{658145AA-E891-7095-0926-BF2D15F2BCF8}"/>
                    </a:ext>
                  </a:extLst>
                </p14:cNvPr>
                <p14:cNvContentPartPr/>
                <p14:nvPr/>
              </p14:nvContentPartPr>
              <p14:xfrm>
                <a:off x="2449436" y="4526507"/>
                <a:ext cx="59040" cy="227160"/>
              </p14:xfrm>
            </p:contentPart>
          </mc:Choice>
          <mc:Fallback xmlns="">
            <p:pic>
              <p:nvPicPr>
                <p:cNvPr id="65" name="Ink 64">
                  <a:extLst>
                    <a:ext uri="{FF2B5EF4-FFF2-40B4-BE49-F238E27FC236}">
                      <a16:creationId xmlns:a16="http://schemas.microsoft.com/office/drawing/2014/main" id="{658145AA-E891-7095-0926-BF2D15F2BCF8}"/>
                    </a:ext>
                  </a:extLst>
                </p:cNvPr>
                <p:cNvPicPr/>
                <p:nvPr/>
              </p:nvPicPr>
              <p:blipFill>
                <a:blip r:embed="rId81"/>
                <a:stretch>
                  <a:fillRect/>
                </a:stretch>
              </p:blipFill>
              <p:spPr>
                <a:xfrm>
                  <a:off x="2443316" y="4520387"/>
                  <a:ext cx="71280" cy="23940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68" name="Ink 67">
                  <a:extLst>
                    <a:ext uri="{FF2B5EF4-FFF2-40B4-BE49-F238E27FC236}">
                      <a16:creationId xmlns:a16="http://schemas.microsoft.com/office/drawing/2014/main" id="{56B16EE1-655F-EF86-547A-E0834F4EDFD5}"/>
                    </a:ext>
                  </a:extLst>
                </p14:cNvPr>
                <p14:cNvContentPartPr/>
                <p14:nvPr/>
              </p14:nvContentPartPr>
              <p14:xfrm>
                <a:off x="2607476" y="4255787"/>
                <a:ext cx="46080" cy="179640"/>
              </p14:xfrm>
            </p:contentPart>
          </mc:Choice>
          <mc:Fallback xmlns="">
            <p:pic>
              <p:nvPicPr>
                <p:cNvPr id="68" name="Ink 67">
                  <a:extLst>
                    <a:ext uri="{FF2B5EF4-FFF2-40B4-BE49-F238E27FC236}">
                      <a16:creationId xmlns:a16="http://schemas.microsoft.com/office/drawing/2014/main" id="{56B16EE1-655F-EF86-547A-E0834F4EDFD5}"/>
                    </a:ext>
                  </a:extLst>
                </p:cNvPr>
                <p:cNvPicPr/>
                <p:nvPr/>
              </p:nvPicPr>
              <p:blipFill>
                <a:blip r:embed="rId83"/>
                <a:stretch>
                  <a:fillRect/>
                </a:stretch>
              </p:blipFill>
              <p:spPr>
                <a:xfrm>
                  <a:off x="2601356" y="4249667"/>
                  <a:ext cx="5832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69" name="Ink 68">
                  <a:extLst>
                    <a:ext uri="{FF2B5EF4-FFF2-40B4-BE49-F238E27FC236}">
                      <a16:creationId xmlns:a16="http://schemas.microsoft.com/office/drawing/2014/main" id="{D97AB180-E877-1E31-1BD9-8ACFBFA2CE5A}"/>
                    </a:ext>
                  </a:extLst>
                </p14:cNvPr>
                <p14:cNvContentPartPr/>
                <p14:nvPr/>
              </p14:nvContentPartPr>
              <p14:xfrm>
                <a:off x="2753996" y="4142387"/>
                <a:ext cx="137880" cy="330840"/>
              </p14:xfrm>
            </p:contentPart>
          </mc:Choice>
          <mc:Fallback xmlns="">
            <p:pic>
              <p:nvPicPr>
                <p:cNvPr id="69" name="Ink 68">
                  <a:extLst>
                    <a:ext uri="{FF2B5EF4-FFF2-40B4-BE49-F238E27FC236}">
                      <a16:creationId xmlns:a16="http://schemas.microsoft.com/office/drawing/2014/main" id="{D97AB180-E877-1E31-1BD9-8ACFBFA2CE5A}"/>
                    </a:ext>
                  </a:extLst>
                </p:cNvPr>
                <p:cNvPicPr/>
                <p:nvPr/>
              </p:nvPicPr>
              <p:blipFill>
                <a:blip r:embed="rId85"/>
                <a:stretch>
                  <a:fillRect/>
                </a:stretch>
              </p:blipFill>
              <p:spPr>
                <a:xfrm>
                  <a:off x="2747876" y="4136267"/>
                  <a:ext cx="150120" cy="34308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33" name="Ink 32">
                  <a:extLst>
                    <a:ext uri="{FF2B5EF4-FFF2-40B4-BE49-F238E27FC236}">
                      <a16:creationId xmlns:a16="http://schemas.microsoft.com/office/drawing/2014/main" id="{222B30ED-FFF0-7D26-78A3-020EDA8409A2}"/>
                    </a:ext>
                  </a:extLst>
                </p14:cNvPr>
                <p14:cNvContentPartPr/>
                <p14:nvPr/>
              </p14:nvContentPartPr>
              <p14:xfrm>
                <a:off x="869396" y="4537667"/>
                <a:ext cx="360" cy="339480"/>
              </p14:xfrm>
            </p:contentPart>
          </mc:Choice>
          <mc:Fallback xmlns="">
            <p:pic>
              <p:nvPicPr>
                <p:cNvPr id="33" name="Ink 32">
                  <a:extLst>
                    <a:ext uri="{FF2B5EF4-FFF2-40B4-BE49-F238E27FC236}">
                      <a16:creationId xmlns:a16="http://schemas.microsoft.com/office/drawing/2014/main" id="{222B30ED-FFF0-7D26-78A3-020EDA8409A2}"/>
                    </a:ext>
                  </a:extLst>
                </p:cNvPr>
                <p:cNvPicPr/>
                <p:nvPr/>
              </p:nvPicPr>
              <p:blipFill>
                <a:blip r:embed="rId87"/>
                <a:stretch>
                  <a:fillRect/>
                </a:stretch>
              </p:blipFill>
              <p:spPr>
                <a:xfrm>
                  <a:off x="863276" y="4531547"/>
                  <a:ext cx="12600" cy="35172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34" name="Ink 33">
                  <a:extLst>
                    <a:ext uri="{FF2B5EF4-FFF2-40B4-BE49-F238E27FC236}">
                      <a16:creationId xmlns:a16="http://schemas.microsoft.com/office/drawing/2014/main" id="{E15B4798-FE9B-B34D-4EC7-1B05B345EF3E}"/>
                    </a:ext>
                  </a:extLst>
                </p14:cNvPr>
                <p14:cNvContentPartPr/>
                <p14:nvPr/>
              </p14:nvContentPartPr>
              <p14:xfrm>
                <a:off x="1004756" y="4583027"/>
                <a:ext cx="360" cy="281160"/>
              </p14:xfrm>
            </p:contentPart>
          </mc:Choice>
          <mc:Fallback xmlns="">
            <p:pic>
              <p:nvPicPr>
                <p:cNvPr id="34" name="Ink 33">
                  <a:extLst>
                    <a:ext uri="{FF2B5EF4-FFF2-40B4-BE49-F238E27FC236}">
                      <a16:creationId xmlns:a16="http://schemas.microsoft.com/office/drawing/2014/main" id="{E15B4798-FE9B-B34D-4EC7-1B05B345EF3E}"/>
                    </a:ext>
                  </a:extLst>
                </p:cNvPr>
                <p:cNvPicPr/>
                <p:nvPr/>
              </p:nvPicPr>
              <p:blipFill>
                <a:blip r:embed="rId89"/>
                <a:stretch>
                  <a:fillRect/>
                </a:stretch>
              </p:blipFill>
              <p:spPr>
                <a:xfrm>
                  <a:off x="998636" y="4576907"/>
                  <a:ext cx="12600" cy="29340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35" name="Ink 34">
                  <a:extLst>
                    <a:ext uri="{FF2B5EF4-FFF2-40B4-BE49-F238E27FC236}">
                      <a16:creationId xmlns:a16="http://schemas.microsoft.com/office/drawing/2014/main" id="{6A1B0F47-94D5-221D-70C6-FF3738762780}"/>
                    </a:ext>
                  </a:extLst>
                </p14:cNvPr>
                <p14:cNvContentPartPr/>
                <p14:nvPr/>
              </p14:nvContentPartPr>
              <p14:xfrm>
                <a:off x="1042556" y="4876427"/>
                <a:ext cx="98280" cy="117000"/>
              </p14:xfrm>
            </p:contentPart>
          </mc:Choice>
          <mc:Fallback xmlns="">
            <p:pic>
              <p:nvPicPr>
                <p:cNvPr id="35" name="Ink 34">
                  <a:extLst>
                    <a:ext uri="{FF2B5EF4-FFF2-40B4-BE49-F238E27FC236}">
                      <a16:creationId xmlns:a16="http://schemas.microsoft.com/office/drawing/2014/main" id="{6A1B0F47-94D5-221D-70C6-FF3738762780}"/>
                    </a:ext>
                  </a:extLst>
                </p:cNvPr>
                <p:cNvPicPr/>
                <p:nvPr/>
              </p:nvPicPr>
              <p:blipFill>
                <a:blip r:embed="rId91"/>
                <a:stretch>
                  <a:fillRect/>
                </a:stretch>
              </p:blipFill>
              <p:spPr>
                <a:xfrm>
                  <a:off x="1036436" y="4870307"/>
                  <a:ext cx="110520" cy="1292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79" name="Ink 78">
                  <a:extLst>
                    <a:ext uri="{FF2B5EF4-FFF2-40B4-BE49-F238E27FC236}">
                      <a16:creationId xmlns:a16="http://schemas.microsoft.com/office/drawing/2014/main" id="{4D873E55-77E4-EB54-8E85-307BB49643C8}"/>
                    </a:ext>
                  </a:extLst>
                </p14:cNvPr>
                <p14:cNvContentPartPr/>
                <p14:nvPr/>
              </p14:nvContentPartPr>
              <p14:xfrm>
                <a:off x="2470676" y="3791747"/>
                <a:ext cx="669600" cy="882360"/>
              </p14:xfrm>
            </p:contentPart>
          </mc:Choice>
          <mc:Fallback xmlns="">
            <p:pic>
              <p:nvPicPr>
                <p:cNvPr id="79" name="Ink 78">
                  <a:extLst>
                    <a:ext uri="{FF2B5EF4-FFF2-40B4-BE49-F238E27FC236}">
                      <a16:creationId xmlns:a16="http://schemas.microsoft.com/office/drawing/2014/main" id="{4D873E55-77E4-EB54-8E85-307BB49643C8}"/>
                    </a:ext>
                  </a:extLst>
                </p:cNvPr>
                <p:cNvPicPr/>
                <p:nvPr/>
              </p:nvPicPr>
              <p:blipFill>
                <a:blip r:embed="rId93"/>
                <a:stretch>
                  <a:fillRect/>
                </a:stretch>
              </p:blipFill>
              <p:spPr>
                <a:xfrm>
                  <a:off x="2464556" y="3785627"/>
                  <a:ext cx="681840" cy="894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4">
            <p14:nvContentPartPr>
              <p14:cNvPr id="81" name="Ink 80">
                <a:extLst>
                  <a:ext uri="{FF2B5EF4-FFF2-40B4-BE49-F238E27FC236}">
                    <a16:creationId xmlns:a16="http://schemas.microsoft.com/office/drawing/2014/main" id="{76524403-D92E-659A-57B5-5A95BA530FAF}"/>
                  </a:ext>
                </a:extLst>
              </p14:cNvPr>
              <p14:cNvContentPartPr/>
              <p14:nvPr/>
            </p14:nvContentPartPr>
            <p14:xfrm>
              <a:off x="563396" y="4257227"/>
              <a:ext cx="416880" cy="332640"/>
            </p14:xfrm>
          </p:contentPart>
        </mc:Choice>
        <mc:Fallback xmlns="">
          <p:pic>
            <p:nvPicPr>
              <p:cNvPr id="81" name="Ink 80">
                <a:extLst>
                  <a:ext uri="{FF2B5EF4-FFF2-40B4-BE49-F238E27FC236}">
                    <a16:creationId xmlns:a16="http://schemas.microsoft.com/office/drawing/2014/main" id="{76524403-D92E-659A-57B5-5A95BA530FAF}"/>
                  </a:ext>
                </a:extLst>
              </p:cNvPr>
              <p:cNvPicPr/>
              <p:nvPr/>
            </p:nvPicPr>
            <p:blipFill>
              <a:blip r:embed="rId95"/>
              <a:stretch>
                <a:fillRect/>
              </a:stretch>
            </p:blipFill>
            <p:spPr>
              <a:xfrm>
                <a:off x="557276" y="4251107"/>
                <a:ext cx="429120" cy="344880"/>
              </a:xfrm>
              <a:prstGeom prst="rect">
                <a:avLst/>
              </a:prstGeom>
            </p:spPr>
          </p:pic>
        </mc:Fallback>
      </mc:AlternateContent>
    </p:spTree>
    <p:extLst>
      <p:ext uri="{BB962C8B-B14F-4D97-AF65-F5344CB8AC3E}">
        <p14:creationId xmlns:p14="http://schemas.microsoft.com/office/powerpoint/2010/main" val="256421190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0D66D-E2EC-CBB9-B428-988CFA6C356D}"/>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19C96106-2DD6-E62C-2DC6-533EBE0CE234}"/>
              </a:ext>
            </a:extLst>
          </p:cNvPr>
          <p:cNvPicPr>
            <a:picLocks noChangeAspect="1"/>
          </p:cNvPicPr>
          <p:nvPr/>
        </p:nvPicPr>
        <p:blipFill>
          <a:blip r:embed="rId2"/>
          <a:stretch>
            <a:fillRect/>
          </a:stretch>
        </p:blipFill>
        <p:spPr>
          <a:xfrm>
            <a:off x="0" y="0"/>
            <a:ext cx="3964787" cy="1404394"/>
          </a:xfrm>
          <a:prstGeom prst="rect">
            <a:avLst/>
          </a:prstGeom>
        </p:spPr>
      </p:pic>
      <p:sp>
        <p:nvSpPr>
          <p:cNvPr id="3" name="Oval 2">
            <a:extLst>
              <a:ext uri="{FF2B5EF4-FFF2-40B4-BE49-F238E27FC236}">
                <a16:creationId xmlns:a16="http://schemas.microsoft.com/office/drawing/2014/main" id="{8C745BCA-D0FB-2C9D-2804-6BEC110C8242}"/>
              </a:ext>
            </a:extLst>
          </p:cNvPr>
          <p:cNvSpPr/>
          <p:nvPr/>
        </p:nvSpPr>
        <p:spPr>
          <a:xfrm>
            <a:off x="5964702" y="1111347"/>
            <a:ext cx="858129" cy="80185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S(7)</a:t>
            </a:r>
          </a:p>
        </p:txBody>
      </p:sp>
      <p:sp>
        <p:nvSpPr>
          <p:cNvPr id="4" name="Oval 3">
            <a:extLst>
              <a:ext uri="{FF2B5EF4-FFF2-40B4-BE49-F238E27FC236}">
                <a16:creationId xmlns:a16="http://schemas.microsoft.com/office/drawing/2014/main" id="{0DFAA479-DA9F-68D3-5BD7-22C17F181036}"/>
              </a:ext>
            </a:extLst>
          </p:cNvPr>
          <p:cNvSpPr/>
          <p:nvPr/>
        </p:nvSpPr>
        <p:spPr>
          <a:xfrm>
            <a:off x="4583723" y="2220347"/>
            <a:ext cx="987083" cy="93081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A(11)</a:t>
            </a:r>
          </a:p>
        </p:txBody>
      </p:sp>
      <p:sp>
        <p:nvSpPr>
          <p:cNvPr id="5" name="Oval 4">
            <a:extLst>
              <a:ext uri="{FF2B5EF4-FFF2-40B4-BE49-F238E27FC236}">
                <a16:creationId xmlns:a16="http://schemas.microsoft.com/office/drawing/2014/main" id="{9F850BED-AD08-B311-6CD0-412B3BBD0198}"/>
              </a:ext>
            </a:extLst>
          </p:cNvPr>
          <p:cNvSpPr/>
          <p:nvPr/>
        </p:nvSpPr>
        <p:spPr>
          <a:xfrm>
            <a:off x="7411329" y="2220348"/>
            <a:ext cx="987083" cy="93081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B(10)</a:t>
            </a:r>
          </a:p>
        </p:txBody>
      </p:sp>
      <p:cxnSp>
        <p:nvCxnSpPr>
          <p:cNvPr id="7" name="Straight Connector 6">
            <a:extLst>
              <a:ext uri="{FF2B5EF4-FFF2-40B4-BE49-F238E27FC236}">
                <a16:creationId xmlns:a16="http://schemas.microsoft.com/office/drawing/2014/main" id="{820E12C5-5A35-6789-FB81-9A2B284DAB3C}"/>
              </a:ext>
            </a:extLst>
          </p:cNvPr>
          <p:cNvCxnSpPr>
            <a:stCxn id="3" idx="3"/>
            <a:endCxn id="4" idx="7"/>
          </p:cNvCxnSpPr>
          <p:nvPr/>
        </p:nvCxnSpPr>
        <p:spPr>
          <a:xfrm flipH="1">
            <a:off x="5426251" y="1795776"/>
            <a:ext cx="664121" cy="560886"/>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95879FC-371A-E83E-58AA-0E536CB37A77}"/>
              </a:ext>
            </a:extLst>
          </p:cNvPr>
          <p:cNvCxnSpPr>
            <a:stCxn id="3" idx="5"/>
            <a:endCxn id="5" idx="1"/>
          </p:cNvCxnSpPr>
          <p:nvPr/>
        </p:nvCxnSpPr>
        <p:spPr>
          <a:xfrm>
            <a:off x="6697161" y="1795776"/>
            <a:ext cx="858723" cy="560887"/>
          </a:xfrm>
          <a:prstGeom prst="line">
            <a:avLst/>
          </a:prstGeom>
          <a:ln>
            <a:prstDash val="solid"/>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BE950D6F-0F2D-BA83-9875-E7CEAC8AB1C4}"/>
              </a:ext>
            </a:extLst>
          </p:cNvPr>
          <p:cNvSpPr txBox="1"/>
          <p:nvPr/>
        </p:nvSpPr>
        <p:spPr>
          <a:xfrm>
            <a:off x="9467557" y="970670"/>
            <a:ext cx="2053883" cy="646331"/>
          </a:xfrm>
          <a:prstGeom prst="rect">
            <a:avLst/>
          </a:prstGeom>
          <a:noFill/>
        </p:spPr>
        <p:txBody>
          <a:bodyPr wrap="square" rtlCol="0">
            <a:spAutoFit/>
          </a:bodyPr>
          <a:lstStyle/>
          <a:p>
            <a:r>
              <a:rPr lang="en-US" dirty="0" err="1"/>
              <a:t>f_bound</a:t>
            </a:r>
            <a:r>
              <a:rPr lang="en-US" dirty="0"/>
              <a:t> = 11</a:t>
            </a:r>
          </a:p>
          <a:p>
            <a:r>
              <a:rPr lang="en-US" dirty="0" err="1"/>
              <a:t>f_new</a:t>
            </a:r>
            <a:r>
              <a:rPr lang="en-US" dirty="0"/>
              <a:t> = 12</a:t>
            </a:r>
          </a:p>
        </p:txBody>
      </p:sp>
      <p:sp>
        <p:nvSpPr>
          <p:cNvPr id="10" name="Oval 9">
            <a:extLst>
              <a:ext uri="{FF2B5EF4-FFF2-40B4-BE49-F238E27FC236}">
                <a16:creationId xmlns:a16="http://schemas.microsoft.com/office/drawing/2014/main" id="{D4FDF179-2632-9255-5BEF-40E5BE0D5B5A}"/>
              </a:ext>
            </a:extLst>
          </p:cNvPr>
          <p:cNvSpPr/>
          <p:nvPr/>
        </p:nvSpPr>
        <p:spPr>
          <a:xfrm>
            <a:off x="6114629" y="3465663"/>
            <a:ext cx="987083" cy="93081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C(12)</a:t>
            </a:r>
          </a:p>
        </p:txBody>
      </p:sp>
      <p:sp>
        <p:nvSpPr>
          <p:cNvPr id="11" name="Oval 10">
            <a:extLst>
              <a:ext uri="{FF2B5EF4-FFF2-40B4-BE49-F238E27FC236}">
                <a16:creationId xmlns:a16="http://schemas.microsoft.com/office/drawing/2014/main" id="{5423CF1D-2627-59C2-9010-C85BA4B673CD}"/>
              </a:ext>
            </a:extLst>
          </p:cNvPr>
          <p:cNvSpPr/>
          <p:nvPr/>
        </p:nvSpPr>
        <p:spPr>
          <a:xfrm>
            <a:off x="8942235" y="3465664"/>
            <a:ext cx="1017691" cy="93081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G(13)</a:t>
            </a:r>
          </a:p>
        </p:txBody>
      </p:sp>
      <p:cxnSp>
        <p:nvCxnSpPr>
          <p:cNvPr id="12" name="Straight Connector 11">
            <a:extLst>
              <a:ext uri="{FF2B5EF4-FFF2-40B4-BE49-F238E27FC236}">
                <a16:creationId xmlns:a16="http://schemas.microsoft.com/office/drawing/2014/main" id="{82D4ADE7-92B6-AF67-4014-79C283198C82}"/>
              </a:ext>
            </a:extLst>
          </p:cNvPr>
          <p:cNvCxnSpPr>
            <a:stCxn id="5" idx="3"/>
            <a:endCxn id="10" idx="7"/>
          </p:cNvCxnSpPr>
          <p:nvPr/>
        </p:nvCxnSpPr>
        <p:spPr>
          <a:xfrm flipH="1">
            <a:off x="6957157" y="3014848"/>
            <a:ext cx="598727" cy="58713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22C9AFAB-3164-05BF-1ABE-23E2EF148AC7}"/>
              </a:ext>
            </a:extLst>
          </p:cNvPr>
          <p:cNvCxnSpPr>
            <a:stCxn id="5" idx="5"/>
            <a:endCxn id="11" idx="1"/>
          </p:cNvCxnSpPr>
          <p:nvPr/>
        </p:nvCxnSpPr>
        <p:spPr>
          <a:xfrm>
            <a:off x="8253857" y="3014848"/>
            <a:ext cx="837415" cy="587131"/>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867B690C-EE39-B480-588E-DB62D5C35BAF}"/>
              </a:ext>
            </a:extLst>
          </p:cNvPr>
          <p:cNvSpPr/>
          <p:nvPr/>
        </p:nvSpPr>
        <p:spPr>
          <a:xfrm>
            <a:off x="3247368" y="3272885"/>
            <a:ext cx="987083" cy="93081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B(19)</a:t>
            </a:r>
          </a:p>
        </p:txBody>
      </p:sp>
      <p:cxnSp>
        <p:nvCxnSpPr>
          <p:cNvPr id="8" name="Straight Connector 7">
            <a:extLst>
              <a:ext uri="{FF2B5EF4-FFF2-40B4-BE49-F238E27FC236}">
                <a16:creationId xmlns:a16="http://schemas.microsoft.com/office/drawing/2014/main" id="{CAAC48BC-0D7E-EE33-DE48-6DD8E5100015}"/>
              </a:ext>
            </a:extLst>
          </p:cNvPr>
          <p:cNvCxnSpPr>
            <a:cxnSpLocks/>
          </p:cNvCxnSpPr>
          <p:nvPr/>
        </p:nvCxnSpPr>
        <p:spPr>
          <a:xfrm flipH="1">
            <a:off x="5234844" y="2685755"/>
            <a:ext cx="2216858" cy="88998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3B85B23-B6D1-6832-10B0-48394A2E69D5}"/>
              </a:ext>
            </a:extLst>
          </p:cNvPr>
          <p:cNvCxnSpPr/>
          <p:nvPr/>
        </p:nvCxnSpPr>
        <p:spPr>
          <a:xfrm flipH="1">
            <a:off x="3952746" y="2685755"/>
            <a:ext cx="598727" cy="58713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7AE75B81-482A-895F-27A2-38C408501997}"/>
              </a:ext>
            </a:extLst>
          </p:cNvPr>
          <p:cNvSpPr/>
          <p:nvPr/>
        </p:nvSpPr>
        <p:spPr>
          <a:xfrm>
            <a:off x="4703873" y="3618063"/>
            <a:ext cx="987083" cy="93081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A(20)</a:t>
            </a:r>
          </a:p>
        </p:txBody>
      </p:sp>
      <p:grpSp>
        <p:nvGrpSpPr>
          <p:cNvPr id="22" name="Group 21">
            <a:extLst>
              <a:ext uri="{FF2B5EF4-FFF2-40B4-BE49-F238E27FC236}">
                <a16:creationId xmlns:a16="http://schemas.microsoft.com/office/drawing/2014/main" id="{3E4757B2-1D8A-9806-DC7A-139637D7A416}"/>
              </a:ext>
            </a:extLst>
          </p:cNvPr>
          <p:cNvGrpSpPr/>
          <p:nvPr/>
        </p:nvGrpSpPr>
        <p:grpSpPr>
          <a:xfrm>
            <a:off x="304556" y="1884107"/>
            <a:ext cx="304200" cy="559080"/>
            <a:chOff x="304556" y="1884107"/>
            <a:chExt cx="304200" cy="559080"/>
          </a:xfrm>
        </p:grpSpPr>
        <mc:AlternateContent xmlns:mc="http://schemas.openxmlformats.org/markup-compatibility/2006" xmlns:p14="http://schemas.microsoft.com/office/powerpoint/2010/main">
          <mc:Choice Requires="p14">
            <p:contentPart p14:bwMode="auto" r:id="rId3">
              <p14:nvContentPartPr>
                <p14:cNvPr id="17" name="Ink 16">
                  <a:extLst>
                    <a:ext uri="{FF2B5EF4-FFF2-40B4-BE49-F238E27FC236}">
                      <a16:creationId xmlns:a16="http://schemas.microsoft.com/office/drawing/2014/main" id="{AB9995BA-2D06-3EA4-1F55-EF74A496742F}"/>
                    </a:ext>
                  </a:extLst>
                </p14:cNvPr>
                <p14:cNvContentPartPr/>
                <p14:nvPr/>
              </p14:nvContentPartPr>
              <p14:xfrm>
                <a:off x="349556" y="2122427"/>
                <a:ext cx="11880" cy="320760"/>
              </p14:xfrm>
            </p:contentPart>
          </mc:Choice>
          <mc:Fallback xmlns="">
            <p:pic>
              <p:nvPicPr>
                <p:cNvPr id="17" name="Ink 16">
                  <a:extLst>
                    <a:ext uri="{FF2B5EF4-FFF2-40B4-BE49-F238E27FC236}">
                      <a16:creationId xmlns:a16="http://schemas.microsoft.com/office/drawing/2014/main" id="{AB9995BA-2D06-3EA4-1F55-EF74A496742F}"/>
                    </a:ext>
                  </a:extLst>
                </p:cNvPr>
                <p:cNvPicPr/>
                <p:nvPr/>
              </p:nvPicPr>
              <p:blipFill>
                <a:blip r:embed="rId4"/>
                <a:stretch>
                  <a:fillRect/>
                </a:stretch>
              </p:blipFill>
              <p:spPr>
                <a:xfrm>
                  <a:off x="343436" y="2116307"/>
                  <a:ext cx="24120" cy="333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8" name="Ink 17">
                  <a:extLst>
                    <a:ext uri="{FF2B5EF4-FFF2-40B4-BE49-F238E27FC236}">
                      <a16:creationId xmlns:a16="http://schemas.microsoft.com/office/drawing/2014/main" id="{F42CFB77-5863-792F-DE7B-86CE132B9F5F}"/>
                    </a:ext>
                  </a:extLst>
                </p14:cNvPr>
                <p14:cNvContentPartPr/>
                <p14:nvPr/>
              </p14:nvContentPartPr>
              <p14:xfrm>
                <a:off x="304556" y="1884107"/>
                <a:ext cx="101160" cy="24120"/>
              </p14:xfrm>
            </p:contentPart>
          </mc:Choice>
          <mc:Fallback xmlns="">
            <p:pic>
              <p:nvPicPr>
                <p:cNvPr id="18" name="Ink 17">
                  <a:extLst>
                    <a:ext uri="{FF2B5EF4-FFF2-40B4-BE49-F238E27FC236}">
                      <a16:creationId xmlns:a16="http://schemas.microsoft.com/office/drawing/2014/main" id="{F42CFB77-5863-792F-DE7B-86CE132B9F5F}"/>
                    </a:ext>
                  </a:extLst>
                </p:cNvPr>
                <p:cNvPicPr/>
                <p:nvPr/>
              </p:nvPicPr>
              <p:blipFill>
                <a:blip r:embed="rId6"/>
                <a:stretch>
                  <a:fillRect/>
                </a:stretch>
              </p:blipFill>
              <p:spPr>
                <a:xfrm>
                  <a:off x="298436" y="1877987"/>
                  <a:ext cx="11340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9" name="Ink 18">
                  <a:extLst>
                    <a:ext uri="{FF2B5EF4-FFF2-40B4-BE49-F238E27FC236}">
                      <a16:creationId xmlns:a16="http://schemas.microsoft.com/office/drawing/2014/main" id="{B3C97EDE-EC2F-DBEB-9983-78893E8A0A08}"/>
                    </a:ext>
                  </a:extLst>
                </p14:cNvPr>
                <p14:cNvContentPartPr/>
                <p14:nvPr/>
              </p14:nvContentPartPr>
              <p14:xfrm>
                <a:off x="462956" y="2020547"/>
                <a:ext cx="145080" cy="385920"/>
              </p14:xfrm>
            </p:contentPart>
          </mc:Choice>
          <mc:Fallback xmlns="">
            <p:pic>
              <p:nvPicPr>
                <p:cNvPr id="19" name="Ink 18">
                  <a:extLst>
                    <a:ext uri="{FF2B5EF4-FFF2-40B4-BE49-F238E27FC236}">
                      <a16:creationId xmlns:a16="http://schemas.microsoft.com/office/drawing/2014/main" id="{B3C97EDE-EC2F-DBEB-9983-78893E8A0A08}"/>
                    </a:ext>
                  </a:extLst>
                </p:cNvPr>
                <p:cNvPicPr/>
                <p:nvPr/>
              </p:nvPicPr>
              <p:blipFill>
                <a:blip r:embed="rId8"/>
                <a:stretch>
                  <a:fillRect/>
                </a:stretch>
              </p:blipFill>
              <p:spPr>
                <a:xfrm>
                  <a:off x="456836" y="2014427"/>
                  <a:ext cx="157320" cy="3981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0" name="Ink 19">
                  <a:extLst>
                    <a:ext uri="{FF2B5EF4-FFF2-40B4-BE49-F238E27FC236}">
                      <a16:creationId xmlns:a16="http://schemas.microsoft.com/office/drawing/2014/main" id="{E725A8AF-05C0-8482-0E4C-0B70F6083E46}"/>
                    </a:ext>
                  </a:extLst>
                </p14:cNvPr>
                <p14:cNvContentPartPr/>
                <p14:nvPr/>
              </p14:nvContentPartPr>
              <p14:xfrm>
                <a:off x="428756" y="2144747"/>
                <a:ext cx="180000" cy="360"/>
              </p14:xfrm>
            </p:contentPart>
          </mc:Choice>
          <mc:Fallback xmlns="">
            <p:pic>
              <p:nvPicPr>
                <p:cNvPr id="20" name="Ink 19">
                  <a:extLst>
                    <a:ext uri="{FF2B5EF4-FFF2-40B4-BE49-F238E27FC236}">
                      <a16:creationId xmlns:a16="http://schemas.microsoft.com/office/drawing/2014/main" id="{E725A8AF-05C0-8482-0E4C-0B70F6083E46}"/>
                    </a:ext>
                  </a:extLst>
                </p:cNvPr>
                <p:cNvPicPr/>
                <p:nvPr/>
              </p:nvPicPr>
              <p:blipFill>
                <a:blip r:embed="rId10"/>
                <a:stretch>
                  <a:fillRect/>
                </a:stretch>
              </p:blipFill>
              <p:spPr>
                <a:xfrm>
                  <a:off x="422636" y="2138627"/>
                  <a:ext cx="19224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1">
            <p14:nvContentPartPr>
              <p14:cNvPr id="21" name="Ink 20">
                <a:extLst>
                  <a:ext uri="{FF2B5EF4-FFF2-40B4-BE49-F238E27FC236}">
                    <a16:creationId xmlns:a16="http://schemas.microsoft.com/office/drawing/2014/main" id="{70DF84A9-7056-70BC-91E7-708EC92191E4}"/>
                  </a:ext>
                </a:extLst>
              </p14:cNvPr>
              <p14:cNvContentPartPr/>
              <p14:nvPr/>
            </p14:nvContentPartPr>
            <p14:xfrm>
              <a:off x="902876" y="1963667"/>
              <a:ext cx="239400" cy="272520"/>
            </p14:xfrm>
          </p:contentPart>
        </mc:Choice>
        <mc:Fallback xmlns="">
          <p:pic>
            <p:nvPicPr>
              <p:cNvPr id="21" name="Ink 20">
                <a:extLst>
                  <a:ext uri="{FF2B5EF4-FFF2-40B4-BE49-F238E27FC236}">
                    <a16:creationId xmlns:a16="http://schemas.microsoft.com/office/drawing/2014/main" id="{70DF84A9-7056-70BC-91E7-708EC92191E4}"/>
                  </a:ext>
                </a:extLst>
              </p:cNvPr>
              <p:cNvPicPr/>
              <p:nvPr/>
            </p:nvPicPr>
            <p:blipFill>
              <a:blip r:embed="rId12"/>
              <a:stretch>
                <a:fillRect/>
              </a:stretch>
            </p:blipFill>
            <p:spPr>
              <a:xfrm>
                <a:off x="896756" y="1957547"/>
                <a:ext cx="251640" cy="284760"/>
              </a:xfrm>
              <a:prstGeom prst="rect">
                <a:avLst/>
              </a:prstGeom>
            </p:spPr>
          </p:pic>
        </mc:Fallback>
      </mc:AlternateContent>
      <p:grpSp>
        <p:nvGrpSpPr>
          <p:cNvPr id="28" name="Group 27">
            <a:extLst>
              <a:ext uri="{FF2B5EF4-FFF2-40B4-BE49-F238E27FC236}">
                <a16:creationId xmlns:a16="http://schemas.microsoft.com/office/drawing/2014/main" id="{78286D33-8F1A-3A2F-A79C-123356A1D74B}"/>
              </a:ext>
            </a:extLst>
          </p:cNvPr>
          <p:cNvGrpSpPr/>
          <p:nvPr/>
        </p:nvGrpSpPr>
        <p:grpSpPr>
          <a:xfrm>
            <a:off x="474116" y="2779067"/>
            <a:ext cx="601200" cy="583920"/>
            <a:chOff x="474116" y="2779067"/>
            <a:chExt cx="601200" cy="583920"/>
          </a:xfrm>
        </p:grpSpPr>
        <mc:AlternateContent xmlns:mc="http://schemas.openxmlformats.org/markup-compatibility/2006" xmlns:p14="http://schemas.microsoft.com/office/powerpoint/2010/main">
          <mc:Choice Requires="p14">
            <p:contentPart p14:bwMode="auto" r:id="rId13">
              <p14:nvContentPartPr>
                <p14:cNvPr id="23" name="Ink 22">
                  <a:extLst>
                    <a:ext uri="{FF2B5EF4-FFF2-40B4-BE49-F238E27FC236}">
                      <a16:creationId xmlns:a16="http://schemas.microsoft.com/office/drawing/2014/main" id="{A47F1EB5-B788-0828-4495-45DBB88662FD}"/>
                    </a:ext>
                  </a:extLst>
                </p14:cNvPr>
                <p14:cNvContentPartPr/>
                <p14:nvPr/>
              </p14:nvContentPartPr>
              <p14:xfrm>
                <a:off x="555476" y="2878427"/>
                <a:ext cx="54360" cy="484560"/>
              </p14:xfrm>
            </p:contentPart>
          </mc:Choice>
          <mc:Fallback xmlns="">
            <p:pic>
              <p:nvPicPr>
                <p:cNvPr id="23" name="Ink 22">
                  <a:extLst>
                    <a:ext uri="{FF2B5EF4-FFF2-40B4-BE49-F238E27FC236}">
                      <a16:creationId xmlns:a16="http://schemas.microsoft.com/office/drawing/2014/main" id="{A47F1EB5-B788-0828-4495-45DBB88662FD}"/>
                    </a:ext>
                  </a:extLst>
                </p:cNvPr>
                <p:cNvPicPr/>
                <p:nvPr/>
              </p:nvPicPr>
              <p:blipFill>
                <a:blip r:embed="rId14"/>
                <a:stretch>
                  <a:fillRect/>
                </a:stretch>
              </p:blipFill>
              <p:spPr>
                <a:xfrm>
                  <a:off x="549356" y="2872307"/>
                  <a:ext cx="66600" cy="49680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4" name="Ink 23">
                  <a:extLst>
                    <a:ext uri="{FF2B5EF4-FFF2-40B4-BE49-F238E27FC236}">
                      <a16:creationId xmlns:a16="http://schemas.microsoft.com/office/drawing/2014/main" id="{ACD27DDA-BFFE-7283-14A1-0D76055A06B9}"/>
                    </a:ext>
                  </a:extLst>
                </p14:cNvPr>
                <p14:cNvContentPartPr/>
                <p14:nvPr/>
              </p14:nvContentPartPr>
              <p14:xfrm>
                <a:off x="474116" y="2779067"/>
                <a:ext cx="601200" cy="580320"/>
              </p14:xfrm>
            </p:contentPart>
          </mc:Choice>
          <mc:Fallback xmlns="">
            <p:pic>
              <p:nvPicPr>
                <p:cNvPr id="24" name="Ink 23">
                  <a:extLst>
                    <a:ext uri="{FF2B5EF4-FFF2-40B4-BE49-F238E27FC236}">
                      <a16:creationId xmlns:a16="http://schemas.microsoft.com/office/drawing/2014/main" id="{ACD27DDA-BFFE-7283-14A1-0D76055A06B9}"/>
                    </a:ext>
                  </a:extLst>
                </p:cNvPr>
                <p:cNvPicPr/>
                <p:nvPr/>
              </p:nvPicPr>
              <p:blipFill>
                <a:blip r:embed="rId16"/>
                <a:stretch>
                  <a:fillRect/>
                </a:stretch>
              </p:blipFill>
              <p:spPr>
                <a:xfrm>
                  <a:off x="467996" y="2772947"/>
                  <a:ext cx="613440" cy="592560"/>
                </a:xfrm>
                <a:prstGeom prst="rect">
                  <a:avLst/>
                </a:prstGeom>
              </p:spPr>
            </p:pic>
          </mc:Fallback>
        </mc:AlternateContent>
      </p:grpSp>
      <p:grpSp>
        <p:nvGrpSpPr>
          <p:cNvPr id="27" name="Group 26">
            <a:extLst>
              <a:ext uri="{FF2B5EF4-FFF2-40B4-BE49-F238E27FC236}">
                <a16:creationId xmlns:a16="http://schemas.microsoft.com/office/drawing/2014/main" id="{56EE4EB1-E6AE-B739-E489-8FE0C8FBAE56}"/>
              </a:ext>
            </a:extLst>
          </p:cNvPr>
          <p:cNvGrpSpPr/>
          <p:nvPr/>
        </p:nvGrpSpPr>
        <p:grpSpPr>
          <a:xfrm>
            <a:off x="1444316" y="2968787"/>
            <a:ext cx="252000" cy="425880"/>
            <a:chOff x="1444316" y="2968787"/>
            <a:chExt cx="252000" cy="425880"/>
          </a:xfrm>
        </p:grpSpPr>
        <mc:AlternateContent xmlns:mc="http://schemas.openxmlformats.org/markup-compatibility/2006" xmlns:p14="http://schemas.microsoft.com/office/powerpoint/2010/main">
          <mc:Choice Requires="p14">
            <p:contentPart p14:bwMode="auto" r:id="rId17">
              <p14:nvContentPartPr>
                <p14:cNvPr id="25" name="Ink 24">
                  <a:extLst>
                    <a:ext uri="{FF2B5EF4-FFF2-40B4-BE49-F238E27FC236}">
                      <a16:creationId xmlns:a16="http://schemas.microsoft.com/office/drawing/2014/main" id="{0296375D-C66C-4AE8-38DC-67DD52454F43}"/>
                    </a:ext>
                  </a:extLst>
                </p14:cNvPr>
                <p14:cNvContentPartPr/>
                <p14:nvPr/>
              </p14:nvContentPartPr>
              <p14:xfrm>
                <a:off x="1444316" y="2968787"/>
                <a:ext cx="12240" cy="349920"/>
              </p14:xfrm>
            </p:contentPart>
          </mc:Choice>
          <mc:Fallback xmlns="">
            <p:pic>
              <p:nvPicPr>
                <p:cNvPr id="25" name="Ink 24">
                  <a:extLst>
                    <a:ext uri="{FF2B5EF4-FFF2-40B4-BE49-F238E27FC236}">
                      <a16:creationId xmlns:a16="http://schemas.microsoft.com/office/drawing/2014/main" id="{0296375D-C66C-4AE8-38DC-67DD52454F43}"/>
                    </a:ext>
                  </a:extLst>
                </p:cNvPr>
                <p:cNvPicPr/>
                <p:nvPr/>
              </p:nvPicPr>
              <p:blipFill>
                <a:blip r:embed="rId18"/>
                <a:stretch>
                  <a:fillRect/>
                </a:stretch>
              </p:blipFill>
              <p:spPr>
                <a:xfrm>
                  <a:off x="1438196" y="2962667"/>
                  <a:ext cx="24480" cy="36216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6" name="Ink 25">
                  <a:extLst>
                    <a:ext uri="{FF2B5EF4-FFF2-40B4-BE49-F238E27FC236}">
                      <a16:creationId xmlns:a16="http://schemas.microsoft.com/office/drawing/2014/main" id="{8BC5FB0D-7745-8F3B-2C00-2F13097A48F8}"/>
                    </a:ext>
                  </a:extLst>
                </p14:cNvPr>
                <p14:cNvContentPartPr/>
                <p14:nvPr/>
              </p14:nvContentPartPr>
              <p14:xfrm>
                <a:off x="1670396" y="2991467"/>
                <a:ext cx="25920" cy="403200"/>
              </p14:xfrm>
            </p:contentPart>
          </mc:Choice>
          <mc:Fallback xmlns="">
            <p:pic>
              <p:nvPicPr>
                <p:cNvPr id="26" name="Ink 25">
                  <a:extLst>
                    <a:ext uri="{FF2B5EF4-FFF2-40B4-BE49-F238E27FC236}">
                      <a16:creationId xmlns:a16="http://schemas.microsoft.com/office/drawing/2014/main" id="{8BC5FB0D-7745-8F3B-2C00-2F13097A48F8}"/>
                    </a:ext>
                  </a:extLst>
                </p:cNvPr>
                <p:cNvPicPr/>
                <p:nvPr/>
              </p:nvPicPr>
              <p:blipFill>
                <a:blip r:embed="rId20"/>
                <a:stretch>
                  <a:fillRect/>
                </a:stretch>
              </p:blipFill>
              <p:spPr>
                <a:xfrm>
                  <a:off x="1664276" y="2985347"/>
                  <a:ext cx="38160" cy="415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1">
            <p14:nvContentPartPr>
              <p14:cNvPr id="29" name="Ink 28">
                <a:extLst>
                  <a:ext uri="{FF2B5EF4-FFF2-40B4-BE49-F238E27FC236}">
                    <a16:creationId xmlns:a16="http://schemas.microsoft.com/office/drawing/2014/main" id="{BD9833ED-9DE2-4259-74F4-7FFF27F10DC9}"/>
                  </a:ext>
                </a:extLst>
              </p14:cNvPr>
              <p14:cNvContentPartPr/>
              <p14:nvPr/>
            </p14:nvContentPartPr>
            <p14:xfrm>
              <a:off x="631076" y="4190987"/>
              <a:ext cx="690120" cy="588600"/>
            </p14:xfrm>
          </p:contentPart>
        </mc:Choice>
        <mc:Fallback xmlns="">
          <p:pic>
            <p:nvPicPr>
              <p:cNvPr id="29" name="Ink 28">
                <a:extLst>
                  <a:ext uri="{FF2B5EF4-FFF2-40B4-BE49-F238E27FC236}">
                    <a16:creationId xmlns:a16="http://schemas.microsoft.com/office/drawing/2014/main" id="{BD9833ED-9DE2-4259-74F4-7FFF27F10DC9}"/>
                  </a:ext>
                </a:extLst>
              </p:cNvPr>
              <p:cNvPicPr/>
              <p:nvPr/>
            </p:nvPicPr>
            <p:blipFill>
              <a:blip r:embed="rId22"/>
              <a:stretch>
                <a:fillRect/>
              </a:stretch>
            </p:blipFill>
            <p:spPr>
              <a:xfrm>
                <a:off x="624956" y="4184867"/>
                <a:ext cx="702360" cy="60084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31" name="Ink 30">
                <a:extLst>
                  <a:ext uri="{FF2B5EF4-FFF2-40B4-BE49-F238E27FC236}">
                    <a16:creationId xmlns:a16="http://schemas.microsoft.com/office/drawing/2014/main" id="{EC1F55E9-F911-1306-8EBC-81842F219394}"/>
                  </a:ext>
                </a:extLst>
              </p14:cNvPr>
              <p14:cNvContentPartPr/>
              <p14:nvPr/>
            </p14:nvContentPartPr>
            <p14:xfrm>
              <a:off x="5497556" y="1727147"/>
              <a:ext cx="531000" cy="11520"/>
            </p14:xfrm>
          </p:contentPart>
        </mc:Choice>
        <mc:Fallback xmlns="">
          <p:pic>
            <p:nvPicPr>
              <p:cNvPr id="31" name="Ink 30">
                <a:extLst>
                  <a:ext uri="{FF2B5EF4-FFF2-40B4-BE49-F238E27FC236}">
                    <a16:creationId xmlns:a16="http://schemas.microsoft.com/office/drawing/2014/main" id="{EC1F55E9-F911-1306-8EBC-81842F219394}"/>
                  </a:ext>
                </a:extLst>
              </p:cNvPr>
              <p:cNvPicPr/>
              <p:nvPr/>
            </p:nvPicPr>
            <p:blipFill>
              <a:blip r:embed="rId24"/>
              <a:stretch>
                <a:fillRect/>
              </a:stretch>
            </p:blipFill>
            <p:spPr>
              <a:xfrm>
                <a:off x="5491436" y="1720667"/>
                <a:ext cx="543240" cy="237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3" name="Ink 32">
                <a:extLst>
                  <a:ext uri="{FF2B5EF4-FFF2-40B4-BE49-F238E27FC236}">
                    <a16:creationId xmlns:a16="http://schemas.microsoft.com/office/drawing/2014/main" id="{EF24F00A-FEE8-1049-16CB-882924D789E7}"/>
                  </a:ext>
                </a:extLst>
              </p14:cNvPr>
              <p14:cNvContentPartPr/>
              <p14:nvPr/>
            </p14:nvContentPartPr>
            <p14:xfrm>
              <a:off x="530636" y="1264187"/>
              <a:ext cx="360" cy="360"/>
            </p14:xfrm>
          </p:contentPart>
        </mc:Choice>
        <mc:Fallback xmlns="">
          <p:pic>
            <p:nvPicPr>
              <p:cNvPr id="33" name="Ink 32">
                <a:extLst>
                  <a:ext uri="{FF2B5EF4-FFF2-40B4-BE49-F238E27FC236}">
                    <a16:creationId xmlns:a16="http://schemas.microsoft.com/office/drawing/2014/main" id="{EF24F00A-FEE8-1049-16CB-882924D789E7}"/>
                  </a:ext>
                </a:extLst>
              </p:cNvPr>
              <p:cNvPicPr/>
              <p:nvPr/>
            </p:nvPicPr>
            <p:blipFill>
              <a:blip r:embed="rId26"/>
              <a:stretch>
                <a:fillRect/>
              </a:stretch>
            </p:blipFill>
            <p:spPr>
              <a:xfrm>
                <a:off x="524516" y="125806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34" name="Ink 33">
                <a:extLst>
                  <a:ext uri="{FF2B5EF4-FFF2-40B4-BE49-F238E27FC236}">
                    <a16:creationId xmlns:a16="http://schemas.microsoft.com/office/drawing/2014/main" id="{61075CDF-6164-5BA3-CB51-D29FBD2AC4B2}"/>
                  </a:ext>
                </a:extLst>
              </p14:cNvPr>
              <p14:cNvContentPartPr/>
              <p14:nvPr/>
            </p14:nvContentPartPr>
            <p14:xfrm>
              <a:off x="1931396" y="959627"/>
              <a:ext cx="111960" cy="360"/>
            </p14:xfrm>
          </p:contentPart>
        </mc:Choice>
        <mc:Fallback xmlns="">
          <p:pic>
            <p:nvPicPr>
              <p:cNvPr id="34" name="Ink 33">
                <a:extLst>
                  <a:ext uri="{FF2B5EF4-FFF2-40B4-BE49-F238E27FC236}">
                    <a16:creationId xmlns:a16="http://schemas.microsoft.com/office/drawing/2014/main" id="{61075CDF-6164-5BA3-CB51-D29FBD2AC4B2}"/>
                  </a:ext>
                </a:extLst>
              </p:cNvPr>
              <p:cNvPicPr/>
              <p:nvPr/>
            </p:nvPicPr>
            <p:blipFill>
              <a:blip r:embed="rId28"/>
              <a:stretch>
                <a:fillRect/>
              </a:stretch>
            </p:blipFill>
            <p:spPr>
              <a:xfrm>
                <a:off x="1925276" y="953507"/>
                <a:ext cx="1242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35" name="Ink 34">
                <a:extLst>
                  <a:ext uri="{FF2B5EF4-FFF2-40B4-BE49-F238E27FC236}">
                    <a16:creationId xmlns:a16="http://schemas.microsoft.com/office/drawing/2014/main" id="{1E1FC3D3-7856-C58D-F429-9B6C59116C79}"/>
                  </a:ext>
                </a:extLst>
              </p14:cNvPr>
              <p14:cNvContentPartPr/>
              <p14:nvPr/>
            </p14:nvContentPartPr>
            <p14:xfrm>
              <a:off x="3476876" y="3939347"/>
              <a:ext cx="428040" cy="45720"/>
            </p14:xfrm>
          </p:contentPart>
        </mc:Choice>
        <mc:Fallback xmlns="">
          <p:pic>
            <p:nvPicPr>
              <p:cNvPr id="35" name="Ink 34">
                <a:extLst>
                  <a:ext uri="{FF2B5EF4-FFF2-40B4-BE49-F238E27FC236}">
                    <a16:creationId xmlns:a16="http://schemas.microsoft.com/office/drawing/2014/main" id="{1E1FC3D3-7856-C58D-F429-9B6C59116C79}"/>
                  </a:ext>
                </a:extLst>
              </p:cNvPr>
              <p:cNvPicPr/>
              <p:nvPr/>
            </p:nvPicPr>
            <p:blipFill>
              <a:blip r:embed="rId30"/>
              <a:stretch>
                <a:fillRect/>
              </a:stretch>
            </p:blipFill>
            <p:spPr>
              <a:xfrm>
                <a:off x="3470756" y="3933227"/>
                <a:ext cx="440280" cy="57960"/>
              </a:xfrm>
              <a:prstGeom prst="rect">
                <a:avLst/>
              </a:prstGeom>
            </p:spPr>
          </p:pic>
        </mc:Fallback>
      </mc:AlternateContent>
      <p:grpSp>
        <p:nvGrpSpPr>
          <p:cNvPr id="40" name="Group 39">
            <a:extLst>
              <a:ext uri="{FF2B5EF4-FFF2-40B4-BE49-F238E27FC236}">
                <a16:creationId xmlns:a16="http://schemas.microsoft.com/office/drawing/2014/main" id="{CE28F68B-B097-1BED-BF3E-2E8EDCECA936}"/>
              </a:ext>
            </a:extLst>
          </p:cNvPr>
          <p:cNvGrpSpPr/>
          <p:nvPr/>
        </p:nvGrpSpPr>
        <p:grpSpPr>
          <a:xfrm>
            <a:off x="677156" y="5159027"/>
            <a:ext cx="613080" cy="455760"/>
            <a:chOff x="677156" y="5159027"/>
            <a:chExt cx="613080" cy="455760"/>
          </a:xfrm>
        </p:grpSpPr>
        <mc:AlternateContent xmlns:mc="http://schemas.openxmlformats.org/markup-compatibility/2006" xmlns:p14="http://schemas.microsoft.com/office/powerpoint/2010/main">
          <mc:Choice Requires="p14">
            <p:contentPart p14:bwMode="auto" r:id="rId31">
              <p14:nvContentPartPr>
                <p14:cNvPr id="36" name="Ink 35">
                  <a:extLst>
                    <a:ext uri="{FF2B5EF4-FFF2-40B4-BE49-F238E27FC236}">
                      <a16:creationId xmlns:a16="http://schemas.microsoft.com/office/drawing/2014/main" id="{3F100C8E-13EC-DDBB-7E56-593D19071A59}"/>
                    </a:ext>
                  </a:extLst>
                </p14:cNvPr>
                <p14:cNvContentPartPr/>
                <p14:nvPr/>
              </p14:nvContentPartPr>
              <p14:xfrm>
                <a:off x="846356" y="5159027"/>
                <a:ext cx="24480" cy="235800"/>
              </p14:xfrm>
            </p:contentPart>
          </mc:Choice>
          <mc:Fallback xmlns="">
            <p:pic>
              <p:nvPicPr>
                <p:cNvPr id="36" name="Ink 35">
                  <a:extLst>
                    <a:ext uri="{FF2B5EF4-FFF2-40B4-BE49-F238E27FC236}">
                      <a16:creationId xmlns:a16="http://schemas.microsoft.com/office/drawing/2014/main" id="{3F100C8E-13EC-DDBB-7E56-593D19071A59}"/>
                    </a:ext>
                  </a:extLst>
                </p:cNvPr>
                <p:cNvPicPr/>
                <p:nvPr/>
              </p:nvPicPr>
              <p:blipFill>
                <a:blip r:embed="rId32"/>
                <a:stretch>
                  <a:fillRect/>
                </a:stretch>
              </p:blipFill>
              <p:spPr>
                <a:xfrm>
                  <a:off x="840236" y="5152907"/>
                  <a:ext cx="3672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37" name="Ink 36">
                  <a:extLst>
                    <a:ext uri="{FF2B5EF4-FFF2-40B4-BE49-F238E27FC236}">
                      <a16:creationId xmlns:a16="http://schemas.microsoft.com/office/drawing/2014/main" id="{74D7F326-735F-0EE0-2C5D-CA2BBFB6712C}"/>
                    </a:ext>
                  </a:extLst>
                </p14:cNvPr>
                <p14:cNvContentPartPr/>
                <p14:nvPr/>
              </p14:nvContentPartPr>
              <p14:xfrm>
                <a:off x="854996" y="5160107"/>
                <a:ext cx="206280" cy="325440"/>
              </p14:xfrm>
            </p:contentPart>
          </mc:Choice>
          <mc:Fallback xmlns="">
            <p:pic>
              <p:nvPicPr>
                <p:cNvPr id="37" name="Ink 36">
                  <a:extLst>
                    <a:ext uri="{FF2B5EF4-FFF2-40B4-BE49-F238E27FC236}">
                      <a16:creationId xmlns:a16="http://schemas.microsoft.com/office/drawing/2014/main" id="{74D7F326-735F-0EE0-2C5D-CA2BBFB6712C}"/>
                    </a:ext>
                  </a:extLst>
                </p:cNvPr>
                <p:cNvPicPr/>
                <p:nvPr/>
              </p:nvPicPr>
              <p:blipFill>
                <a:blip r:embed="rId34"/>
                <a:stretch>
                  <a:fillRect/>
                </a:stretch>
              </p:blipFill>
              <p:spPr>
                <a:xfrm>
                  <a:off x="848876" y="5153987"/>
                  <a:ext cx="218520" cy="3376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38" name="Ink 37">
                  <a:extLst>
                    <a:ext uri="{FF2B5EF4-FFF2-40B4-BE49-F238E27FC236}">
                      <a16:creationId xmlns:a16="http://schemas.microsoft.com/office/drawing/2014/main" id="{9D679795-11D0-42B5-7E18-A3D80C29839B}"/>
                    </a:ext>
                  </a:extLst>
                </p14:cNvPr>
                <p14:cNvContentPartPr/>
                <p14:nvPr/>
              </p14:nvContentPartPr>
              <p14:xfrm>
                <a:off x="677156" y="5181347"/>
                <a:ext cx="91440" cy="383040"/>
              </p14:xfrm>
            </p:contentPart>
          </mc:Choice>
          <mc:Fallback xmlns="">
            <p:pic>
              <p:nvPicPr>
                <p:cNvPr id="38" name="Ink 37">
                  <a:extLst>
                    <a:ext uri="{FF2B5EF4-FFF2-40B4-BE49-F238E27FC236}">
                      <a16:creationId xmlns:a16="http://schemas.microsoft.com/office/drawing/2014/main" id="{9D679795-11D0-42B5-7E18-A3D80C29839B}"/>
                    </a:ext>
                  </a:extLst>
                </p:cNvPr>
                <p:cNvPicPr/>
                <p:nvPr/>
              </p:nvPicPr>
              <p:blipFill>
                <a:blip r:embed="rId36"/>
                <a:stretch>
                  <a:fillRect/>
                </a:stretch>
              </p:blipFill>
              <p:spPr>
                <a:xfrm>
                  <a:off x="671036" y="5175227"/>
                  <a:ext cx="103680" cy="3952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39" name="Ink 38">
                  <a:extLst>
                    <a:ext uri="{FF2B5EF4-FFF2-40B4-BE49-F238E27FC236}">
                      <a16:creationId xmlns:a16="http://schemas.microsoft.com/office/drawing/2014/main" id="{6634C3DB-5614-D9CE-1689-2F9A7FCBE69B}"/>
                    </a:ext>
                  </a:extLst>
                </p14:cNvPr>
                <p14:cNvContentPartPr/>
                <p14:nvPr/>
              </p14:nvContentPartPr>
              <p14:xfrm>
                <a:off x="1209596" y="5360267"/>
                <a:ext cx="80640" cy="254520"/>
              </p14:xfrm>
            </p:contentPart>
          </mc:Choice>
          <mc:Fallback xmlns="">
            <p:pic>
              <p:nvPicPr>
                <p:cNvPr id="39" name="Ink 38">
                  <a:extLst>
                    <a:ext uri="{FF2B5EF4-FFF2-40B4-BE49-F238E27FC236}">
                      <a16:creationId xmlns:a16="http://schemas.microsoft.com/office/drawing/2014/main" id="{6634C3DB-5614-D9CE-1689-2F9A7FCBE69B}"/>
                    </a:ext>
                  </a:extLst>
                </p:cNvPr>
                <p:cNvPicPr/>
                <p:nvPr/>
              </p:nvPicPr>
              <p:blipFill>
                <a:blip r:embed="rId38"/>
                <a:stretch>
                  <a:fillRect/>
                </a:stretch>
              </p:blipFill>
              <p:spPr>
                <a:xfrm>
                  <a:off x="1203476" y="5354147"/>
                  <a:ext cx="92880" cy="266760"/>
                </a:xfrm>
                <a:prstGeom prst="rect">
                  <a:avLst/>
                </a:prstGeom>
              </p:spPr>
            </p:pic>
          </mc:Fallback>
        </mc:AlternateContent>
      </p:grpSp>
      <p:grpSp>
        <p:nvGrpSpPr>
          <p:cNvPr id="44" name="Group 43">
            <a:extLst>
              <a:ext uri="{FF2B5EF4-FFF2-40B4-BE49-F238E27FC236}">
                <a16:creationId xmlns:a16="http://schemas.microsoft.com/office/drawing/2014/main" id="{656A0379-1731-B77E-44D3-48F51FB471DB}"/>
              </a:ext>
            </a:extLst>
          </p:cNvPr>
          <p:cNvGrpSpPr/>
          <p:nvPr/>
        </p:nvGrpSpPr>
        <p:grpSpPr>
          <a:xfrm>
            <a:off x="9358556" y="1896347"/>
            <a:ext cx="710640" cy="339840"/>
            <a:chOff x="9358556" y="1896347"/>
            <a:chExt cx="710640" cy="339840"/>
          </a:xfrm>
        </p:grpSpPr>
        <mc:AlternateContent xmlns:mc="http://schemas.openxmlformats.org/markup-compatibility/2006" xmlns:p14="http://schemas.microsoft.com/office/powerpoint/2010/main">
          <mc:Choice Requires="p14">
            <p:contentPart p14:bwMode="auto" r:id="rId39">
              <p14:nvContentPartPr>
                <p14:cNvPr id="42" name="Ink 41">
                  <a:extLst>
                    <a:ext uri="{FF2B5EF4-FFF2-40B4-BE49-F238E27FC236}">
                      <a16:creationId xmlns:a16="http://schemas.microsoft.com/office/drawing/2014/main" id="{CCB8EE91-AA14-F27B-CC9C-6B35C5D55535}"/>
                    </a:ext>
                  </a:extLst>
                </p14:cNvPr>
                <p14:cNvContentPartPr/>
                <p14:nvPr/>
              </p14:nvContentPartPr>
              <p14:xfrm>
                <a:off x="9358556" y="2066267"/>
                <a:ext cx="234360" cy="169920"/>
              </p14:xfrm>
            </p:contentPart>
          </mc:Choice>
          <mc:Fallback xmlns="">
            <p:pic>
              <p:nvPicPr>
                <p:cNvPr id="42" name="Ink 41">
                  <a:extLst>
                    <a:ext uri="{FF2B5EF4-FFF2-40B4-BE49-F238E27FC236}">
                      <a16:creationId xmlns:a16="http://schemas.microsoft.com/office/drawing/2014/main" id="{CCB8EE91-AA14-F27B-CC9C-6B35C5D55535}"/>
                    </a:ext>
                  </a:extLst>
                </p:cNvPr>
                <p:cNvPicPr/>
                <p:nvPr/>
              </p:nvPicPr>
              <p:blipFill>
                <a:blip r:embed="rId40"/>
                <a:stretch>
                  <a:fillRect/>
                </a:stretch>
              </p:blipFill>
              <p:spPr>
                <a:xfrm>
                  <a:off x="9352436" y="2060147"/>
                  <a:ext cx="246600" cy="18216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43" name="Ink 42">
                  <a:extLst>
                    <a:ext uri="{FF2B5EF4-FFF2-40B4-BE49-F238E27FC236}">
                      <a16:creationId xmlns:a16="http://schemas.microsoft.com/office/drawing/2014/main" id="{61A55AC1-7DBE-BA4A-3266-D9610C7B847F}"/>
                    </a:ext>
                  </a:extLst>
                </p14:cNvPr>
                <p14:cNvContentPartPr/>
                <p14:nvPr/>
              </p14:nvContentPartPr>
              <p14:xfrm>
                <a:off x="9751676" y="1896347"/>
                <a:ext cx="317520" cy="232560"/>
              </p14:xfrm>
            </p:contentPart>
          </mc:Choice>
          <mc:Fallback xmlns="">
            <p:pic>
              <p:nvPicPr>
                <p:cNvPr id="43" name="Ink 42">
                  <a:extLst>
                    <a:ext uri="{FF2B5EF4-FFF2-40B4-BE49-F238E27FC236}">
                      <a16:creationId xmlns:a16="http://schemas.microsoft.com/office/drawing/2014/main" id="{61A55AC1-7DBE-BA4A-3266-D9610C7B847F}"/>
                    </a:ext>
                  </a:extLst>
                </p:cNvPr>
                <p:cNvPicPr/>
                <p:nvPr/>
              </p:nvPicPr>
              <p:blipFill>
                <a:blip r:embed="rId42"/>
                <a:stretch>
                  <a:fillRect/>
                </a:stretch>
              </p:blipFill>
              <p:spPr>
                <a:xfrm>
                  <a:off x="9745556" y="1890227"/>
                  <a:ext cx="329760" cy="244800"/>
                </a:xfrm>
                <a:prstGeom prst="rect">
                  <a:avLst/>
                </a:prstGeom>
              </p:spPr>
            </p:pic>
          </mc:Fallback>
        </mc:AlternateContent>
      </p:grpSp>
      <p:grpSp>
        <p:nvGrpSpPr>
          <p:cNvPr id="51" name="Group 50">
            <a:extLst>
              <a:ext uri="{FF2B5EF4-FFF2-40B4-BE49-F238E27FC236}">
                <a16:creationId xmlns:a16="http://schemas.microsoft.com/office/drawing/2014/main" id="{AA02F641-0FAD-071D-ED41-86E381FDB750}"/>
              </a:ext>
            </a:extLst>
          </p:cNvPr>
          <p:cNvGrpSpPr/>
          <p:nvPr/>
        </p:nvGrpSpPr>
        <p:grpSpPr>
          <a:xfrm>
            <a:off x="9311036" y="2470547"/>
            <a:ext cx="363960" cy="290160"/>
            <a:chOff x="9311036" y="2470547"/>
            <a:chExt cx="363960" cy="290160"/>
          </a:xfrm>
        </p:grpSpPr>
        <mc:AlternateContent xmlns:mc="http://schemas.openxmlformats.org/markup-compatibility/2006" xmlns:p14="http://schemas.microsoft.com/office/powerpoint/2010/main">
          <mc:Choice Requires="p14">
            <p:contentPart p14:bwMode="auto" r:id="rId43">
              <p14:nvContentPartPr>
                <p14:cNvPr id="45" name="Ink 44">
                  <a:extLst>
                    <a:ext uri="{FF2B5EF4-FFF2-40B4-BE49-F238E27FC236}">
                      <a16:creationId xmlns:a16="http://schemas.microsoft.com/office/drawing/2014/main" id="{15BA3C80-51A7-3A90-7BBB-2EA9A83BF42D}"/>
                    </a:ext>
                  </a:extLst>
                </p14:cNvPr>
                <p14:cNvContentPartPr/>
                <p14:nvPr/>
              </p14:nvContentPartPr>
              <p14:xfrm>
                <a:off x="9311036" y="2470547"/>
                <a:ext cx="173880" cy="261360"/>
              </p14:xfrm>
            </p:contentPart>
          </mc:Choice>
          <mc:Fallback xmlns="">
            <p:pic>
              <p:nvPicPr>
                <p:cNvPr id="45" name="Ink 44">
                  <a:extLst>
                    <a:ext uri="{FF2B5EF4-FFF2-40B4-BE49-F238E27FC236}">
                      <a16:creationId xmlns:a16="http://schemas.microsoft.com/office/drawing/2014/main" id="{15BA3C80-51A7-3A90-7BBB-2EA9A83BF42D}"/>
                    </a:ext>
                  </a:extLst>
                </p:cNvPr>
                <p:cNvPicPr/>
                <p:nvPr/>
              </p:nvPicPr>
              <p:blipFill>
                <a:blip r:embed="rId44"/>
                <a:stretch>
                  <a:fillRect/>
                </a:stretch>
              </p:blipFill>
              <p:spPr>
                <a:xfrm>
                  <a:off x="9304916" y="2464427"/>
                  <a:ext cx="186120" cy="27360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46" name="Ink 45">
                  <a:extLst>
                    <a:ext uri="{FF2B5EF4-FFF2-40B4-BE49-F238E27FC236}">
                      <a16:creationId xmlns:a16="http://schemas.microsoft.com/office/drawing/2014/main" id="{F0ECB8DF-2B14-A6A3-D5F9-4BE0922569BB}"/>
                    </a:ext>
                  </a:extLst>
                </p14:cNvPr>
                <p14:cNvContentPartPr/>
                <p14:nvPr/>
              </p14:nvContentPartPr>
              <p14:xfrm>
                <a:off x="9647636" y="2641187"/>
                <a:ext cx="27360" cy="119520"/>
              </p14:xfrm>
            </p:contentPart>
          </mc:Choice>
          <mc:Fallback xmlns="">
            <p:pic>
              <p:nvPicPr>
                <p:cNvPr id="46" name="Ink 45">
                  <a:extLst>
                    <a:ext uri="{FF2B5EF4-FFF2-40B4-BE49-F238E27FC236}">
                      <a16:creationId xmlns:a16="http://schemas.microsoft.com/office/drawing/2014/main" id="{F0ECB8DF-2B14-A6A3-D5F9-4BE0922569BB}"/>
                    </a:ext>
                  </a:extLst>
                </p:cNvPr>
                <p:cNvPicPr/>
                <p:nvPr/>
              </p:nvPicPr>
              <p:blipFill>
                <a:blip r:embed="rId46"/>
                <a:stretch>
                  <a:fillRect/>
                </a:stretch>
              </p:blipFill>
              <p:spPr>
                <a:xfrm>
                  <a:off x="9641516" y="2635067"/>
                  <a:ext cx="39600" cy="131760"/>
                </a:xfrm>
                <a:prstGeom prst="rect">
                  <a:avLst/>
                </a:prstGeom>
              </p:spPr>
            </p:pic>
          </mc:Fallback>
        </mc:AlternateContent>
      </p:grpSp>
      <p:grpSp>
        <p:nvGrpSpPr>
          <p:cNvPr id="56" name="Group 55">
            <a:extLst>
              <a:ext uri="{FF2B5EF4-FFF2-40B4-BE49-F238E27FC236}">
                <a16:creationId xmlns:a16="http://schemas.microsoft.com/office/drawing/2014/main" id="{71A7DD79-D75F-5CF4-491F-4A229487F5D5}"/>
              </a:ext>
            </a:extLst>
          </p:cNvPr>
          <p:cNvGrpSpPr/>
          <p:nvPr/>
        </p:nvGrpSpPr>
        <p:grpSpPr>
          <a:xfrm>
            <a:off x="1433516" y="5100707"/>
            <a:ext cx="690120" cy="362160"/>
            <a:chOff x="1433516" y="5100707"/>
            <a:chExt cx="690120" cy="362160"/>
          </a:xfrm>
        </p:grpSpPr>
        <mc:AlternateContent xmlns:mc="http://schemas.openxmlformats.org/markup-compatibility/2006" xmlns:p14="http://schemas.microsoft.com/office/powerpoint/2010/main">
          <mc:Choice Requires="p14">
            <p:contentPart p14:bwMode="auto" r:id="rId47">
              <p14:nvContentPartPr>
                <p14:cNvPr id="53" name="Ink 52">
                  <a:extLst>
                    <a:ext uri="{FF2B5EF4-FFF2-40B4-BE49-F238E27FC236}">
                      <a16:creationId xmlns:a16="http://schemas.microsoft.com/office/drawing/2014/main" id="{EB1C1171-B6F9-2EE9-8E72-58FF4A7C0366}"/>
                    </a:ext>
                  </a:extLst>
                </p14:cNvPr>
                <p14:cNvContentPartPr/>
                <p14:nvPr/>
              </p14:nvContentPartPr>
              <p14:xfrm>
                <a:off x="1433516" y="5159027"/>
                <a:ext cx="100080" cy="292680"/>
              </p14:xfrm>
            </p:contentPart>
          </mc:Choice>
          <mc:Fallback xmlns="">
            <p:pic>
              <p:nvPicPr>
                <p:cNvPr id="53" name="Ink 52">
                  <a:extLst>
                    <a:ext uri="{FF2B5EF4-FFF2-40B4-BE49-F238E27FC236}">
                      <a16:creationId xmlns:a16="http://schemas.microsoft.com/office/drawing/2014/main" id="{EB1C1171-B6F9-2EE9-8E72-58FF4A7C0366}"/>
                    </a:ext>
                  </a:extLst>
                </p:cNvPr>
                <p:cNvPicPr/>
                <p:nvPr/>
              </p:nvPicPr>
              <p:blipFill>
                <a:blip r:embed="rId48"/>
                <a:stretch>
                  <a:fillRect/>
                </a:stretch>
              </p:blipFill>
              <p:spPr>
                <a:xfrm>
                  <a:off x="1427396" y="5152907"/>
                  <a:ext cx="112320" cy="30492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54" name="Ink 53">
                  <a:extLst>
                    <a:ext uri="{FF2B5EF4-FFF2-40B4-BE49-F238E27FC236}">
                      <a16:creationId xmlns:a16="http://schemas.microsoft.com/office/drawing/2014/main" id="{53B0B6A1-C393-1C88-AA74-18E7A52E3C73}"/>
                    </a:ext>
                  </a:extLst>
                </p14:cNvPr>
                <p14:cNvContentPartPr/>
                <p14:nvPr/>
              </p14:nvContentPartPr>
              <p14:xfrm>
                <a:off x="1602716" y="5100707"/>
                <a:ext cx="303480" cy="215640"/>
              </p14:xfrm>
            </p:contentPart>
          </mc:Choice>
          <mc:Fallback xmlns="">
            <p:pic>
              <p:nvPicPr>
                <p:cNvPr id="54" name="Ink 53">
                  <a:extLst>
                    <a:ext uri="{FF2B5EF4-FFF2-40B4-BE49-F238E27FC236}">
                      <a16:creationId xmlns:a16="http://schemas.microsoft.com/office/drawing/2014/main" id="{53B0B6A1-C393-1C88-AA74-18E7A52E3C73}"/>
                    </a:ext>
                  </a:extLst>
                </p:cNvPr>
                <p:cNvPicPr/>
                <p:nvPr/>
              </p:nvPicPr>
              <p:blipFill>
                <a:blip r:embed="rId50"/>
                <a:stretch>
                  <a:fillRect/>
                </a:stretch>
              </p:blipFill>
              <p:spPr>
                <a:xfrm>
                  <a:off x="1596596" y="5094587"/>
                  <a:ext cx="31572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55" name="Ink 54">
                  <a:extLst>
                    <a:ext uri="{FF2B5EF4-FFF2-40B4-BE49-F238E27FC236}">
                      <a16:creationId xmlns:a16="http://schemas.microsoft.com/office/drawing/2014/main" id="{9BE285A6-AD9B-30EC-0A2F-AE7861FDDF87}"/>
                    </a:ext>
                  </a:extLst>
                </p14:cNvPr>
                <p14:cNvContentPartPr/>
                <p14:nvPr/>
              </p14:nvContentPartPr>
              <p14:xfrm>
                <a:off x="2088356" y="5204027"/>
                <a:ext cx="35280" cy="258840"/>
              </p14:xfrm>
            </p:contentPart>
          </mc:Choice>
          <mc:Fallback xmlns="">
            <p:pic>
              <p:nvPicPr>
                <p:cNvPr id="55" name="Ink 54">
                  <a:extLst>
                    <a:ext uri="{FF2B5EF4-FFF2-40B4-BE49-F238E27FC236}">
                      <a16:creationId xmlns:a16="http://schemas.microsoft.com/office/drawing/2014/main" id="{9BE285A6-AD9B-30EC-0A2F-AE7861FDDF87}"/>
                    </a:ext>
                  </a:extLst>
                </p:cNvPr>
                <p:cNvPicPr/>
                <p:nvPr/>
              </p:nvPicPr>
              <p:blipFill>
                <a:blip r:embed="rId52"/>
                <a:stretch>
                  <a:fillRect/>
                </a:stretch>
              </p:blipFill>
              <p:spPr>
                <a:xfrm>
                  <a:off x="2082236" y="5197907"/>
                  <a:ext cx="47520" cy="271080"/>
                </a:xfrm>
                <a:prstGeom prst="rect">
                  <a:avLst/>
                </a:prstGeom>
              </p:spPr>
            </p:pic>
          </mc:Fallback>
        </mc:AlternateContent>
      </p:grpSp>
      <p:grpSp>
        <p:nvGrpSpPr>
          <p:cNvPr id="59" name="Group 58">
            <a:extLst>
              <a:ext uri="{FF2B5EF4-FFF2-40B4-BE49-F238E27FC236}">
                <a16:creationId xmlns:a16="http://schemas.microsoft.com/office/drawing/2014/main" id="{0111C1DE-4BDC-AFF0-C848-9014DD96AE01}"/>
              </a:ext>
            </a:extLst>
          </p:cNvPr>
          <p:cNvGrpSpPr/>
          <p:nvPr/>
        </p:nvGrpSpPr>
        <p:grpSpPr>
          <a:xfrm>
            <a:off x="2257556" y="4908827"/>
            <a:ext cx="419040" cy="336960"/>
            <a:chOff x="2257556" y="4908827"/>
            <a:chExt cx="419040" cy="336960"/>
          </a:xfrm>
        </p:grpSpPr>
        <mc:AlternateContent xmlns:mc="http://schemas.openxmlformats.org/markup-compatibility/2006" xmlns:p14="http://schemas.microsoft.com/office/powerpoint/2010/main">
          <mc:Choice Requires="p14">
            <p:contentPart p14:bwMode="auto" r:id="rId53">
              <p14:nvContentPartPr>
                <p14:cNvPr id="57" name="Ink 56">
                  <a:extLst>
                    <a:ext uri="{FF2B5EF4-FFF2-40B4-BE49-F238E27FC236}">
                      <a16:creationId xmlns:a16="http://schemas.microsoft.com/office/drawing/2014/main" id="{EFA01E3B-397C-A7A9-94AA-64C98AE1EB45}"/>
                    </a:ext>
                  </a:extLst>
                </p14:cNvPr>
                <p14:cNvContentPartPr/>
                <p14:nvPr/>
              </p14:nvContentPartPr>
              <p14:xfrm>
                <a:off x="2257556" y="5057147"/>
                <a:ext cx="111960" cy="188640"/>
              </p14:xfrm>
            </p:contentPart>
          </mc:Choice>
          <mc:Fallback xmlns="">
            <p:pic>
              <p:nvPicPr>
                <p:cNvPr id="57" name="Ink 56">
                  <a:extLst>
                    <a:ext uri="{FF2B5EF4-FFF2-40B4-BE49-F238E27FC236}">
                      <a16:creationId xmlns:a16="http://schemas.microsoft.com/office/drawing/2014/main" id="{EFA01E3B-397C-A7A9-94AA-64C98AE1EB45}"/>
                    </a:ext>
                  </a:extLst>
                </p:cNvPr>
                <p:cNvPicPr/>
                <p:nvPr/>
              </p:nvPicPr>
              <p:blipFill>
                <a:blip r:embed="rId54"/>
                <a:stretch>
                  <a:fillRect/>
                </a:stretch>
              </p:blipFill>
              <p:spPr>
                <a:xfrm>
                  <a:off x="2251436" y="5051027"/>
                  <a:ext cx="124200" cy="20088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58" name="Ink 57">
                  <a:extLst>
                    <a:ext uri="{FF2B5EF4-FFF2-40B4-BE49-F238E27FC236}">
                      <a16:creationId xmlns:a16="http://schemas.microsoft.com/office/drawing/2014/main" id="{189049C7-B69E-6BD3-F12C-40DAFF29BD8D}"/>
                    </a:ext>
                  </a:extLst>
                </p14:cNvPr>
                <p14:cNvContentPartPr/>
                <p14:nvPr/>
              </p14:nvContentPartPr>
              <p14:xfrm>
                <a:off x="2381756" y="4908827"/>
                <a:ext cx="294840" cy="251280"/>
              </p14:xfrm>
            </p:contentPart>
          </mc:Choice>
          <mc:Fallback xmlns="">
            <p:pic>
              <p:nvPicPr>
                <p:cNvPr id="58" name="Ink 57">
                  <a:extLst>
                    <a:ext uri="{FF2B5EF4-FFF2-40B4-BE49-F238E27FC236}">
                      <a16:creationId xmlns:a16="http://schemas.microsoft.com/office/drawing/2014/main" id="{189049C7-B69E-6BD3-F12C-40DAFF29BD8D}"/>
                    </a:ext>
                  </a:extLst>
                </p:cNvPr>
                <p:cNvPicPr/>
                <p:nvPr/>
              </p:nvPicPr>
              <p:blipFill>
                <a:blip r:embed="rId56"/>
                <a:stretch>
                  <a:fillRect/>
                </a:stretch>
              </p:blipFill>
              <p:spPr>
                <a:xfrm>
                  <a:off x="2375636" y="4902707"/>
                  <a:ext cx="307080" cy="263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7">
            <p14:nvContentPartPr>
              <p14:cNvPr id="60" name="Ink 59">
                <a:extLst>
                  <a:ext uri="{FF2B5EF4-FFF2-40B4-BE49-F238E27FC236}">
                    <a16:creationId xmlns:a16="http://schemas.microsoft.com/office/drawing/2014/main" id="{A9AA7377-E6D4-C5B0-1DB0-8239A287BD99}"/>
                  </a:ext>
                </a:extLst>
              </p14:cNvPr>
              <p14:cNvContentPartPr/>
              <p14:nvPr/>
            </p14:nvContentPartPr>
            <p14:xfrm>
              <a:off x="1556996" y="4654667"/>
              <a:ext cx="467640" cy="330480"/>
            </p14:xfrm>
          </p:contentPart>
        </mc:Choice>
        <mc:Fallback xmlns="">
          <p:pic>
            <p:nvPicPr>
              <p:cNvPr id="60" name="Ink 59">
                <a:extLst>
                  <a:ext uri="{FF2B5EF4-FFF2-40B4-BE49-F238E27FC236}">
                    <a16:creationId xmlns:a16="http://schemas.microsoft.com/office/drawing/2014/main" id="{A9AA7377-E6D4-C5B0-1DB0-8239A287BD99}"/>
                  </a:ext>
                </a:extLst>
              </p:cNvPr>
              <p:cNvPicPr/>
              <p:nvPr/>
            </p:nvPicPr>
            <p:blipFill>
              <a:blip r:embed="rId58"/>
              <a:stretch>
                <a:fillRect/>
              </a:stretch>
            </p:blipFill>
            <p:spPr>
              <a:xfrm>
                <a:off x="1550876" y="4648547"/>
                <a:ext cx="479880" cy="342720"/>
              </a:xfrm>
              <a:prstGeom prst="rect">
                <a:avLst/>
              </a:prstGeom>
            </p:spPr>
          </p:pic>
        </mc:Fallback>
      </mc:AlternateContent>
      <p:grpSp>
        <p:nvGrpSpPr>
          <p:cNvPr id="64" name="Group 63">
            <a:extLst>
              <a:ext uri="{FF2B5EF4-FFF2-40B4-BE49-F238E27FC236}">
                <a16:creationId xmlns:a16="http://schemas.microsoft.com/office/drawing/2014/main" id="{65C1AD50-2931-79B8-2545-5B36080EE1E7}"/>
              </a:ext>
            </a:extLst>
          </p:cNvPr>
          <p:cNvGrpSpPr/>
          <p:nvPr/>
        </p:nvGrpSpPr>
        <p:grpSpPr>
          <a:xfrm>
            <a:off x="9820796" y="2425907"/>
            <a:ext cx="181440" cy="303840"/>
            <a:chOff x="9820796" y="2425907"/>
            <a:chExt cx="181440" cy="303840"/>
          </a:xfrm>
        </p:grpSpPr>
        <mc:AlternateContent xmlns:mc="http://schemas.openxmlformats.org/markup-compatibility/2006" xmlns:p14="http://schemas.microsoft.com/office/powerpoint/2010/main">
          <mc:Choice Requires="p14">
            <p:contentPart p14:bwMode="auto" r:id="rId59">
              <p14:nvContentPartPr>
                <p14:cNvPr id="61" name="Ink 60">
                  <a:extLst>
                    <a:ext uri="{FF2B5EF4-FFF2-40B4-BE49-F238E27FC236}">
                      <a16:creationId xmlns:a16="http://schemas.microsoft.com/office/drawing/2014/main" id="{4C29EDEB-0C40-8C1A-C39F-53513FD203DF}"/>
                    </a:ext>
                  </a:extLst>
                </p14:cNvPr>
                <p14:cNvContentPartPr/>
                <p14:nvPr/>
              </p14:nvContentPartPr>
              <p14:xfrm>
                <a:off x="9820796" y="2425907"/>
                <a:ext cx="181440" cy="303840"/>
              </p14:xfrm>
            </p:contentPart>
          </mc:Choice>
          <mc:Fallback xmlns="">
            <p:pic>
              <p:nvPicPr>
                <p:cNvPr id="61" name="Ink 60">
                  <a:extLst>
                    <a:ext uri="{FF2B5EF4-FFF2-40B4-BE49-F238E27FC236}">
                      <a16:creationId xmlns:a16="http://schemas.microsoft.com/office/drawing/2014/main" id="{4C29EDEB-0C40-8C1A-C39F-53513FD203DF}"/>
                    </a:ext>
                  </a:extLst>
                </p:cNvPr>
                <p:cNvPicPr/>
                <p:nvPr/>
              </p:nvPicPr>
              <p:blipFill>
                <a:blip r:embed="rId60"/>
                <a:stretch>
                  <a:fillRect/>
                </a:stretch>
              </p:blipFill>
              <p:spPr>
                <a:xfrm>
                  <a:off x="9814676" y="2419787"/>
                  <a:ext cx="193680" cy="31608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62" name="Ink 61">
                  <a:extLst>
                    <a:ext uri="{FF2B5EF4-FFF2-40B4-BE49-F238E27FC236}">
                      <a16:creationId xmlns:a16="http://schemas.microsoft.com/office/drawing/2014/main" id="{5A2E92F6-EBA6-E830-421B-765AB53A51E2}"/>
                    </a:ext>
                  </a:extLst>
                </p14:cNvPr>
                <p14:cNvContentPartPr/>
                <p14:nvPr/>
              </p14:nvContentPartPr>
              <p14:xfrm>
                <a:off x="9843836" y="2607707"/>
                <a:ext cx="123480" cy="360"/>
              </p14:xfrm>
            </p:contentPart>
          </mc:Choice>
          <mc:Fallback xmlns="">
            <p:pic>
              <p:nvPicPr>
                <p:cNvPr id="62" name="Ink 61">
                  <a:extLst>
                    <a:ext uri="{FF2B5EF4-FFF2-40B4-BE49-F238E27FC236}">
                      <a16:creationId xmlns:a16="http://schemas.microsoft.com/office/drawing/2014/main" id="{5A2E92F6-EBA6-E830-421B-765AB53A51E2}"/>
                    </a:ext>
                  </a:extLst>
                </p:cNvPr>
                <p:cNvPicPr/>
                <p:nvPr/>
              </p:nvPicPr>
              <p:blipFill>
                <a:blip r:embed="rId62"/>
                <a:stretch>
                  <a:fillRect/>
                </a:stretch>
              </p:blipFill>
              <p:spPr>
                <a:xfrm>
                  <a:off x="9837716" y="2601587"/>
                  <a:ext cx="135720" cy="126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3">
            <p14:nvContentPartPr>
              <p14:cNvPr id="63" name="Ink 62">
                <a:extLst>
                  <a:ext uri="{FF2B5EF4-FFF2-40B4-BE49-F238E27FC236}">
                    <a16:creationId xmlns:a16="http://schemas.microsoft.com/office/drawing/2014/main" id="{FFC1AD84-32D3-3E42-79E0-B83434B9FBDB}"/>
                  </a:ext>
                </a:extLst>
              </p14:cNvPr>
              <p14:cNvContentPartPr/>
              <p14:nvPr/>
            </p14:nvContentPartPr>
            <p14:xfrm>
              <a:off x="6128276" y="3036467"/>
              <a:ext cx="258120" cy="240840"/>
            </p14:xfrm>
          </p:contentPart>
        </mc:Choice>
        <mc:Fallback xmlns="">
          <p:pic>
            <p:nvPicPr>
              <p:cNvPr id="63" name="Ink 62">
                <a:extLst>
                  <a:ext uri="{FF2B5EF4-FFF2-40B4-BE49-F238E27FC236}">
                    <a16:creationId xmlns:a16="http://schemas.microsoft.com/office/drawing/2014/main" id="{FFC1AD84-32D3-3E42-79E0-B83434B9FBDB}"/>
                  </a:ext>
                </a:extLst>
              </p:cNvPr>
              <p:cNvPicPr/>
              <p:nvPr/>
            </p:nvPicPr>
            <p:blipFill>
              <a:blip r:embed="rId64"/>
              <a:stretch>
                <a:fillRect/>
              </a:stretch>
            </p:blipFill>
            <p:spPr>
              <a:xfrm>
                <a:off x="6122156" y="3030347"/>
                <a:ext cx="270360" cy="253080"/>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65" name="Ink 64">
                <a:extLst>
                  <a:ext uri="{FF2B5EF4-FFF2-40B4-BE49-F238E27FC236}">
                    <a16:creationId xmlns:a16="http://schemas.microsoft.com/office/drawing/2014/main" id="{9A04ED17-8AE6-360B-F43C-3F955EDF3A98}"/>
                  </a:ext>
                </a:extLst>
              </p14:cNvPr>
              <p14:cNvContentPartPr/>
              <p14:nvPr/>
            </p14:nvContentPartPr>
            <p14:xfrm>
              <a:off x="5156996" y="3747827"/>
              <a:ext cx="211680" cy="291960"/>
            </p14:xfrm>
          </p:contentPart>
        </mc:Choice>
        <mc:Fallback xmlns="">
          <p:pic>
            <p:nvPicPr>
              <p:cNvPr id="65" name="Ink 64">
                <a:extLst>
                  <a:ext uri="{FF2B5EF4-FFF2-40B4-BE49-F238E27FC236}">
                    <a16:creationId xmlns:a16="http://schemas.microsoft.com/office/drawing/2014/main" id="{9A04ED17-8AE6-360B-F43C-3F955EDF3A98}"/>
                  </a:ext>
                </a:extLst>
              </p:cNvPr>
              <p:cNvPicPr/>
              <p:nvPr/>
            </p:nvPicPr>
            <p:blipFill>
              <a:blip r:embed="rId66"/>
              <a:stretch>
                <a:fillRect/>
              </a:stretch>
            </p:blipFill>
            <p:spPr>
              <a:xfrm>
                <a:off x="5150876" y="3741707"/>
                <a:ext cx="223920" cy="304200"/>
              </a:xfrm>
              <a:prstGeom prst="rect">
                <a:avLst/>
              </a:prstGeom>
            </p:spPr>
          </p:pic>
        </mc:Fallback>
      </mc:AlternateContent>
    </p:spTree>
    <p:extLst>
      <p:ext uri="{BB962C8B-B14F-4D97-AF65-F5344CB8AC3E}">
        <p14:creationId xmlns:p14="http://schemas.microsoft.com/office/powerpoint/2010/main" val="121954407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7D972-1FF4-FF67-E600-242E83435324}"/>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5B53DDF1-EA04-C8C5-437E-58AEC7F6460D}"/>
              </a:ext>
            </a:extLst>
          </p:cNvPr>
          <p:cNvPicPr>
            <a:picLocks noChangeAspect="1"/>
          </p:cNvPicPr>
          <p:nvPr/>
        </p:nvPicPr>
        <p:blipFill>
          <a:blip r:embed="rId2"/>
          <a:stretch>
            <a:fillRect/>
          </a:stretch>
        </p:blipFill>
        <p:spPr>
          <a:xfrm>
            <a:off x="0" y="0"/>
            <a:ext cx="3964787" cy="1404394"/>
          </a:xfrm>
          <a:prstGeom prst="rect">
            <a:avLst/>
          </a:prstGeom>
        </p:spPr>
      </p:pic>
      <p:sp>
        <p:nvSpPr>
          <p:cNvPr id="3" name="Oval 2">
            <a:extLst>
              <a:ext uri="{FF2B5EF4-FFF2-40B4-BE49-F238E27FC236}">
                <a16:creationId xmlns:a16="http://schemas.microsoft.com/office/drawing/2014/main" id="{D110260B-6637-41DF-2E19-196E1BE0F916}"/>
              </a:ext>
            </a:extLst>
          </p:cNvPr>
          <p:cNvSpPr/>
          <p:nvPr/>
        </p:nvSpPr>
        <p:spPr>
          <a:xfrm>
            <a:off x="5964702" y="1111347"/>
            <a:ext cx="858129" cy="80185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S(7)</a:t>
            </a:r>
          </a:p>
        </p:txBody>
      </p:sp>
      <p:sp>
        <p:nvSpPr>
          <p:cNvPr id="4" name="Oval 3">
            <a:extLst>
              <a:ext uri="{FF2B5EF4-FFF2-40B4-BE49-F238E27FC236}">
                <a16:creationId xmlns:a16="http://schemas.microsoft.com/office/drawing/2014/main" id="{4CBA8047-1F78-5891-9890-FD7232466F7F}"/>
              </a:ext>
            </a:extLst>
          </p:cNvPr>
          <p:cNvSpPr/>
          <p:nvPr/>
        </p:nvSpPr>
        <p:spPr>
          <a:xfrm>
            <a:off x="4583723" y="2220347"/>
            <a:ext cx="987083" cy="93081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A(11)</a:t>
            </a:r>
          </a:p>
        </p:txBody>
      </p:sp>
      <p:sp>
        <p:nvSpPr>
          <p:cNvPr id="5" name="Oval 4">
            <a:extLst>
              <a:ext uri="{FF2B5EF4-FFF2-40B4-BE49-F238E27FC236}">
                <a16:creationId xmlns:a16="http://schemas.microsoft.com/office/drawing/2014/main" id="{C4A0E97C-3AB5-3736-FE3D-C5DDC91AB964}"/>
              </a:ext>
            </a:extLst>
          </p:cNvPr>
          <p:cNvSpPr/>
          <p:nvPr/>
        </p:nvSpPr>
        <p:spPr>
          <a:xfrm>
            <a:off x="7411329" y="2220348"/>
            <a:ext cx="987083" cy="93081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B(10)</a:t>
            </a:r>
          </a:p>
        </p:txBody>
      </p:sp>
      <p:cxnSp>
        <p:nvCxnSpPr>
          <p:cNvPr id="7" name="Straight Connector 6">
            <a:extLst>
              <a:ext uri="{FF2B5EF4-FFF2-40B4-BE49-F238E27FC236}">
                <a16:creationId xmlns:a16="http://schemas.microsoft.com/office/drawing/2014/main" id="{28763D60-6C2C-09BC-E24E-0E1DF9A65423}"/>
              </a:ext>
            </a:extLst>
          </p:cNvPr>
          <p:cNvCxnSpPr>
            <a:stCxn id="3" idx="3"/>
            <a:endCxn id="4" idx="7"/>
          </p:cNvCxnSpPr>
          <p:nvPr/>
        </p:nvCxnSpPr>
        <p:spPr>
          <a:xfrm flipH="1">
            <a:off x="5426251" y="1795776"/>
            <a:ext cx="664121" cy="560886"/>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29B05EA-3CEB-6394-E24A-7978691E1C38}"/>
              </a:ext>
            </a:extLst>
          </p:cNvPr>
          <p:cNvCxnSpPr>
            <a:stCxn id="3" idx="5"/>
            <a:endCxn id="5" idx="1"/>
          </p:cNvCxnSpPr>
          <p:nvPr/>
        </p:nvCxnSpPr>
        <p:spPr>
          <a:xfrm>
            <a:off x="6697161" y="1795776"/>
            <a:ext cx="858723" cy="560887"/>
          </a:xfrm>
          <a:prstGeom prst="line">
            <a:avLst/>
          </a:prstGeom>
          <a:ln>
            <a:prstDash val="solid"/>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04B25D4-B6C3-CA2C-662D-2DE2D30194C8}"/>
              </a:ext>
            </a:extLst>
          </p:cNvPr>
          <p:cNvSpPr txBox="1"/>
          <p:nvPr/>
        </p:nvSpPr>
        <p:spPr>
          <a:xfrm>
            <a:off x="9467557" y="970670"/>
            <a:ext cx="2053883" cy="369332"/>
          </a:xfrm>
          <a:prstGeom prst="rect">
            <a:avLst/>
          </a:prstGeom>
          <a:noFill/>
        </p:spPr>
        <p:txBody>
          <a:bodyPr wrap="square" rtlCol="0">
            <a:spAutoFit/>
          </a:bodyPr>
          <a:lstStyle/>
          <a:p>
            <a:r>
              <a:rPr lang="en-US" dirty="0" err="1"/>
              <a:t>f_bound</a:t>
            </a:r>
            <a:r>
              <a:rPr lang="en-US" dirty="0"/>
              <a:t> = 12</a:t>
            </a:r>
          </a:p>
        </p:txBody>
      </p:sp>
      <p:sp>
        <p:nvSpPr>
          <p:cNvPr id="10" name="Oval 9">
            <a:extLst>
              <a:ext uri="{FF2B5EF4-FFF2-40B4-BE49-F238E27FC236}">
                <a16:creationId xmlns:a16="http://schemas.microsoft.com/office/drawing/2014/main" id="{FC7ED133-C165-A14D-3E36-B6F10CB78E1D}"/>
              </a:ext>
            </a:extLst>
          </p:cNvPr>
          <p:cNvSpPr/>
          <p:nvPr/>
        </p:nvSpPr>
        <p:spPr>
          <a:xfrm>
            <a:off x="6114629" y="3465663"/>
            <a:ext cx="987083" cy="93081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C(12)</a:t>
            </a:r>
          </a:p>
        </p:txBody>
      </p:sp>
      <p:sp>
        <p:nvSpPr>
          <p:cNvPr id="11" name="Oval 10">
            <a:extLst>
              <a:ext uri="{FF2B5EF4-FFF2-40B4-BE49-F238E27FC236}">
                <a16:creationId xmlns:a16="http://schemas.microsoft.com/office/drawing/2014/main" id="{8A97D7A6-CEE3-EB79-BA8D-64565A7BCE4D}"/>
              </a:ext>
            </a:extLst>
          </p:cNvPr>
          <p:cNvSpPr/>
          <p:nvPr/>
        </p:nvSpPr>
        <p:spPr>
          <a:xfrm>
            <a:off x="8942235" y="3465664"/>
            <a:ext cx="1017691" cy="93081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G(13)</a:t>
            </a:r>
          </a:p>
        </p:txBody>
      </p:sp>
      <p:cxnSp>
        <p:nvCxnSpPr>
          <p:cNvPr id="12" name="Straight Connector 11">
            <a:extLst>
              <a:ext uri="{FF2B5EF4-FFF2-40B4-BE49-F238E27FC236}">
                <a16:creationId xmlns:a16="http://schemas.microsoft.com/office/drawing/2014/main" id="{8FBE187B-5DC8-DA2F-A355-CB6078C6311D}"/>
              </a:ext>
            </a:extLst>
          </p:cNvPr>
          <p:cNvCxnSpPr>
            <a:stCxn id="5" idx="3"/>
            <a:endCxn id="10" idx="7"/>
          </p:cNvCxnSpPr>
          <p:nvPr/>
        </p:nvCxnSpPr>
        <p:spPr>
          <a:xfrm flipH="1">
            <a:off x="6957157" y="3014848"/>
            <a:ext cx="598727" cy="58713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2139AF8-7752-285E-20D1-0A21C05C4D14}"/>
              </a:ext>
            </a:extLst>
          </p:cNvPr>
          <p:cNvCxnSpPr>
            <a:stCxn id="5" idx="5"/>
            <a:endCxn id="11" idx="1"/>
          </p:cNvCxnSpPr>
          <p:nvPr/>
        </p:nvCxnSpPr>
        <p:spPr>
          <a:xfrm>
            <a:off x="8253857" y="3014848"/>
            <a:ext cx="837415" cy="587131"/>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A094B5D-FE1C-952B-86E9-53BEFC5B36A5}"/>
              </a:ext>
            </a:extLst>
          </p:cNvPr>
          <p:cNvCxnSpPr>
            <a:cxnSpLocks/>
          </p:cNvCxnSpPr>
          <p:nvPr/>
        </p:nvCxnSpPr>
        <p:spPr>
          <a:xfrm flipH="1">
            <a:off x="5964702" y="4417412"/>
            <a:ext cx="573747" cy="737023"/>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4715733B-DBEE-607F-4C3D-F765DC797D22}"/>
              </a:ext>
            </a:extLst>
          </p:cNvPr>
          <p:cNvSpPr/>
          <p:nvPr/>
        </p:nvSpPr>
        <p:spPr>
          <a:xfrm>
            <a:off x="5520758" y="5040071"/>
            <a:ext cx="1017691" cy="930815"/>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G(12)</a:t>
            </a:r>
          </a:p>
        </p:txBody>
      </p:sp>
      <p:grpSp>
        <p:nvGrpSpPr>
          <p:cNvPr id="18" name="Group 17">
            <a:extLst>
              <a:ext uri="{FF2B5EF4-FFF2-40B4-BE49-F238E27FC236}">
                <a16:creationId xmlns:a16="http://schemas.microsoft.com/office/drawing/2014/main" id="{FCB3EAB2-E331-B5A4-F963-BB9819D8A4E2}"/>
              </a:ext>
            </a:extLst>
          </p:cNvPr>
          <p:cNvGrpSpPr/>
          <p:nvPr/>
        </p:nvGrpSpPr>
        <p:grpSpPr>
          <a:xfrm>
            <a:off x="6654644" y="5418860"/>
            <a:ext cx="450720" cy="362880"/>
            <a:chOff x="6654644" y="5418860"/>
            <a:chExt cx="450720" cy="362880"/>
          </a:xfrm>
        </p:grpSpPr>
        <mc:AlternateContent xmlns:mc="http://schemas.openxmlformats.org/markup-compatibility/2006" xmlns:p14="http://schemas.microsoft.com/office/powerpoint/2010/main">
          <mc:Choice Requires="p14">
            <p:contentPart p14:bwMode="auto" r:id="rId3">
              <p14:nvContentPartPr>
                <p14:cNvPr id="16" name="Ink 15">
                  <a:extLst>
                    <a:ext uri="{FF2B5EF4-FFF2-40B4-BE49-F238E27FC236}">
                      <a16:creationId xmlns:a16="http://schemas.microsoft.com/office/drawing/2014/main" id="{E79BCB2B-F913-1CFA-3816-18AB4389A9B4}"/>
                    </a:ext>
                  </a:extLst>
                </p14:cNvPr>
                <p14:cNvContentPartPr/>
                <p14:nvPr/>
              </p14:nvContentPartPr>
              <p14:xfrm>
                <a:off x="6654644" y="5418860"/>
                <a:ext cx="251280" cy="362880"/>
              </p14:xfrm>
            </p:contentPart>
          </mc:Choice>
          <mc:Fallback xmlns="">
            <p:pic>
              <p:nvPicPr>
                <p:cNvPr id="16" name="Ink 15">
                  <a:extLst>
                    <a:ext uri="{FF2B5EF4-FFF2-40B4-BE49-F238E27FC236}">
                      <a16:creationId xmlns:a16="http://schemas.microsoft.com/office/drawing/2014/main" id="{E79BCB2B-F913-1CFA-3816-18AB4389A9B4}"/>
                    </a:ext>
                  </a:extLst>
                </p:cNvPr>
                <p:cNvPicPr/>
                <p:nvPr/>
              </p:nvPicPr>
              <p:blipFill>
                <a:blip r:embed="rId4"/>
                <a:stretch>
                  <a:fillRect/>
                </a:stretch>
              </p:blipFill>
              <p:spPr>
                <a:xfrm>
                  <a:off x="6648524" y="5412740"/>
                  <a:ext cx="263520" cy="3751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7" name="Ink 16">
                  <a:extLst>
                    <a:ext uri="{FF2B5EF4-FFF2-40B4-BE49-F238E27FC236}">
                      <a16:creationId xmlns:a16="http://schemas.microsoft.com/office/drawing/2014/main" id="{CC15F6D8-5ABE-4E21-AA75-6315292DD4D9}"/>
                    </a:ext>
                  </a:extLst>
                </p14:cNvPr>
                <p14:cNvContentPartPr/>
                <p14:nvPr/>
              </p14:nvContentPartPr>
              <p14:xfrm>
                <a:off x="7001684" y="5518940"/>
                <a:ext cx="103680" cy="131400"/>
              </p14:xfrm>
            </p:contentPart>
          </mc:Choice>
          <mc:Fallback xmlns="">
            <p:pic>
              <p:nvPicPr>
                <p:cNvPr id="17" name="Ink 16">
                  <a:extLst>
                    <a:ext uri="{FF2B5EF4-FFF2-40B4-BE49-F238E27FC236}">
                      <a16:creationId xmlns:a16="http://schemas.microsoft.com/office/drawing/2014/main" id="{CC15F6D8-5ABE-4E21-AA75-6315292DD4D9}"/>
                    </a:ext>
                  </a:extLst>
                </p:cNvPr>
                <p:cNvPicPr/>
                <p:nvPr/>
              </p:nvPicPr>
              <p:blipFill>
                <a:blip r:embed="rId6"/>
                <a:stretch>
                  <a:fillRect/>
                </a:stretch>
              </p:blipFill>
              <p:spPr>
                <a:xfrm>
                  <a:off x="6995564" y="5512820"/>
                  <a:ext cx="115920" cy="143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
            <p14:nvContentPartPr>
              <p14:cNvPr id="19" name="Ink 18">
                <a:extLst>
                  <a:ext uri="{FF2B5EF4-FFF2-40B4-BE49-F238E27FC236}">
                    <a16:creationId xmlns:a16="http://schemas.microsoft.com/office/drawing/2014/main" id="{9C1E0D80-16F4-59CE-01CD-E231D038CA90}"/>
                  </a:ext>
                </a:extLst>
              </p14:cNvPr>
              <p14:cNvContentPartPr/>
              <p14:nvPr/>
            </p14:nvContentPartPr>
            <p14:xfrm>
              <a:off x="7211924" y="5350820"/>
              <a:ext cx="360720" cy="326160"/>
            </p14:xfrm>
          </p:contentPart>
        </mc:Choice>
        <mc:Fallback xmlns="">
          <p:pic>
            <p:nvPicPr>
              <p:cNvPr id="19" name="Ink 18">
                <a:extLst>
                  <a:ext uri="{FF2B5EF4-FFF2-40B4-BE49-F238E27FC236}">
                    <a16:creationId xmlns:a16="http://schemas.microsoft.com/office/drawing/2014/main" id="{9C1E0D80-16F4-59CE-01CD-E231D038CA90}"/>
                  </a:ext>
                </a:extLst>
              </p:cNvPr>
              <p:cNvPicPr/>
              <p:nvPr/>
            </p:nvPicPr>
            <p:blipFill>
              <a:blip r:embed="rId8"/>
              <a:stretch>
                <a:fillRect/>
              </a:stretch>
            </p:blipFill>
            <p:spPr>
              <a:xfrm>
                <a:off x="7205804" y="5344700"/>
                <a:ext cx="372960" cy="338400"/>
              </a:xfrm>
              <a:prstGeom prst="rect">
                <a:avLst/>
              </a:prstGeom>
            </p:spPr>
          </p:pic>
        </mc:Fallback>
      </mc:AlternateContent>
      <p:sp>
        <p:nvSpPr>
          <p:cNvPr id="8" name="Oval 7">
            <a:extLst>
              <a:ext uri="{FF2B5EF4-FFF2-40B4-BE49-F238E27FC236}">
                <a16:creationId xmlns:a16="http://schemas.microsoft.com/office/drawing/2014/main" id="{AB082BFB-7848-555B-5644-12494DD226D4}"/>
              </a:ext>
            </a:extLst>
          </p:cNvPr>
          <p:cNvSpPr/>
          <p:nvPr/>
        </p:nvSpPr>
        <p:spPr>
          <a:xfrm>
            <a:off x="3180869" y="3487081"/>
            <a:ext cx="987083" cy="93081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B(19)</a:t>
            </a:r>
          </a:p>
        </p:txBody>
      </p:sp>
      <p:cxnSp>
        <p:nvCxnSpPr>
          <p:cNvPr id="20" name="Straight Connector 19">
            <a:extLst>
              <a:ext uri="{FF2B5EF4-FFF2-40B4-BE49-F238E27FC236}">
                <a16:creationId xmlns:a16="http://schemas.microsoft.com/office/drawing/2014/main" id="{DD9A3CD0-A686-BBF7-2971-01979F45DCE9}"/>
              </a:ext>
            </a:extLst>
          </p:cNvPr>
          <p:cNvCxnSpPr>
            <a:cxnSpLocks/>
          </p:cNvCxnSpPr>
          <p:nvPr/>
        </p:nvCxnSpPr>
        <p:spPr>
          <a:xfrm flipH="1">
            <a:off x="5168345" y="2899951"/>
            <a:ext cx="2216858" cy="88998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F91A4A4-3720-00E5-BBE7-1FDFCE7EDE0A}"/>
              </a:ext>
            </a:extLst>
          </p:cNvPr>
          <p:cNvCxnSpPr/>
          <p:nvPr/>
        </p:nvCxnSpPr>
        <p:spPr>
          <a:xfrm flipH="1">
            <a:off x="3886247" y="2899951"/>
            <a:ext cx="598727" cy="587130"/>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815FBEEB-589E-05FA-D42A-840573FB4268}"/>
              </a:ext>
            </a:extLst>
          </p:cNvPr>
          <p:cNvSpPr/>
          <p:nvPr/>
        </p:nvSpPr>
        <p:spPr>
          <a:xfrm>
            <a:off x="4637374" y="3832259"/>
            <a:ext cx="987083" cy="93081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A(20)</a:t>
            </a:r>
          </a:p>
        </p:txBody>
      </p:sp>
      <p:grpSp>
        <p:nvGrpSpPr>
          <p:cNvPr id="27" name="Group 26">
            <a:extLst>
              <a:ext uri="{FF2B5EF4-FFF2-40B4-BE49-F238E27FC236}">
                <a16:creationId xmlns:a16="http://schemas.microsoft.com/office/drawing/2014/main" id="{7CDFB66A-802F-7D23-077C-95BD31656713}"/>
              </a:ext>
            </a:extLst>
          </p:cNvPr>
          <p:cNvGrpSpPr/>
          <p:nvPr/>
        </p:nvGrpSpPr>
        <p:grpSpPr>
          <a:xfrm>
            <a:off x="462956" y="2054747"/>
            <a:ext cx="423000" cy="303840"/>
            <a:chOff x="462956" y="2054747"/>
            <a:chExt cx="423000" cy="303840"/>
          </a:xfrm>
        </p:grpSpPr>
        <mc:AlternateContent xmlns:mc="http://schemas.openxmlformats.org/markup-compatibility/2006" xmlns:p14="http://schemas.microsoft.com/office/powerpoint/2010/main">
          <mc:Choice Requires="p14">
            <p:contentPart p14:bwMode="auto" r:id="rId9">
              <p14:nvContentPartPr>
                <p14:cNvPr id="23" name="Ink 22">
                  <a:extLst>
                    <a:ext uri="{FF2B5EF4-FFF2-40B4-BE49-F238E27FC236}">
                      <a16:creationId xmlns:a16="http://schemas.microsoft.com/office/drawing/2014/main" id="{BD5D0637-9B99-37AD-D7E2-2BC5D958761E}"/>
                    </a:ext>
                  </a:extLst>
                </p14:cNvPr>
                <p14:cNvContentPartPr/>
                <p14:nvPr/>
              </p14:nvContentPartPr>
              <p14:xfrm>
                <a:off x="484916" y="2201267"/>
                <a:ext cx="140040" cy="157320"/>
              </p14:xfrm>
            </p:contentPart>
          </mc:Choice>
          <mc:Fallback xmlns="">
            <p:pic>
              <p:nvPicPr>
                <p:cNvPr id="23" name="Ink 22">
                  <a:extLst>
                    <a:ext uri="{FF2B5EF4-FFF2-40B4-BE49-F238E27FC236}">
                      <a16:creationId xmlns:a16="http://schemas.microsoft.com/office/drawing/2014/main" id="{BD5D0637-9B99-37AD-D7E2-2BC5D958761E}"/>
                    </a:ext>
                  </a:extLst>
                </p:cNvPr>
                <p:cNvPicPr/>
                <p:nvPr/>
              </p:nvPicPr>
              <p:blipFill>
                <a:blip r:embed="rId10"/>
                <a:stretch>
                  <a:fillRect/>
                </a:stretch>
              </p:blipFill>
              <p:spPr>
                <a:xfrm>
                  <a:off x="478796" y="2195147"/>
                  <a:ext cx="15228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4" name="Ink 23">
                  <a:extLst>
                    <a:ext uri="{FF2B5EF4-FFF2-40B4-BE49-F238E27FC236}">
                      <a16:creationId xmlns:a16="http://schemas.microsoft.com/office/drawing/2014/main" id="{8EFD5391-6D26-9464-88D0-F825E243E79A}"/>
                    </a:ext>
                  </a:extLst>
                </p14:cNvPr>
                <p14:cNvContentPartPr/>
                <p14:nvPr/>
              </p14:nvContentPartPr>
              <p14:xfrm>
                <a:off x="462956" y="2054747"/>
                <a:ext cx="360" cy="360"/>
              </p14:xfrm>
            </p:contentPart>
          </mc:Choice>
          <mc:Fallback xmlns="">
            <p:pic>
              <p:nvPicPr>
                <p:cNvPr id="24" name="Ink 23">
                  <a:extLst>
                    <a:ext uri="{FF2B5EF4-FFF2-40B4-BE49-F238E27FC236}">
                      <a16:creationId xmlns:a16="http://schemas.microsoft.com/office/drawing/2014/main" id="{8EFD5391-6D26-9464-88D0-F825E243E79A}"/>
                    </a:ext>
                  </a:extLst>
                </p:cNvPr>
                <p:cNvPicPr/>
                <p:nvPr/>
              </p:nvPicPr>
              <p:blipFill>
                <a:blip r:embed="rId12"/>
                <a:stretch>
                  <a:fillRect/>
                </a:stretch>
              </p:blipFill>
              <p:spPr>
                <a:xfrm>
                  <a:off x="456836" y="204862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5" name="Ink 24">
                  <a:extLst>
                    <a:ext uri="{FF2B5EF4-FFF2-40B4-BE49-F238E27FC236}">
                      <a16:creationId xmlns:a16="http://schemas.microsoft.com/office/drawing/2014/main" id="{62FFCD97-786A-01CA-7112-3DDC92507058}"/>
                    </a:ext>
                  </a:extLst>
                </p14:cNvPr>
                <p14:cNvContentPartPr/>
                <p14:nvPr/>
              </p14:nvContentPartPr>
              <p14:xfrm>
                <a:off x="710996" y="2054747"/>
                <a:ext cx="123120" cy="226800"/>
              </p14:xfrm>
            </p:contentPart>
          </mc:Choice>
          <mc:Fallback xmlns="">
            <p:pic>
              <p:nvPicPr>
                <p:cNvPr id="25" name="Ink 24">
                  <a:extLst>
                    <a:ext uri="{FF2B5EF4-FFF2-40B4-BE49-F238E27FC236}">
                      <a16:creationId xmlns:a16="http://schemas.microsoft.com/office/drawing/2014/main" id="{62FFCD97-786A-01CA-7112-3DDC92507058}"/>
                    </a:ext>
                  </a:extLst>
                </p:cNvPr>
                <p:cNvPicPr/>
                <p:nvPr/>
              </p:nvPicPr>
              <p:blipFill>
                <a:blip r:embed="rId14"/>
                <a:stretch>
                  <a:fillRect/>
                </a:stretch>
              </p:blipFill>
              <p:spPr>
                <a:xfrm>
                  <a:off x="704876" y="2048627"/>
                  <a:ext cx="135360" cy="2390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6" name="Ink 25">
                  <a:extLst>
                    <a:ext uri="{FF2B5EF4-FFF2-40B4-BE49-F238E27FC236}">
                      <a16:creationId xmlns:a16="http://schemas.microsoft.com/office/drawing/2014/main" id="{B166D15C-E0D1-B59F-2D3C-3AEEA317D833}"/>
                    </a:ext>
                  </a:extLst>
                </p14:cNvPr>
                <p14:cNvContentPartPr/>
                <p14:nvPr/>
              </p14:nvContentPartPr>
              <p14:xfrm>
                <a:off x="688676" y="2128187"/>
                <a:ext cx="197280" cy="51120"/>
              </p14:xfrm>
            </p:contentPart>
          </mc:Choice>
          <mc:Fallback xmlns="">
            <p:pic>
              <p:nvPicPr>
                <p:cNvPr id="26" name="Ink 25">
                  <a:extLst>
                    <a:ext uri="{FF2B5EF4-FFF2-40B4-BE49-F238E27FC236}">
                      <a16:creationId xmlns:a16="http://schemas.microsoft.com/office/drawing/2014/main" id="{B166D15C-E0D1-B59F-2D3C-3AEEA317D833}"/>
                    </a:ext>
                  </a:extLst>
                </p:cNvPr>
                <p:cNvPicPr/>
                <p:nvPr/>
              </p:nvPicPr>
              <p:blipFill>
                <a:blip r:embed="rId16"/>
                <a:stretch>
                  <a:fillRect/>
                </a:stretch>
              </p:blipFill>
              <p:spPr>
                <a:xfrm>
                  <a:off x="682556" y="2122067"/>
                  <a:ext cx="209520" cy="633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
            <p14:nvContentPartPr>
              <p14:cNvPr id="28" name="Ink 27">
                <a:extLst>
                  <a:ext uri="{FF2B5EF4-FFF2-40B4-BE49-F238E27FC236}">
                    <a16:creationId xmlns:a16="http://schemas.microsoft.com/office/drawing/2014/main" id="{66CBFAFC-118B-4365-48B9-4336DC9DAF6A}"/>
                  </a:ext>
                </a:extLst>
              </p14:cNvPr>
              <p14:cNvContentPartPr/>
              <p14:nvPr/>
            </p14:nvContentPartPr>
            <p14:xfrm>
              <a:off x="1207796" y="1919027"/>
              <a:ext cx="171000" cy="383400"/>
            </p14:xfrm>
          </p:contentPart>
        </mc:Choice>
        <mc:Fallback xmlns="">
          <p:pic>
            <p:nvPicPr>
              <p:cNvPr id="28" name="Ink 27">
                <a:extLst>
                  <a:ext uri="{FF2B5EF4-FFF2-40B4-BE49-F238E27FC236}">
                    <a16:creationId xmlns:a16="http://schemas.microsoft.com/office/drawing/2014/main" id="{66CBFAFC-118B-4365-48B9-4336DC9DAF6A}"/>
                  </a:ext>
                </a:extLst>
              </p:cNvPr>
              <p:cNvPicPr/>
              <p:nvPr/>
            </p:nvPicPr>
            <p:blipFill>
              <a:blip r:embed="rId18"/>
              <a:stretch>
                <a:fillRect/>
              </a:stretch>
            </p:blipFill>
            <p:spPr>
              <a:xfrm>
                <a:off x="1201676" y="1912907"/>
                <a:ext cx="183240" cy="39564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9" name="Ink 28">
                <a:extLst>
                  <a:ext uri="{FF2B5EF4-FFF2-40B4-BE49-F238E27FC236}">
                    <a16:creationId xmlns:a16="http://schemas.microsoft.com/office/drawing/2014/main" id="{9A3CBB7D-7596-06DF-4D41-68AECBA18129}"/>
                  </a:ext>
                </a:extLst>
              </p14:cNvPr>
              <p14:cNvContentPartPr/>
              <p14:nvPr/>
            </p14:nvContentPartPr>
            <p14:xfrm>
              <a:off x="677156" y="2799587"/>
              <a:ext cx="360" cy="235800"/>
            </p14:xfrm>
          </p:contentPart>
        </mc:Choice>
        <mc:Fallback xmlns="">
          <p:pic>
            <p:nvPicPr>
              <p:cNvPr id="29" name="Ink 28">
                <a:extLst>
                  <a:ext uri="{FF2B5EF4-FFF2-40B4-BE49-F238E27FC236}">
                    <a16:creationId xmlns:a16="http://schemas.microsoft.com/office/drawing/2014/main" id="{9A3CBB7D-7596-06DF-4D41-68AECBA18129}"/>
                  </a:ext>
                </a:extLst>
              </p:cNvPr>
              <p:cNvPicPr/>
              <p:nvPr/>
            </p:nvPicPr>
            <p:blipFill>
              <a:blip r:embed="rId20"/>
              <a:stretch>
                <a:fillRect/>
              </a:stretch>
            </p:blipFill>
            <p:spPr>
              <a:xfrm>
                <a:off x="671036" y="2793467"/>
                <a:ext cx="12600" cy="24804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34" name="Ink 33">
                <a:extLst>
                  <a:ext uri="{FF2B5EF4-FFF2-40B4-BE49-F238E27FC236}">
                    <a16:creationId xmlns:a16="http://schemas.microsoft.com/office/drawing/2014/main" id="{1B3AFB94-E3FF-666C-ACC7-23080F6E939B}"/>
                  </a:ext>
                </a:extLst>
              </p14:cNvPr>
              <p14:cNvContentPartPr/>
              <p14:nvPr/>
            </p14:nvContentPartPr>
            <p14:xfrm>
              <a:off x="609476" y="3937187"/>
              <a:ext cx="700560" cy="429840"/>
            </p14:xfrm>
          </p:contentPart>
        </mc:Choice>
        <mc:Fallback xmlns="">
          <p:pic>
            <p:nvPicPr>
              <p:cNvPr id="34" name="Ink 33">
                <a:extLst>
                  <a:ext uri="{FF2B5EF4-FFF2-40B4-BE49-F238E27FC236}">
                    <a16:creationId xmlns:a16="http://schemas.microsoft.com/office/drawing/2014/main" id="{1B3AFB94-E3FF-666C-ACC7-23080F6E939B}"/>
                  </a:ext>
                </a:extLst>
              </p:cNvPr>
              <p:cNvPicPr/>
              <p:nvPr/>
            </p:nvPicPr>
            <p:blipFill>
              <a:blip r:embed="rId22"/>
              <a:stretch>
                <a:fillRect/>
              </a:stretch>
            </p:blipFill>
            <p:spPr>
              <a:xfrm>
                <a:off x="603356" y="3931067"/>
                <a:ext cx="712800" cy="442080"/>
              </a:xfrm>
              <a:prstGeom prst="rect">
                <a:avLst/>
              </a:prstGeom>
            </p:spPr>
          </p:pic>
        </mc:Fallback>
      </mc:AlternateContent>
      <p:grpSp>
        <p:nvGrpSpPr>
          <p:cNvPr id="38" name="Group 37">
            <a:extLst>
              <a:ext uri="{FF2B5EF4-FFF2-40B4-BE49-F238E27FC236}">
                <a16:creationId xmlns:a16="http://schemas.microsoft.com/office/drawing/2014/main" id="{1D844C42-7276-A15F-0B8A-9A1C4D9F1CA1}"/>
              </a:ext>
            </a:extLst>
          </p:cNvPr>
          <p:cNvGrpSpPr/>
          <p:nvPr/>
        </p:nvGrpSpPr>
        <p:grpSpPr>
          <a:xfrm>
            <a:off x="1602716" y="3533267"/>
            <a:ext cx="791280" cy="390960"/>
            <a:chOff x="1602716" y="3533267"/>
            <a:chExt cx="791280" cy="390960"/>
          </a:xfrm>
        </p:grpSpPr>
        <mc:AlternateContent xmlns:mc="http://schemas.openxmlformats.org/markup-compatibility/2006" xmlns:p14="http://schemas.microsoft.com/office/powerpoint/2010/main">
          <mc:Choice Requires="p14">
            <p:contentPart p14:bwMode="auto" r:id="rId23">
              <p14:nvContentPartPr>
                <p14:cNvPr id="35" name="Ink 34">
                  <a:extLst>
                    <a:ext uri="{FF2B5EF4-FFF2-40B4-BE49-F238E27FC236}">
                      <a16:creationId xmlns:a16="http://schemas.microsoft.com/office/drawing/2014/main" id="{E5296DC7-6897-4B70-FE4E-8ABE02B56E22}"/>
                    </a:ext>
                  </a:extLst>
                </p14:cNvPr>
                <p14:cNvContentPartPr/>
                <p14:nvPr/>
              </p14:nvContentPartPr>
              <p14:xfrm>
                <a:off x="1602716" y="3623627"/>
                <a:ext cx="665280" cy="300600"/>
              </p14:xfrm>
            </p:contentPart>
          </mc:Choice>
          <mc:Fallback xmlns="">
            <p:pic>
              <p:nvPicPr>
                <p:cNvPr id="35" name="Ink 34">
                  <a:extLst>
                    <a:ext uri="{FF2B5EF4-FFF2-40B4-BE49-F238E27FC236}">
                      <a16:creationId xmlns:a16="http://schemas.microsoft.com/office/drawing/2014/main" id="{E5296DC7-6897-4B70-FE4E-8ABE02B56E22}"/>
                    </a:ext>
                  </a:extLst>
                </p:cNvPr>
                <p:cNvPicPr/>
                <p:nvPr/>
              </p:nvPicPr>
              <p:blipFill>
                <a:blip r:embed="rId24"/>
                <a:stretch>
                  <a:fillRect/>
                </a:stretch>
              </p:blipFill>
              <p:spPr>
                <a:xfrm>
                  <a:off x="1596596" y="3617507"/>
                  <a:ext cx="677520" cy="31284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36" name="Ink 35">
                  <a:extLst>
                    <a:ext uri="{FF2B5EF4-FFF2-40B4-BE49-F238E27FC236}">
                      <a16:creationId xmlns:a16="http://schemas.microsoft.com/office/drawing/2014/main" id="{674D3173-6653-23A7-1E09-CBC27479C5C5}"/>
                    </a:ext>
                  </a:extLst>
                </p14:cNvPr>
                <p14:cNvContentPartPr/>
                <p14:nvPr/>
              </p14:nvContentPartPr>
              <p14:xfrm>
                <a:off x="1794596" y="3702467"/>
                <a:ext cx="360" cy="360"/>
              </p14:xfrm>
            </p:contentPart>
          </mc:Choice>
          <mc:Fallback xmlns="">
            <p:pic>
              <p:nvPicPr>
                <p:cNvPr id="36" name="Ink 35">
                  <a:extLst>
                    <a:ext uri="{FF2B5EF4-FFF2-40B4-BE49-F238E27FC236}">
                      <a16:creationId xmlns:a16="http://schemas.microsoft.com/office/drawing/2014/main" id="{674D3173-6653-23A7-1E09-CBC27479C5C5}"/>
                    </a:ext>
                  </a:extLst>
                </p:cNvPr>
                <p:cNvPicPr/>
                <p:nvPr/>
              </p:nvPicPr>
              <p:blipFill>
                <a:blip r:embed="rId12"/>
                <a:stretch>
                  <a:fillRect/>
                </a:stretch>
              </p:blipFill>
              <p:spPr>
                <a:xfrm>
                  <a:off x="1788476" y="3696347"/>
                  <a:ext cx="12600" cy="126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7" name="Ink 36">
                  <a:extLst>
                    <a:ext uri="{FF2B5EF4-FFF2-40B4-BE49-F238E27FC236}">
                      <a16:creationId xmlns:a16="http://schemas.microsoft.com/office/drawing/2014/main" id="{703540C1-C79D-F80B-AF0B-BD5204FFBF46}"/>
                    </a:ext>
                  </a:extLst>
                </p14:cNvPr>
                <p14:cNvContentPartPr/>
                <p14:nvPr/>
              </p14:nvContentPartPr>
              <p14:xfrm>
                <a:off x="2031836" y="3533267"/>
                <a:ext cx="362160" cy="147240"/>
              </p14:xfrm>
            </p:contentPart>
          </mc:Choice>
          <mc:Fallback xmlns="">
            <p:pic>
              <p:nvPicPr>
                <p:cNvPr id="37" name="Ink 36">
                  <a:extLst>
                    <a:ext uri="{FF2B5EF4-FFF2-40B4-BE49-F238E27FC236}">
                      <a16:creationId xmlns:a16="http://schemas.microsoft.com/office/drawing/2014/main" id="{703540C1-C79D-F80B-AF0B-BD5204FFBF46}"/>
                    </a:ext>
                  </a:extLst>
                </p:cNvPr>
                <p:cNvPicPr/>
                <p:nvPr/>
              </p:nvPicPr>
              <p:blipFill>
                <a:blip r:embed="rId27"/>
                <a:stretch>
                  <a:fillRect/>
                </a:stretch>
              </p:blipFill>
              <p:spPr>
                <a:xfrm>
                  <a:off x="2025716" y="3527147"/>
                  <a:ext cx="374400" cy="159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8">
            <p14:nvContentPartPr>
              <p14:cNvPr id="39" name="Ink 38">
                <a:extLst>
                  <a:ext uri="{FF2B5EF4-FFF2-40B4-BE49-F238E27FC236}">
                    <a16:creationId xmlns:a16="http://schemas.microsoft.com/office/drawing/2014/main" id="{F7578ED0-7DEA-D703-C85E-247CA4C648A7}"/>
                  </a:ext>
                </a:extLst>
              </p14:cNvPr>
              <p14:cNvContentPartPr/>
              <p14:nvPr/>
            </p14:nvContentPartPr>
            <p14:xfrm>
              <a:off x="5373356" y="1636067"/>
              <a:ext cx="574920" cy="57240"/>
            </p14:xfrm>
          </p:contentPart>
        </mc:Choice>
        <mc:Fallback xmlns="">
          <p:pic>
            <p:nvPicPr>
              <p:cNvPr id="39" name="Ink 38">
                <a:extLst>
                  <a:ext uri="{FF2B5EF4-FFF2-40B4-BE49-F238E27FC236}">
                    <a16:creationId xmlns:a16="http://schemas.microsoft.com/office/drawing/2014/main" id="{F7578ED0-7DEA-D703-C85E-247CA4C648A7}"/>
                  </a:ext>
                </a:extLst>
              </p:cNvPr>
              <p:cNvPicPr/>
              <p:nvPr/>
            </p:nvPicPr>
            <p:blipFill>
              <a:blip r:embed="rId29"/>
              <a:stretch>
                <a:fillRect/>
              </a:stretch>
            </p:blipFill>
            <p:spPr>
              <a:xfrm>
                <a:off x="5367236" y="1629947"/>
                <a:ext cx="587160" cy="694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40" name="Ink 39">
                <a:extLst>
                  <a:ext uri="{FF2B5EF4-FFF2-40B4-BE49-F238E27FC236}">
                    <a16:creationId xmlns:a16="http://schemas.microsoft.com/office/drawing/2014/main" id="{FA2414D2-4AF7-5EC5-635A-31DE09252121}"/>
                  </a:ext>
                </a:extLst>
              </p14:cNvPr>
              <p14:cNvContentPartPr/>
              <p14:nvPr/>
            </p14:nvContentPartPr>
            <p14:xfrm>
              <a:off x="3386516" y="4154267"/>
              <a:ext cx="484560" cy="360"/>
            </p14:xfrm>
          </p:contentPart>
        </mc:Choice>
        <mc:Fallback xmlns="">
          <p:pic>
            <p:nvPicPr>
              <p:cNvPr id="40" name="Ink 39">
                <a:extLst>
                  <a:ext uri="{FF2B5EF4-FFF2-40B4-BE49-F238E27FC236}">
                    <a16:creationId xmlns:a16="http://schemas.microsoft.com/office/drawing/2014/main" id="{FA2414D2-4AF7-5EC5-635A-31DE09252121}"/>
                  </a:ext>
                </a:extLst>
              </p:cNvPr>
              <p:cNvPicPr/>
              <p:nvPr/>
            </p:nvPicPr>
            <p:blipFill>
              <a:blip r:embed="rId31"/>
              <a:stretch>
                <a:fillRect/>
              </a:stretch>
            </p:blipFill>
            <p:spPr>
              <a:xfrm>
                <a:off x="3380396" y="4148147"/>
                <a:ext cx="496800" cy="12600"/>
              </a:xfrm>
              <a:prstGeom prst="rect">
                <a:avLst/>
              </a:prstGeom>
            </p:spPr>
          </p:pic>
        </mc:Fallback>
      </mc:AlternateContent>
      <p:grpSp>
        <p:nvGrpSpPr>
          <p:cNvPr id="44" name="Group 43">
            <a:extLst>
              <a:ext uri="{FF2B5EF4-FFF2-40B4-BE49-F238E27FC236}">
                <a16:creationId xmlns:a16="http://schemas.microsoft.com/office/drawing/2014/main" id="{3DFC7B11-C6B8-9B71-0BD9-2CB2D2CC35F3}"/>
              </a:ext>
            </a:extLst>
          </p:cNvPr>
          <p:cNvGrpSpPr/>
          <p:nvPr/>
        </p:nvGrpSpPr>
        <p:grpSpPr>
          <a:xfrm>
            <a:off x="462596" y="4763387"/>
            <a:ext cx="477720" cy="568800"/>
            <a:chOff x="462596" y="4763387"/>
            <a:chExt cx="477720" cy="568800"/>
          </a:xfrm>
        </p:grpSpPr>
        <mc:AlternateContent xmlns:mc="http://schemas.openxmlformats.org/markup-compatibility/2006" xmlns:p14="http://schemas.microsoft.com/office/powerpoint/2010/main">
          <mc:Choice Requires="p14">
            <p:contentPart p14:bwMode="auto" r:id="rId32">
              <p14:nvContentPartPr>
                <p14:cNvPr id="41" name="Ink 40">
                  <a:extLst>
                    <a:ext uri="{FF2B5EF4-FFF2-40B4-BE49-F238E27FC236}">
                      <a16:creationId xmlns:a16="http://schemas.microsoft.com/office/drawing/2014/main" id="{FE95271F-EA5B-6D7E-F41B-3513197504C5}"/>
                    </a:ext>
                  </a:extLst>
                </p14:cNvPr>
                <p14:cNvContentPartPr/>
                <p14:nvPr/>
              </p14:nvContentPartPr>
              <p14:xfrm>
                <a:off x="462596" y="4865267"/>
                <a:ext cx="16560" cy="299520"/>
              </p14:xfrm>
            </p:contentPart>
          </mc:Choice>
          <mc:Fallback xmlns="">
            <p:pic>
              <p:nvPicPr>
                <p:cNvPr id="41" name="Ink 40">
                  <a:extLst>
                    <a:ext uri="{FF2B5EF4-FFF2-40B4-BE49-F238E27FC236}">
                      <a16:creationId xmlns:a16="http://schemas.microsoft.com/office/drawing/2014/main" id="{FE95271F-EA5B-6D7E-F41B-3513197504C5}"/>
                    </a:ext>
                  </a:extLst>
                </p:cNvPr>
                <p:cNvPicPr/>
                <p:nvPr/>
              </p:nvPicPr>
              <p:blipFill>
                <a:blip r:embed="rId33"/>
                <a:stretch>
                  <a:fillRect/>
                </a:stretch>
              </p:blipFill>
              <p:spPr>
                <a:xfrm>
                  <a:off x="456476" y="4859147"/>
                  <a:ext cx="2880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42" name="Ink 41">
                  <a:extLst>
                    <a:ext uri="{FF2B5EF4-FFF2-40B4-BE49-F238E27FC236}">
                      <a16:creationId xmlns:a16="http://schemas.microsoft.com/office/drawing/2014/main" id="{3995F7E0-5F79-1645-ACA2-0845FD2880B8}"/>
                    </a:ext>
                  </a:extLst>
                </p14:cNvPr>
                <p14:cNvContentPartPr/>
                <p14:nvPr/>
              </p14:nvContentPartPr>
              <p14:xfrm>
                <a:off x="586436" y="4763387"/>
                <a:ext cx="118080" cy="338400"/>
              </p14:xfrm>
            </p:contentPart>
          </mc:Choice>
          <mc:Fallback xmlns="">
            <p:pic>
              <p:nvPicPr>
                <p:cNvPr id="42" name="Ink 41">
                  <a:extLst>
                    <a:ext uri="{FF2B5EF4-FFF2-40B4-BE49-F238E27FC236}">
                      <a16:creationId xmlns:a16="http://schemas.microsoft.com/office/drawing/2014/main" id="{3995F7E0-5F79-1645-ACA2-0845FD2880B8}"/>
                    </a:ext>
                  </a:extLst>
                </p:cNvPr>
                <p:cNvPicPr/>
                <p:nvPr/>
              </p:nvPicPr>
              <p:blipFill>
                <a:blip r:embed="rId35"/>
                <a:stretch>
                  <a:fillRect/>
                </a:stretch>
              </p:blipFill>
              <p:spPr>
                <a:xfrm>
                  <a:off x="580316" y="4757267"/>
                  <a:ext cx="130320" cy="3506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3" name="Ink 42">
                  <a:extLst>
                    <a:ext uri="{FF2B5EF4-FFF2-40B4-BE49-F238E27FC236}">
                      <a16:creationId xmlns:a16="http://schemas.microsoft.com/office/drawing/2014/main" id="{23C4777A-5849-D1F2-6C30-517228596DB2}"/>
                    </a:ext>
                  </a:extLst>
                </p14:cNvPr>
                <p14:cNvContentPartPr/>
                <p14:nvPr/>
              </p14:nvContentPartPr>
              <p14:xfrm>
                <a:off x="835196" y="5069387"/>
                <a:ext cx="105120" cy="262800"/>
              </p14:xfrm>
            </p:contentPart>
          </mc:Choice>
          <mc:Fallback xmlns="">
            <p:pic>
              <p:nvPicPr>
                <p:cNvPr id="43" name="Ink 42">
                  <a:extLst>
                    <a:ext uri="{FF2B5EF4-FFF2-40B4-BE49-F238E27FC236}">
                      <a16:creationId xmlns:a16="http://schemas.microsoft.com/office/drawing/2014/main" id="{23C4777A-5849-D1F2-6C30-517228596DB2}"/>
                    </a:ext>
                  </a:extLst>
                </p:cNvPr>
                <p:cNvPicPr/>
                <p:nvPr/>
              </p:nvPicPr>
              <p:blipFill>
                <a:blip r:embed="rId37"/>
                <a:stretch>
                  <a:fillRect/>
                </a:stretch>
              </p:blipFill>
              <p:spPr>
                <a:xfrm>
                  <a:off x="829076" y="5063267"/>
                  <a:ext cx="117360" cy="275040"/>
                </a:xfrm>
                <a:prstGeom prst="rect">
                  <a:avLst/>
                </a:prstGeom>
              </p:spPr>
            </p:pic>
          </mc:Fallback>
        </mc:AlternateContent>
      </p:grpSp>
      <p:grpSp>
        <p:nvGrpSpPr>
          <p:cNvPr id="48" name="Group 47">
            <a:extLst>
              <a:ext uri="{FF2B5EF4-FFF2-40B4-BE49-F238E27FC236}">
                <a16:creationId xmlns:a16="http://schemas.microsoft.com/office/drawing/2014/main" id="{DFA62E9A-6977-0FFA-B347-B5B39E899D17}"/>
              </a:ext>
            </a:extLst>
          </p:cNvPr>
          <p:cNvGrpSpPr/>
          <p:nvPr/>
        </p:nvGrpSpPr>
        <p:grpSpPr>
          <a:xfrm>
            <a:off x="9426596" y="1692947"/>
            <a:ext cx="630720" cy="372240"/>
            <a:chOff x="9426596" y="1692947"/>
            <a:chExt cx="630720" cy="372240"/>
          </a:xfrm>
        </p:grpSpPr>
        <mc:AlternateContent xmlns:mc="http://schemas.openxmlformats.org/markup-compatibility/2006" xmlns:p14="http://schemas.microsoft.com/office/powerpoint/2010/main">
          <mc:Choice Requires="p14">
            <p:contentPart p14:bwMode="auto" r:id="rId38">
              <p14:nvContentPartPr>
                <p14:cNvPr id="45" name="Ink 44">
                  <a:extLst>
                    <a:ext uri="{FF2B5EF4-FFF2-40B4-BE49-F238E27FC236}">
                      <a16:creationId xmlns:a16="http://schemas.microsoft.com/office/drawing/2014/main" id="{A93DFB99-6F12-AF09-B6CF-D307F03002CB}"/>
                    </a:ext>
                  </a:extLst>
                </p14:cNvPr>
                <p14:cNvContentPartPr/>
                <p14:nvPr/>
              </p14:nvContentPartPr>
              <p14:xfrm>
                <a:off x="9426596" y="1692947"/>
                <a:ext cx="216720" cy="372240"/>
              </p14:xfrm>
            </p:contentPart>
          </mc:Choice>
          <mc:Fallback xmlns="">
            <p:pic>
              <p:nvPicPr>
                <p:cNvPr id="45" name="Ink 44">
                  <a:extLst>
                    <a:ext uri="{FF2B5EF4-FFF2-40B4-BE49-F238E27FC236}">
                      <a16:creationId xmlns:a16="http://schemas.microsoft.com/office/drawing/2014/main" id="{A93DFB99-6F12-AF09-B6CF-D307F03002CB}"/>
                    </a:ext>
                  </a:extLst>
                </p:cNvPr>
                <p:cNvPicPr/>
                <p:nvPr/>
              </p:nvPicPr>
              <p:blipFill>
                <a:blip r:embed="rId39"/>
                <a:stretch>
                  <a:fillRect/>
                </a:stretch>
              </p:blipFill>
              <p:spPr>
                <a:xfrm>
                  <a:off x="9420476" y="1686827"/>
                  <a:ext cx="228960" cy="38448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46" name="Ink 45">
                  <a:extLst>
                    <a:ext uri="{FF2B5EF4-FFF2-40B4-BE49-F238E27FC236}">
                      <a16:creationId xmlns:a16="http://schemas.microsoft.com/office/drawing/2014/main" id="{DD50ACA4-F4F8-319E-092F-01C00F5C76B7}"/>
                    </a:ext>
                  </a:extLst>
                </p14:cNvPr>
                <p14:cNvContentPartPr/>
                <p14:nvPr/>
              </p14:nvContentPartPr>
              <p14:xfrm>
                <a:off x="9809276" y="1734347"/>
                <a:ext cx="144360" cy="244080"/>
              </p14:xfrm>
            </p:contentPart>
          </mc:Choice>
          <mc:Fallback xmlns="">
            <p:pic>
              <p:nvPicPr>
                <p:cNvPr id="46" name="Ink 45">
                  <a:extLst>
                    <a:ext uri="{FF2B5EF4-FFF2-40B4-BE49-F238E27FC236}">
                      <a16:creationId xmlns:a16="http://schemas.microsoft.com/office/drawing/2014/main" id="{DD50ACA4-F4F8-319E-092F-01C00F5C76B7}"/>
                    </a:ext>
                  </a:extLst>
                </p:cNvPr>
                <p:cNvPicPr/>
                <p:nvPr/>
              </p:nvPicPr>
              <p:blipFill>
                <a:blip r:embed="rId41"/>
                <a:stretch>
                  <a:fillRect/>
                </a:stretch>
              </p:blipFill>
              <p:spPr>
                <a:xfrm>
                  <a:off x="9803156" y="1728227"/>
                  <a:ext cx="15660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47" name="Ink 46">
                  <a:extLst>
                    <a:ext uri="{FF2B5EF4-FFF2-40B4-BE49-F238E27FC236}">
                      <a16:creationId xmlns:a16="http://schemas.microsoft.com/office/drawing/2014/main" id="{B75083D9-38B2-A987-E0A3-57A038716AA7}"/>
                    </a:ext>
                  </a:extLst>
                </p14:cNvPr>
                <p14:cNvContentPartPr/>
                <p14:nvPr/>
              </p14:nvContentPartPr>
              <p14:xfrm>
                <a:off x="9809996" y="1878347"/>
                <a:ext cx="247320" cy="41040"/>
              </p14:xfrm>
            </p:contentPart>
          </mc:Choice>
          <mc:Fallback xmlns="">
            <p:pic>
              <p:nvPicPr>
                <p:cNvPr id="47" name="Ink 46">
                  <a:extLst>
                    <a:ext uri="{FF2B5EF4-FFF2-40B4-BE49-F238E27FC236}">
                      <a16:creationId xmlns:a16="http://schemas.microsoft.com/office/drawing/2014/main" id="{B75083D9-38B2-A987-E0A3-57A038716AA7}"/>
                    </a:ext>
                  </a:extLst>
                </p:cNvPr>
                <p:cNvPicPr/>
                <p:nvPr/>
              </p:nvPicPr>
              <p:blipFill>
                <a:blip r:embed="rId43"/>
                <a:stretch>
                  <a:fillRect/>
                </a:stretch>
              </p:blipFill>
              <p:spPr>
                <a:xfrm>
                  <a:off x="9803876" y="1872227"/>
                  <a:ext cx="259560" cy="53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4">
            <p14:nvContentPartPr>
              <p14:cNvPr id="49" name="Ink 48">
                <a:extLst>
                  <a:ext uri="{FF2B5EF4-FFF2-40B4-BE49-F238E27FC236}">
                    <a16:creationId xmlns:a16="http://schemas.microsoft.com/office/drawing/2014/main" id="{CCD845DD-06BB-385D-9A56-CBF885E2A745}"/>
                  </a:ext>
                </a:extLst>
              </p14:cNvPr>
              <p14:cNvContentPartPr/>
              <p14:nvPr/>
            </p14:nvContentPartPr>
            <p14:xfrm>
              <a:off x="5892476" y="3149507"/>
              <a:ext cx="440640" cy="439560"/>
            </p14:xfrm>
          </p:contentPart>
        </mc:Choice>
        <mc:Fallback xmlns="">
          <p:pic>
            <p:nvPicPr>
              <p:cNvPr id="49" name="Ink 48">
                <a:extLst>
                  <a:ext uri="{FF2B5EF4-FFF2-40B4-BE49-F238E27FC236}">
                    <a16:creationId xmlns:a16="http://schemas.microsoft.com/office/drawing/2014/main" id="{CCD845DD-06BB-385D-9A56-CBF885E2A745}"/>
                  </a:ext>
                </a:extLst>
              </p:cNvPr>
              <p:cNvPicPr/>
              <p:nvPr/>
            </p:nvPicPr>
            <p:blipFill>
              <a:blip r:embed="rId45"/>
              <a:stretch>
                <a:fillRect/>
              </a:stretch>
            </p:blipFill>
            <p:spPr>
              <a:xfrm>
                <a:off x="5886356" y="3143387"/>
                <a:ext cx="452880" cy="4518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50" name="Ink 49">
                <a:extLst>
                  <a:ext uri="{FF2B5EF4-FFF2-40B4-BE49-F238E27FC236}">
                    <a16:creationId xmlns:a16="http://schemas.microsoft.com/office/drawing/2014/main" id="{5D7D6D4B-8E83-AA79-8B8B-778BA2498E71}"/>
                  </a:ext>
                </a:extLst>
              </p14:cNvPr>
              <p14:cNvContentPartPr/>
              <p14:nvPr/>
            </p14:nvContentPartPr>
            <p14:xfrm>
              <a:off x="5156636" y="4018907"/>
              <a:ext cx="442800" cy="366480"/>
            </p14:xfrm>
          </p:contentPart>
        </mc:Choice>
        <mc:Fallback xmlns="">
          <p:pic>
            <p:nvPicPr>
              <p:cNvPr id="50" name="Ink 49">
                <a:extLst>
                  <a:ext uri="{FF2B5EF4-FFF2-40B4-BE49-F238E27FC236}">
                    <a16:creationId xmlns:a16="http://schemas.microsoft.com/office/drawing/2014/main" id="{5D7D6D4B-8E83-AA79-8B8B-778BA2498E71}"/>
                  </a:ext>
                </a:extLst>
              </p:cNvPr>
              <p:cNvPicPr/>
              <p:nvPr/>
            </p:nvPicPr>
            <p:blipFill>
              <a:blip r:embed="rId47"/>
              <a:stretch>
                <a:fillRect/>
              </a:stretch>
            </p:blipFill>
            <p:spPr>
              <a:xfrm>
                <a:off x="5150516" y="4012787"/>
                <a:ext cx="455040" cy="378720"/>
              </a:xfrm>
              <a:prstGeom prst="rect">
                <a:avLst/>
              </a:prstGeom>
            </p:spPr>
          </p:pic>
        </mc:Fallback>
      </mc:AlternateContent>
      <p:grpSp>
        <p:nvGrpSpPr>
          <p:cNvPr id="52" name="Group 51">
            <a:extLst>
              <a:ext uri="{FF2B5EF4-FFF2-40B4-BE49-F238E27FC236}">
                <a16:creationId xmlns:a16="http://schemas.microsoft.com/office/drawing/2014/main" id="{F12EC55E-4BB7-593E-35ED-260A2E5ADE8C}"/>
              </a:ext>
            </a:extLst>
          </p:cNvPr>
          <p:cNvGrpSpPr/>
          <p:nvPr/>
        </p:nvGrpSpPr>
        <p:grpSpPr>
          <a:xfrm>
            <a:off x="462956" y="2527787"/>
            <a:ext cx="1631160" cy="466200"/>
            <a:chOff x="462956" y="2527787"/>
            <a:chExt cx="1631160" cy="466200"/>
          </a:xfrm>
        </p:grpSpPr>
        <mc:AlternateContent xmlns:mc="http://schemas.openxmlformats.org/markup-compatibility/2006" xmlns:p14="http://schemas.microsoft.com/office/powerpoint/2010/main">
          <mc:Choice Requires="p14">
            <p:contentPart p14:bwMode="auto" r:id="rId48">
              <p14:nvContentPartPr>
                <p14:cNvPr id="30" name="Ink 29">
                  <a:extLst>
                    <a:ext uri="{FF2B5EF4-FFF2-40B4-BE49-F238E27FC236}">
                      <a16:creationId xmlns:a16="http://schemas.microsoft.com/office/drawing/2014/main" id="{8936CBFA-EF92-219A-6FBB-8DCCAD4AD402}"/>
                    </a:ext>
                  </a:extLst>
                </p14:cNvPr>
                <p14:cNvContentPartPr/>
                <p14:nvPr/>
              </p14:nvContentPartPr>
              <p14:xfrm>
                <a:off x="462956" y="2678987"/>
                <a:ext cx="700200" cy="315000"/>
              </p14:xfrm>
            </p:contentPart>
          </mc:Choice>
          <mc:Fallback xmlns="">
            <p:pic>
              <p:nvPicPr>
                <p:cNvPr id="30" name="Ink 29">
                  <a:extLst>
                    <a:ext uri="{FF2B5EF4-FFF2-40B4-BE49-F238E27FC236}">
                      <a16:creationId xmlns:a16="http://schemas.microsoft.com/office/drawing/2014/main" id="{8936CBFA-EF92-219A-6FBB-8DCCAD4AD402}"/>
                    </a:ext>
                  </a:extLst>
                </p:cNvPr>
                <p:cNvPicPr/>
                <p:nvPr/>
              </p:nvPicPr>
              <p:blipFill>
                <a:blip r:embed="rId49"/>
                <a:stretch>
                  <a:fillRect/>
                </a:stretch>
              </p:blipFill>
              <p:spPr>
                <a:xfrm>
                  <a:off x="456836" y="2672867"/>
                  <a:ext cx="712440" cy="3272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1" name="Ink 30">
                  <a:extLst>
                    <a:ext uri="{FF2B5EF4-FFF2-40B4-BE49-F238E27FC236}">
                      <a16:creationId xmlns:a16="http://schemas.microsoft.com/office/drawing/2014/main" id="{25952275-AA8A-AB3F-33E6-7505FD0D25DF}"/>
                    </a:ext>
                  </a:extLst>
                </p14:cNvPr>
                <p14:cNvContentPartPr/>
                <p14:nvPr/>
              </p14:nvContentPartPr>
              <p14:xfrm>
                <a:off x="1455836" y="2551187"/>
                <a:ext cx="15120" cy="215280"/>
              </p14:xfrm>
            </p:contentPart>
          </mc:Choice>
          <mc:Fallback xmlns="">
            <p:pic>
              <p:nvPicPr>
                <p:cNvPr id="31" name="Ink 30">
                  <a:extLst>
                    <a:ext uri="{FF2B5EF4-FFF2-40B4-BE49-F238E27FC236}">
                      <a16:creationId xmlns:a16="http://schemas.microsoft.com/office/drawing/2014/main" id="{25952275-AA8A-AB3F-33E6-7505FD0D25DF}"/>
                    </a:ext>
                  </a:extLst>
                </p:cNvPr>
                <p:cNvPicPr/>
                <p:nvPr/>
              </p:nvPicPr>
              <p:blipFill>
                <a:blip r:embed="rId51"/>
                <a:stretch>
                  <a:fillRect/>
                </a:stretch>
              </p:blipFill>
              <p:spPr>
                <a:xfrm>
                  <a:off x="1449716" y="2545067"/>
                  <a:ext cx="2736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2" name="Ink 31">
                  <a:extLst>
                    <a:ext uri="{FF2B5EF4-FFF2-40B4-BE49-F238E27FC236}">
                      <a16:creationId xmlns:a16="http://schemas.microsoft.com/office/drawing/2014/main" id="{2D5D9288-CC95-A200-DC63-AC876DBFDC90}"/>
                    </a:ext>
                  </a:extLst>
                </p14:cNvPr>
                <p14:cNvContentPartPr/>
                <p14:nvPr/>
              </p14:nvContentPartPr>
              <p14:xfrm>
                <a:off x="1569236" y="2527787"/>
                <a:ext cx="338040" cy="214560"/>
              </p14:xfrm>
            </p:contentPart>
          </mc:Choice>
          <mc:Fallback xmlns="">
            <p:pic>
              <p:nvPicPr>
                <p:cNvPr id="32" name="Ink 31">
                  <a:extLst>
                    <a:ext uri="{FF2B5EF4-FFF2-40B4-BE49-F238E27FC236}">
                      <a16:creationId xmlns:a16="http://schemas.microsoft.com/office/drawing/2014/main" id="{2D5D9288-CC95-A200-DC63-AC876DBFDC90}"/>
                    </a:ext>
                  </a:extLst>
                </p:cNvPr>
                <p:cNvPicPr/>
                <p:nvPr/>
              </p:nvPicPr>
              <p:blipFill>
                <a:blip r:embed="rId53"/>
                <a:stretch>
                  <a:fillRect/>
                </a:stretch>
              </p:blipFill>
              <p:spPr>
                <a:xfrm>
                  <a:off x="1563116" y="2521667"/>
                  <a:ext cx="350280" cy="22680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51" name="Ink 50">
                  <a:extLst>
                    <a:ext uri="{FF2B5EF4-FFF2-40B4-BE49-F238E27FC236}">
                      <a16:creationId xmlns:a16="http://schemas.microsoft.com/office/drawing/2014/main" id="{6A6701ED-DA78-B420-F230-05A4E5531EA9}"/>
                    </a:ext>
                  </a:extLst>
                </p14:cNvPr>
                <p14:cNvContentPartPr/>
                <p14:nvPr/>
              </p14:nvContentPartPr>
              <p14:xfrm>
                <a:off x="1433516" y="2828387"/>
                <a:ext cx="660600" cy="95760"/>
              </p14:xfrm>
            </p:contentPart>
          </mc:Choice>
          <mc:Fallback xmlns="">
            <p:pic>
              <p:nvPicPr>
                <p:cNvPr id="51" name="Ink 50">
                  <a:extLst>
                    <a:ext uri="{FF2B5EF4-FFF2-40B4-BE49-F238E27FC236}">
                      <a16:creationId xmlns:a16="http://schemas.microsoft.com/office/drawing/2014/main" id="{6A6701ED-DA78-B420-F230-05A4E5531EA9}"/>
                    </a:ext>
                  </a:extLst>
                </p:cNvPr>
                <p:cNvPicPr/>
                <p:nvPr/>
              </p:nvPicPr>
              <p:blipFill>
                <a:blip r:embed="rId55"/>
                <a:stretch>
                  <a:fillRect/>
                </a:stretch>
              </p:blipFill>
              <p:spPr>
                <a:xfrm>
                  <a:off x="1427396" y="2822267"/>
                  <a:ext cx="672840" cy="108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6">
            <p14:nvContentPartPr>
              <p14:cNvPr id="53" name="Ink 52">
                <a:extLst>
                  <a:ext uri="{FF2B5EF4-FFF2-40B4-BE49-F238E27FC236}">
                    <a16:creationId xmlns:a16="http://schemas.microsoft.com/office/drawing/2014/main" id="{588BAEBE-621E-D34E-D322-9A96BFE77AE9}"/>
                  </a:ext>
                </a:extLst>
              </p14:cNvPr>
              <p14:cNvContentPartPr/>
              <p14:nvPr/>
            </p14:nvContentPartPr>
            <p14:xfrm>
              <a:off x="6366956" y="4119707"/>
              <a:ext cx="405360" cy="68760"/>
            </p14:xfrm>
          </p:contentPart>
        </mc:Choice>
        <mc:Fallback xmlns="">
          <p:pic>
            <p:nvPicPr>
              <p:cNvPr id="53" name="Ink 52">
                <a:extLst>
                  <a:ext uri="{FF2B5EF4-FFF2-40B4-BE49-F238E27FC236}">
                    <a16:creationId xmlns:a16="http://schemas.microsoft.com/office/drawing/2014/main" id="{588BAEBE-621E-D34E-D322-9A96BFE77AE9}"/>
                  </a:ext>
                </a:extLst>
              </p:cNvPr>
              <p:cNvPicPr/>
              <p:nvPr/>
            </p:nvPicPr>
            <p:blipFill>
              <a:blip r:embed="rId57"/>
              <a:stretch>
                <a:fillRect/>
              </a:stretch>
            </p:blipFill>
            <p:spPr>
              <a:xfrm>
                <a:off x="6360836" y="4113587"/>
                <a:ext cx="417600" cy="81000"/>
              </a:xfrm>
              <a:prstGeom prst="rect">
                <a:avLst/>
              </a:prstGeom>
            </p:spPr>
          </p:pic>
        </mc:Fallback>
      </mc:AlternateContent>
      <p:grpSp>
        <p:nvGrpSpPr>
          <p:cNvPr id="56" name="Group 55">
            <a:extLst>
              <a:ext uri="{FF2B5EF4-FFF2-40B4-BE49-F238E27FC236}">
                <a16:creationId xmlns:a16="http://schemas.microsoft.com/office/drawing/2014/main" id="{8C47F9D9-D520-58B4-A6BA-8114D15D64D6}"/>
              </a:ext>
            </a:extLst>
          </p:cNvPr>
          <p:cNvGrpSpPr/>
          <p:nvPr/>
        </p:nvGrpSpPr>
        <p:grpSpPr>
          <a:xfrm>
            <a:off x="10150556" y="1670987"/>
            <a:ext cx="347400" cy="508680"/>
            <a:chOff x="10150556" y="1670987"/>
            <a:chExt cx="347400" cy="508680"/>
          </a:xfrm>
        </p:grpSpPr>
        <mc:AlternateContent xmlns:mc="http://schemas.openxmlformats.org/markup-compatibility/2006" xmlns:p14="http://schemas.microsoft.com/office/powerpoint/2010/main">
          <mc:Choice Requires="p14">
            <p:contentPart p14:bwMode="auto" r:id="rId58">
              <p14:nvContentPartPr>
                <p14:cNvPr id="54" name="Ink 53">
                  <a:extLst>
                    <a:ext uri="{FF2B5EF4-FFF2-40B4-BE49-F238E27FC236}">
                      <a16:creationId xmlns:a16="http://schemas.microsoft.com/office/drawing/2014/main" id="{824054E9-FC85-49D6-FE70-43C852382BDD}"/>
                    </a:ext>
                  </a:extLst>
                </p14:cNvPr>
                <p14:cNvContentPartPr/>
                <p14:nvPr/>
              </p14:nvContentPartPr>
              <p14:xfrm>
                <a:off x="10150556" y="1986707"/>
                <a:ext cx="32760" cy="192960"/>
              </p14:xfrm>
            </p:contentPart>
          </mc:Choice>
          <mc:Fallback xmlns="">
            <p:pic>
              <p:nvPicPr>
                <p:cNvPr id="54" name="Ink 53">
                  <a:extLst>
                    <a:ext uri="{FF2B5EF4-FFF2-40B4-BE49-F238E27FC236}">
                      <a16:creationId xmlns:a16="http://schemas.microsoft.com/office/drawing/2014/main" id="{824054E9-FC85-49D6-FE70-43C852382BDD}"/>
                    </a:ext>
                  </a:extLst>
                </p:cNvPr>
                <p:cNvPicPr/>
                <p:nvPr/>
              </p:nvPicPr>
              <p:blipFill>
                <a:blip r:embed="rId59"/>
                <a:stretch>
                  <a:fillRect/>
                </a:stretch>
              </p:blipFill>
              <p:spPr>
                <a:xfrm>
                  <a:off x="10144436" y="1980587"/>
                  <a:ext cx="4500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55" name="Ink 54">
                  <a:extLst>
                    <a:ext uri="{FF2B5EF4-FFF2-40B4-BE49-F238E27FC236}">
                      <a16:creationId xmlns:a16="http://schemas.microsoft.com/office/drawing/2014/main" id="{4750B90B-9F99-9576-589C-DEB083E4D0B3}"/>
                    </a:ext>
                  </a:extLst>
                </p14:cNvPr>
                <p14:cNvContentPartPr/>
                <p14:nvPr/>
              </p14:nvContentPartPr>
              <p14:xfrm>
                <a:off x="10317596" y="1670987"/>
                <a:ext cx="180360" cy="306000"/>
              </p14:xfrm>
            </p:contentPart>
          </mc:Choice>
          <mc:Fallback xmlns="">
            <p:pic>
              <p:nvPicPr>
                <p:cNvPr id="55" name="Ink 54">
                  <a:extLst>
                    <a:ext uri="{FF2B5EF4-FFF2-40B4-BE49-F238E27FC236}">
                      <a16:creationId xmlns:a16="http://schemas.microsoft.com/office/drawing/2014/main" id="{4750B90B-9F99-9576-589C-DEB083E4D0B3}"/>
                    </a:ext>
                  </a:extLst>
                </p:cNvPr>
                <p:cNvPicPr/>
                <p:nvPr/>
              </p:nvPicPr>
              <p:blipFill>
                <a:blip r:embed="rId61"/>
                <a:stretch>
                  <a:fillRect/>
                </a:stretch>
              </p:blipFill>
              <p:spPr>
                <a:xfrm>
                  <a:off x="10311476" y="1664867"/>
                  <a:ext cx="192600" cy="318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2">
            <p14:nvContentPartPr>
              <p14:cNvPr id="57" name="Ink 56">
                <a:extLst>
                  <a:ext uri="{FF2B5EF4-FFF2-40B4-BE49-F238E27FC236}">
                    <a16:creationId xmlns:a16="http://schemas.microsoft.com/office/drawing/2014/main" id="{747754DA-31E9-237C-0C82-96B4FA7A7C4D}"/>
                  </a:ext>
                </a:extLst>
              </p14:cNvPr>
              <p14:cNvContentPartPr/>
              <p14:nvPr/>
            </p14:nvContentPartPr>
            <p14:xfrm>
              <a:off x="5825516" y="4255787"/>
              <a:ext cx="191880" cy="208800"/>
            </p14:xfrm>
          </p:contentPart>
        </mc:Choice>
        <mc:Fallback xmlns="">
          <p:pic>
            <p:nvPicPr>
              <p:cNvPr id="57" name="Ink 56">
                <a:extLst>
                  <a:ext uri="{FF2B5EF4-FFF2-40B4-BE49-F238E27FC236}">
                    <a16:creationId xmlns:a16="http://schemas.microsoft.com/office/drawing/2014/main" id="{747754DA-31E9-237C-0C82-96B4FA7A7C4D}"/>
                  </a:ext>
                </a:extLst>
              </p:cNvPr>
              <p:cNvPicPr/>
              <p:nvPr/>
            </p:nvPicPr>
            <p:blipFill>
              <a:blip r:embed="rId63"/>
              <a:stretch>
                <a:fillRect/>
              </a:stretch>
            </p:blipFill>
            <p:spPr>
              <a:xfrm>
                <a:off x="5819396" y="4249667"/>
                <a:ext cx="204120" cy="221040"/>
              </a:xfrm>
              <a:prstGeom prst="rect">
                <a:avLst/>
              </a:prstGeom>
            </p:spPr>
          </p:pic>
        </mc:Fallback>
      </mc:AlternateContent>
      <p:grpSp>
        <p:nvGrpSpPr>
          <p:cNvPr id="62" name="Group 61">
            <a:extLst>
              <a:ext uri="{FF2B5EF4-FFF2-40B4-BE49-F238E27FC236}">
                <a16:creationId xmlns:a16="http://schemas.microsoft.com/office/drawing/2014/main" id="{55B58729-8E75-60C2-F1CD-C1A9A16317DB}"/>
              </a:ext>
            </a:extLst>
          </p:cNvPr>
          <p:cNvGrpSpPr/>
          <p:nvPr/>
        </p:nvGrpSpPr>
        <p:grpSpPr>
          <a:xfrm>
            <a:off x="4535996" y="4707227"/>
            <a:ext cx="1051920" cy="1007280"/>
            <a:chOff x="4535996" y="4707227"/>
            <a:chExt cx="1051920" cy="1007280"/>
          </a:xfrm>
        </p:grpSpPr>
        <mc:AlternateContent xmlns:mc="http://schemas.openxmlformats.org/markup-compatibility/2006" xmlns:p14="http://schemas.microsoft.com/office/powerpoint/2010/main">
          <mc:Choice Requires="p14">
            <p:contentPart p14:bwMode="auto" r:id="rId64">
              <p14:nvContentPartPr>
                <p14:cNvPr id="58" name="Ink 57">
                  <a:extLst>
                    <a:ext uri="{FF2B5EF4-FFF2-40B4-BE49-F238E27FC236}">
                      <a16:creationId xmlns:a16="http://schemas.microsoft.com/office/drawing/2014/main" id="{2EF6A7B1-4FD2-CE77-8362-A8B14369145A}"/>
                    </a:ext>
                  </a:extLst>
                </p14:cNvPr>
                <p14:cNvContentPartPr/>
                <p14:nvPr/>
              </p14:nvContentPartPr>
              <p14:xfrm>
                <a:off x="5380196" y="4707227"/>
                <a:ext cx="207720" cy="176760"/>
              </p14:xfrm>
            </p:contentPart>
          </mc:Choice>
          <mc:Fallback xmlns="">
            <p:pic>
              <p:nvPicPr>
                <p:cNvPr id="58" name="Ink 57">
                  <a:extLst>
                    <a:ext uri="{FF2B5EF4-FFF2-40B4-BE49-F238E27FC236}">
                      <a16:creationId xmlns:a16="http://schemas.microsoft.com/office/drawing/2014/main" id="{2EF6A7B1-4FD2-CE77-8362-A8B14369145A}"/>
                    </a:ext>
                  </a:extLst>
                </p:cNvPr>
                <p:cNvPicPr/>
                <p:nvPr/>
              </p:nvPicPr>
              <p:blipFill>
                <a:blip r:embed="rId65"/>
                <a:stretch>
                  <a:fillRect/>
                </a:stretch>
              </p:blipFill>
              <p:spPr>
                <a:xfrm>
                  <a:off x="5374076" y="4701107"/>
                  <a:ext cx="219960" cy="18900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9" name="Ink 58">
                  <a:extLst>
                    <a:ext uri="{FF2B5EF4-FFF2-40B4-BE49-F238E27FC236}">
                      <a16:creationId xmlns:a16="http://schemas.microsoft.com/office/drawing/2014/main" id="{3CF402E9-E4C3-334F-3F08-FE51E142F30B}"/>
                    </a:ext>
                  </a:extLst>
                </p14:cNvPr>
                <p14:cNvContentPartPr/>
                <p14:nvPr/>
              </p14:nvContentPartPr>
              <p14:xfrm>
                <a:off x="5154116" y="4932947"/>
                <a:ext cx="174240" cy="203040"/>
              </p14:xfrm>
            </p:contentPart>
          </mc:Choice>
          <mc:Fallback xmlns="">
            <p:pic>
              <p:nvPicPr>
                <p:cNvPr id="59" name="Ink 58">
                  <a:extLst>
                    <a:ext uri="{FF2B5EF4-FFF2-40B4-BE49-F238E27FC236}">
                      <a16:creationId xmlns:a16="http://schemas.microsoft.com/office/drawing/2014/main" id="{3CF402E9-E4C3-334F-3F08-FE51E142F30B}"/>
                    </a:ext>
                  </a:extLst>
                </p:cNvPr>
                <p:cNvPicPr/>
                <p:nvPr/>
              </p:nvPicPr>
              <p:blipFill>
                <a:blip r:embed="rId67"/>
                <a:stretch>
                  <a:fillRect/>
                </a:stretch>
              </p:blipFill>
              <p:spPr>
                <a:xfrm>
                  <a:off x="5147996" y="4926827"/>
                  <a:ext cx="186480" cy="2152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60" name="Ink 59">
                  <a:extLst>
                    <a:ext uri="{FF2B5EF4-FFF2-40B4-BE49-F238E27FC236}">
                      <a16:creationId xmlns:a16="http://schemas.microsoft.com/office/drawing/2014/main" id="{128CE47C-43F9-69AD-1CC3-62B6C553B0BD}"/>
                    </a:ext>
                  </a:extLst>
                </p14:cNvPr>
                <p14:cNvContentPartPr/>
                <p14:nvPr/>
              </p14:nvContentPartPr>
              <p14:xfrm>
                <a:off x="4535996" y="5281067"/>
                <a:ext cx="631440" cy="433440"/>
              </p14:xfrm>
            </p:contentPart>
          </mc:Choice>
          <mc:Fallback xmlns="">
            <p:pic>
              <p:nvPicPr>
                <p:cNvPr id="60" name="Ink 59">
                  <a:extLst>
                    <a:ext uri="{FF2B5EF4-FFF2-40B4-BE49-F238E27FC236}">
                      <a16:creationId xmlns:a16="http://schemas.microsoft.com/office/drawing/2014/main" id="{128CE47C-43F9-69AD-1CC3-62B6C553B0BD}"/>
                    </a:ext>
                  </a:extLst>
                </p:cNvPr>
                <p:cNvPicPr/>
                <p:nvPr/>
              </p:nvPicPr>
              <p:blipFill>
                <a:blip r:embed="rId69"/>
                <a:stretch>
                  <a:fillRect/>
                </a:stretch>
              </p:blipFill>
              <p:spPr>
                <a:xfrm>
                  <a:off x="4529876" y="5274947"/>
                  <a:ext cx="643680" cy="4456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61" name="Ink 60">
                  <a:extLst>
                    <a:ext uri="{FF2B5EF4-FFF2-40B4-BE49-F238E27FC236}">
                      <a16:creationId xmlns:a16="http://schemas.microsoft.com/office/drawing/2014/main" id="{F10FA368-A376-DAD3-E0E6-FB5D699CCA32}"/>
                    </a:ext>
                  </a:extLst>
                </p14:cNvPr>
                <p14:cNvContentPartPr/>
                <p14:nvPr/>
              </p14:nvContentPartPr>
              <p14:xfrm>
                <a:off x="4688636" y="4876427"/>
                <a:ext cx="719280" cy="783000"/>
              </p14:xfrm>
            </p:contentPart>
          </mc:Choice>
          <mc:Fallback xmlns="">
            <p:pic>
              <p:nvPicPr>
                <p:cNvPr id="61" name="Ink 60">
                  <a:extLst>
                    <a:ext uri="{FF2B5EF4-FFF2-40B4-BE49-F238E27FC236}">
                      <a16:creationId xmlns:a16="http://schemas.microsoft.com/office/drawing/2014/main" id="{F10FA368-A376-DAD3-E0E6-FB5D699CCA32}"/>
                    </a:ext>
                  </a:extLst>
                </p:cNvPr>
                <p:cNvPicPr/>
                <p:nvPr/>
              </p:nvPicPr>
              <p:blipFill>
                <a:blip r:embed="rId71"/>
                <a:stretch>
                  <a:fillRect/>
                </a:stretch>
              </p:blipFill>
              <p:spPr>
                <a:xfrm>
                  <a:off x="4682516" y="4870307"/>
                  <a:ext cx="731520" cy="795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2">
            <p14:nvContentPartPr>
              <p14:cNvPr id="63" name="Ink 62">
                <a:extLst>
                  <a:ext uri="{FF2B5EF4-FFF2-40B4-BE49-F238E27FC236}">
                    <a16:creationId xmlns:a16="http://schemas.microsoft.com/office/drawing/2014/main" id="{2E9A340A-D587-44BF-37FF-501CDF2EC2BA}"/>
                  </a:ext>
                </a:extLst>
              </p14:cNvPr>
              <p14:cNvContentPartPr/>
              <p14:nvPr/>
            </p14:nvContentPartPr>
            <p14:xfrm>
              <a:off x="3894476" y="1289747"/>
              <a:ext cx="135720" cy="42480"/>
            </p14:xfrm>
          </p:contentPart>
        </mc:Choice>
        <mc:Fallback xmlns="">
          <p:pic>
            <p:nvPicPr>
              <p:cNvPr id="63" name="Ink 62">
                <a:extLst>
                  <a:ext uri="{FF2B5EF4-FFF2-40B4-BE49-F238E27FC236}">
                    <a16:creationId xmlns:a16="http://schemas.microsoft.com/office/drawing/2014/main" id="{2E9A340A-D587-44BF-37FF-501CDF2EC2BA}"/>
                  </a:ext>
                </a:extLst>
              </p:cNvPr>
              <p:cNvPicPr/>
              <p:nvPr/>
            </p:nvPicPr>
            <p:blipFill>
              <a:blip r:embed="rId73"/>
              <a:stretch>
                <a:fillRect/>
              </a:stretch>
            </p:blipFill>
            <p:spPr>
              <a:xfrm>
                <a:off x="3888356" y="1283627"/>
                <a:ext cx="147960" cy="547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64" name="Ink 63">
                <a:extLst>
                  <a:ext uri="{FF2B5EF4-FFF2-40B4-BE49-F238E27FC236}">
                    <a16:creationId xmlns:a16="http://schemas.microsoft.com/office/drawing/2014/main" id="{7EBB4884-F2BB-C661-B23F-2301CB152B43}"/>
                  </a:ext>
                </a:extLst>
              </p14:cNvPr>
              <p14:cNvContentPartPr/>
              <p14:nvPr/>
            </p14:nvContentPartPr>
            <p14:xfrm>
              <a:off x="6022436" y="5667347"/>
              <a:ext cx="246600" cy="56520"/>
            </p14:xfrm>
          </p:contentPart>
        </mc:Choice>
        <mc:Fallback xmlns="">
          <p:pic>
            <p:nvPicPr>
              <p:cNvPr id="64" name="Ink 63">
                <a:extLst>
                  <a:ext uri="{FF2B5EF4-FFF2-40B4-BE49-F238E27FC236}">
                    <a16:creationId xmlns:a16="http://schemas.microsoft.com/office/drawing/2014/main" id="{7EBB4884-F2BB-C661-B23F-2301CB152B43}"/>
                  </a:ext>
                </a:extLst>
              </p:cNvPr>
              <p:cNvPicPr/>
              <p:nvPr/>
            </p:nvPicPr>
            <p:blipFill>
              <a:blip r:embed="rId75"/>
              <a:stretch>
                <a:fillRect/>
              </a:stretch>
            </p:blipFill>
            <p:spPr>
              <a:xfrm>
                <a:off x="6016316" y="5661227"/>
                <a:ext cx="258840" cy="68760"/>
              </a:xfrm>
              <a:prstGeom prst="rect">
                <a:avLst/>
              </a:prstGeom>
            </p:spPr>
          </p:pic>
        </mc:Fallback>
      </mc:AlternateContent>
      <p:grpSp>
        <p:nvGrpSpPr>
          <p:cNvPr id="67" name="Group 66">
            <a:extLst>
              <a:ext uri="{FF2B5EF4-FFF2-40B4-BE49-F238E27FC236}">
                <a16:creationId xmlns:a16="http://schemas.microsoft.com/office/drawing/2014/main" id="{D9D4692C-4D28-6579-9DED-466ACB837498}"/>
              </a:ext>
            </a:extLst>
          </p:cNvPr>
          <p:cNvGrpSpPr/>
          <p:nvPr/>
        </p:nvGrpSpPr>
        <p:grpSpPr>
          <a:xfrm>
            <a:off x="10566716" y="1772147"/>
            <a:ext cx="305280" cy="484920"/>
            <a:chOff x="10566716" y="1772147"/>
            <a:chExt cx="305280" cy="484920"/>
          </a:xfrm>
        </p:grpSpPr>
        <mc:AlternateContent xmlns:mc="http://schemas.openxmlformats.org/markup-compatibility/2006" xmlns:p14="http://schemas.microsoft.com/office/powerpoint/2010/main">
          <mc:Choice Requires="p14">
            <p:contentPart p14:bwMode="auto" r:id="rId76">
              <p14:nvContentPartPr>
                <p14:cNvPr id="65" name="Ink 64">
                  <a:extLst>
                    <a:ext uri="{FF2B5EF4-FFF2-40B4-BE49-F238E27FC236}">
                      <a16:creationId xmlns:a16="http://schemas.microsoft.com/office/drawing/2014/main" id="{A4A719D0-81CB-C996-F900-658EFE49BCA5}"/>
                    </a:ext>
                  </a:extLst>
                </p14:cNvPr>
                <p14:cNvContentPartPr/>
                <p14:nvPr/>
              </p14:nvContentPartPr>
              <p14:xfrm>
                <a:off x="10566716" y="1997867"/>
                <a:ext cx="44640" cy="259200"/>
              </p14:xfrm>
            </p:contentPart>
          </mc:Choice>
          <mc:Fallback xmlns="">
            <p:pic>
              <p:nvPicPr>
                <p:cNvPr id="65" name="Ink 64">
                  <a:extLst>
                    <a:ext uri="{FF2B5EF4-FFF2-40B4-BE49-F238E27FC236}">
                      <a16:creationId xmlns:a16="http://schemas.microsoft.com/office/drawing/2014/main" id="{A4A719D0-81CB-C996-F900-658EFE49BCA5}"/>
                    </a:ext>
                  </a:extLst>
                </p:cNvPr>
                <p:cNvPicPr/>
                <p:nvPr/>
              </p:nvPicPr>
              <p:blipFill>
                <a:blip r:embed="rId77"/>
                <a:stretch>
                  <a:fillRect/>
                </a:stretch>
              </p:blipFill>
              <p:spPr>
                <a:xfrm>
                  <a:off x="10560596" y="1991747"/>
                  <a:ext cx="56880" cy="2714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66" name="Ink 65">
                  <a:extLst>
                    <a:ext uri="{FF2B5EF4-FFF2-40B4-BE49-F238E27FC236}">
                      <a16:creationId xmlns:a16="http://schemas.microsoft.com/office/drawing/2014/main" id="{CD87635F-AE63-205B-C6DA-A1A64E7483FB}"/>
                    </a:ext>
                  </a:extLst>
                </p14:cNvPr>
                <p14:cNvContentPartPr/>
                <p14:nvPr/>
              </p14:nvContentPartPr>
              <p14:xfrm>
                <a:off x="10733756" y="1772147"/>
                <a:ext cx="138240" cy="217440"/>
              </p14:xfrm>
            </p:contentPart>
          </mc:Choice>
          <mc:Fallback xmlns="">
            <p:pic>
              <p:nvPicPr>
                <p:cNvPr id="66" name="Ink 65">
                  <a:extLst>
                    <a:ext uri="{FF2B5EF4-FFF2-40B4-BE49-F238E27FC236}">
                      <a16:creationId xmlns:a16="http://schemas.microsoft.com/office/drawing/2014/main" id="{CD87635F-AE63-205B-C6DA-A1A64E7483FB}"/>
                    </a:ext>
                  </a:extLst>
                </p:cNvPr>
                <p:cNvPicPr/>
                <p:nvPr/>
              </p:nvPicPr>
              <p:blipFill>
                <a:blip r:embed="rId79"/>
                <a:stretch>
                  <a:fillRect/>
                </a:stretch>
              </p:blipFill>
              <p:spPr>
                <a:xfrm>
                  <a:off x="10727636" y="1766027"/>
                  <a:ext cx="150480" cy="2296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80">
            <p14:nvContentPartPr>
              <p14:cNvPr id="68" name="Ink 67">
                <a:extLst>
                  <a:ext uri="{FF2B5EF4-FFF2-40B4-BE49-F238E27FC236}">
                    <a16:creationId xmlns:a16="http://schemas.microsoft.com/office/drawing/2014/main" id="{64C36269-3DE9-1CFB-6191-F6320B50920F}"/>
                  </a:ext>
                </a:extLst>
              </p14:cNvPr>
              <p14:cNvContentPartPr/>
              <p14:nvPr/>
            </p14:nvContentPartPr>
            <p14:xfrm>
              <a:off x="6502316" y="4955267"/>
              <a:ext cx="198360" cy="441000"/>
            </p14:xfrm>
          </p:contentPart>
        </mc:Choice>
        <mc:Fallback xmlns="">
          <p:pic>
            <p:nvPicPr>
              <p:cNvPr id="68" name="Ink 67">
                <a:extLst>
                  <a:ext uri="{FF2B5EF4-FFF2-40B4-BE49-F238E27FC236}">
                    <a16:creationId xmlns:a16="http://schemas.microsoft.com/office/drawing/2014/main" id="{64C36269-3DE9-1CFB-6191-F6320B50920F}"/>
                  </a:ext>
                </a:extLst>
              </p:cNvPr>
              <p:cNvPicPr/>
              <p:nvPr/>
            </p:nvPicPr>
            <p:blipFill>
              <a:blip r:embed="rId81"/>
              <a:stretch>
                <a:fillRect/>
              </a:stretch>
            </p:blipFill>
            <p:spPr>
              <a:xfrm>
                <a:off x="6496196" y="4949147"/>
                <a:ext cx="210600" cy="453240"/>
              </a:xfrm>
              <a:prstGeom prst="rect">
                <a:avLst/>
              </a:prstGeom>
            </p:spPr>
          </p:pic>
        </mc:Fallback>
      </mc:AlternateContent>
    </p:spTree>
    <p:extLst>
      <p:ext uri="{BB962C8B-B14F-4D97-AF65-F5344CB8AC3E}">
        <p14:creationId xmlns:p14="http://schemas.microsoft.com/office/powerpoint/2010/main" val="36689415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59C947163D0D9438ADFAABD5D135A8E" ma:contentTypeVersion="14" ma:contentTypeDescription="Create a new document." ma:contentTypeScope="" ma:versionID="4e1af9cc4a66754e05256819fc0cf4eb">
  <xsd:schema xmlns:xsd="http://www.w3.org/2001/XMLSchema" xmlns:xs="http://www.w3.org/2001/XMLSchema" xmlns:p="http://schemas.microsoft.com/office/2006/metadata/properties" xmlns:ns2="4365d7e7-07f8-46ee-9253-0d9db5cf0247" xmlns:ns3="c5e93d4a-e23b-42c8-8ff1-78131b2d8e46" targetNamespace="http://schemas.microsoft.com/office/2006/metadata/properties" ma:root="true" ma:fieldsID="3c80ef98cdf9bd0c93d5f9836eb0b425" ns2:_="" ns3:_="">
    <xsd:import namespace="4365d7e7-07f8-46ee-9253-0d9db5cf0247"/>
    <xsd:import namespace="c5e93d4a-e23b-42c8-8ff1-78131b2d8e46"/>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DateTaken"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365d7e7-07f8-46ee-9253-0d9db5cf0247"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2b5eb382-fb55-4e68-ad83-511be951eceb}" ma:internalName="TaxCatchAll" ma:showField="CatchAllData" ma:web="4365d7e7-07f8-46ee-9253-0d9db5cf024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c5e93d4a-e23b-42c8-8ff1-78131b2d8e46"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5b19d95c-03cc-479b-95fc-186cd9d3511f"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5e93d4a-e23b-42c8-8ff1-78131b2d8e46">
      <Terms xmlns="http://schemas.microsoft.com/office/infopath/2007/PartnerControls"/>
    </lcf76f155ced4ddcb4097134ff3c332f>
    <TaxCatchAll xmlns="4365d7e7-07f8-46ee-9253-0d9db5cf0247"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AFFC056-8C0A-4EE9-806F-ED9013E023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365d7e7-07f8-46ee-9253-0d9db5cf0247"/>
    <ds:schemaRef ds:uri="c5e93d4a-e23b-42c8-8ff1-78131b2d8e4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20730CE-E7D2-40C5-A305-786D142F54D1}">
  <ds:schemaRefs>
    <ds:schemaRef ds:uri="http://schemas.microsoft.com/office/2006/metadata/properties"/>
    <ds:schemaRef ds:uri="http://schemas.microsoft.com/office/infopath/2007/PartnerControls"/>
    <ds:schemaRef ds:uri="c5e93d4a-e23b-42c8-8ff1-78131b2d8e46"/>
    <ds:schemaRef ds:uri="4365d7e7-07f8-46ee-9253-0d9db5cf0247"/>
  </ds:schemaRefs>
</ds:datastoreItem>
</file>

<file path=customXml/itemProps3.xml><?xml version="1.0" encoding="utf-8"?>
<ds:datastoreItem xmlns:ds="http://schemas.openxmlformats.org/officeDocument/2006/customXml" ds:itemID="{1DC16456-A05C-4D4E-8E00-2B1FAEBE80A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4166</TotalTime>
  <Words>3164</Words>
  <Application>Microsoft Office PowerPoint</Application>
  <PresentationFormat>Widescreen</PresentationFormat>
  <Paragraphs>829</Paragraphs>
  <Slides>69</Slides>
  <Notes>5</Notes>
  <HiddenSlides>1</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69</vt:i4>
      </vt:variant>
    </vt:vector>
  </HeadingPairs>
  <TitlesOfParts>
    <vt:vector size="78" baseType="lpstr">
      <vt:lpstr>Arial</vt:lpstr>
      <vt:lpstr>Calibri</vt:lpstr>
      <vt:lpstr>Calibri Light</vt:lpstr>
      <vt:lpstr>Cambria Math</vt:lpstr>
      <vt:lpstr>Courier New</vt:lpstr>
      <vt:lpstr>Nunito</vt:lpstr>
      <vt:lpstr>Tahoma</vt:lpstr>
      <vt:lpstr>Wingdings</vt:lpstr>
      <vt:lpstr>Office Theme</vt:lpstr>
      <vt:lpstr>Informed Search - II</vt:lpstr>
      <vt:lpstr>Previous Lecture </vt:lpstr>
      <vt:lpstr>A* Search</vt:lpstr>
      <vt:lpstr>A* (A Star) </vt:lpstr>
      <vt:lpstr>Combining UCS and Greedy</vt:lpstr>
      <vt:lpstr>A* Search</vt:lpstr>
      <vt:lpstr>A* Search: Tree Search</vt:lpstr>
      <vt:lpstr>A* Search: Tree Search</vt:lpstr>
      <vt:lpstr>A* Search: Tree Search</vt:lpstr>
      <vt:lpstr>A* Search: Tree Search</vt:lpstr>
      <vt:lpstr>A* Search: Tree Search</vt:lpstr>
      <vt:lpstr>A* Search: Tree Search</vt:lpstr>
      <vt:lpstr>A* Search: Tree Search</vt:lpstr>
      <vt:lpstr>A* Search: Tree Search</vt:lpstr>
      <vt:lpstr>A* search example</vt:lpstr>
      <vt:lpstr>A* search example</vt:lpstr>
      <vt:lpstr>A* search example</vt:lpstr>
      <vt:lpstr>A* search example</vt:lpstr>
      <vt:lpstr>A* search example</vt:lpstr>
      <vt:lpstr>A* search example</vt:lpstr>
      <vt:lpstr>PowerPoint Presentation</vt:lpstr>
      <vt:lpstr>PowerPoint Presentation</vt:lpstr>
      <vt:lpstr>Is A* Optimal?</vt:lpstr>
      <vt:lpstr>Admissible Heuristic Functions</vt:lpstr>
      <vt:lpstr>Admissible heuristics Examples</vt:lpstr>
      <vt:lpstr>Admissible Heuristic Functions</vt:lpstr>
      <vt:lpstr>PowerPoint Presentation</vt:lpstr>
      <vt:lpstr>A* Search: if h not admissible</vt:lpstr>
      <vt:lpstr>A* Search: Tree Search</vt:lpstr>
      <vt:lpstr>A* Search: Tree Search</vt:lpstr>
      <vt:lpstr>A* Search: Tree Search</vt:lpstr>
      <vt:lpstr>A* Search: Tree Search</vt:lpstr>
      <vt:lpstr>A* Search: Tree Search</vt:lpstr>
      <vt:lpstr>A* Search: Tree Search</vt:lpstr>
      <vt:lpstr>A* Search: Tree Search</vt:lpstr>
      <vt:lpstr>A* Search: Tree Search</vt:lpstr>
      <vt:lpstr>A* Search: Tree Search</vt:lpstr>
      <vt:lpstr>A* Tree Search</vt:lpstr>
      <vt:lpstr>Consistency of Heuristics</vt:lpstr>
      <vt:lpstr>Consistency of Heuristics</vt:lpstr>
      <vt:lpstr>Consistency of Heuristics</vt:lpstr>
      <vt:lpstr>A* Algorithm</vt:lpstr>
      <vt:lpstr>PowerPoint Presentation</vt:lpstr>
      <vt:lpstr>PowerPoint Presentation</vt:lpstr>
      <vt:lpstr>A* Applications</vt:lpstr>
      <vt:lpstr>Properties of A*</vt:lpstr>
      <vt:lpstr>Properties of A*</vt:lpstr>
      <vt:lpstr>Activity</vt:lpstr>
      <vt:lpstr>Iterative deepening A* (IDA*)</vt:lpstr>
      <vt:lpstr>PowerPoint Presentation</vt:lpstr>
      <vt:lpstr>Difference between IDA* and ID-DFS</vt:lpstr>
      <vt:lpstr>Key points</vt:lpstr>
      <vt:lpstr>Evaluation Function</vt:lpstr>
      <vt:lpstr>How IDA* works?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IDA*</vt:lpstr>
      <vt:lpstr>IDA*</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Informed</dc:title>
  <dc:creator>FARHAN DAWOOD</dc:creator>
  <cp:lastModifiedBy>Misbah Naz</cp:lastModifiedBy>
  <cp:revision>145</cp:revision>
  <dcterms:created xsi:type="dcterms:W3CDTF">2019-03-31T13:53:11Z</dcterms:created>
  <dcterms:modified xsi:type="dcterms:W3CDTF">2026-08-19T10:12:49Z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0x010100C59C947163D0D9438ADFAABD5D135A8E</vt:lpwstr>
  </property>
</Properties>
</file>