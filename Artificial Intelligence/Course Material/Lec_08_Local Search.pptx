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7"/>
  </p:notesMasterIdLst>
  <p:sldIdLst>
    <p:sldId id="256" r:id="rId5"/>
    <p:sldId id="330" r:id="rId6"/>
    <p:sldId id="369" r:id="rId7"/>
    <p:sldId id="348" r:id="rId8"/>
    <p:sldId id="266" r:id="rId9"/>
    <p:sldId id="267" r:id="rId10"/>
    <p:sldId id="299" r:id="rId11"/>
    <p:sldId id="268" r:id="rId12"/>
    <p:sldId id="332" r:id="rId13"/>
    <p:sldId id="327" r:id="rId14"/>
    <p:sldId id="377" r:id="rId15"/>
    <p:sldId id="338" r:id="rId16"/>
    <p:sldId id="339" r:id="rId17"/>
    <p:sldId id="378" r:id="rId18"/>
    <p:sldId id="379" r:id="rId19"/>
    <p:sldId id="312" r:id="rId20"/>
    <p:sldId id="323" r:id="rId21"/>
    <p:sldId id="275" r:id="rId22"/>
    <p:sldId id="315" r:id="rId23"/>
    <p:sldId id="314" r:id="rId24"/>
    <p:sldId id="380" r:id="rId25"/>
    <p:sldId id="381" r:id="rId26"/>
    <p:sldId id="382" r:id="rId27"/>
    <p:sldId id="383" r:id="rId28"/>
    <p:sldId id="384" r:id="rId29"/>
    <p:sldId id="385" r:id="rId30"/>
    <p:sldId id="350" r:id="rId31"/>
    <p:sldId id="318" r:id="rId32"/>
    <p:sldId id="386" r:id="rId33"/>
    <p:sldId id="371" r:id="rId34"/>
    <p:sldId id="372" r:id="rId35"/>
    <p:sldId id="370" r:id="rId36"/>
    <p:sldId id="387" r:id="rId37"/>
    <p:sldId id="354" r:id="rId38"/>
    <p:sldId id="355" r:id="rId39"/>
    <p:sldId id="356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7" r:id="rId50"/>
    <p:sldId id="368" r:id="rId51"/>
    <p:sldId id="263" r:id="rId52"/>
    <p:sldId id="276" r:id="rId53"/>
    <p:sldId id="333" r:id="rId54"/>
    <p:sldId id="292" r:id="rId55"/>
    <p:sldId id="293" r:id="rId56"/>
    <p:sldId id="309" r:id="rId57"/>
    <p:sldId id="336" r:id="rId58"/>
    <p:sldId id="294" r:id="rId59"/>
    <p:sldId id="389" r:id="rId60"/>
    <p:sldId id="353" r:id="rId61"/>
    <p:sldId id="347" r:id="rId62"/>
    <p:sldId id="373" r:id="rId63"/>
    <p:sldId id="374" r:id="rId64"/>
    <p:sldId id="375" r:id="rId65"/>
    <p:sldId id="329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06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30 24575,'-33'16'0,"1"2"0,1 1 0,0 1 0,-38 34 0,38-27 0,14-13 0,0 0 0,1 1 0,1 1 0,1 1 0,-19 27 0,19-22 0,2 0 0,0 1 0,2 0 0,-11 33 0,19-50 0,0 0 0,0 0 0,1 0 0,0 1 0,0-1 0,1 0 0,0 1 0,0-1 0,0 0 0,1 0 0,0 1 0,0-1 0,1 0 0,-1 0 0,1 0 0,1 0 0,-1 0 0,1-1 0,0 1 0,0-1 0,1 1 0,0-1 0,5 6 0,-2-5 0,1 1 0,0-1 0,1 0 0,0-1 0,0 0 0,0 0 0,0-1 0,0 0 0,1 0 0,0-1 0,0-1 0,0 0 0,13 1 0,14 0 0,0-2 0,51-4 0,-10 0 0,-61 3 0,-1 0 0,0 0 0,1-2 0,-1 0 0,0-1 0,0 0 0,0-1 0,0-1 0,-1-1 0,16-7 0,-19 6 0,1 0 0,-1 0 0,-1-1 0,1-1 0,-2 0 0,1 0 0,-1-1 0,0-1 0,-1 1 0,-1-2 0,1 1 0,-2-1 0,10-19 0,-1 1 0,33-44 0,-21 34 0,-18 25 0,-1 0 0,0 0 0,10-27 0,-16 36 0,-1-1 0,-1 1 0,1-1 0,-1 1 0,0-1 0,-1 0 0,0 0 0,0 1 0,0-1 0,-1 0 0,0 1 0,-3-13 0,2 12 0,-1 0 0,0 0 0,0 0 0,0 0 0,-1 0 0,0 1 0,0 0 0,-1 0 0,0 0 0,0 0 0,0 1 0,-1 0 0,0 0 0,0 0 0,0 1 0,0 0 0,-1 0 0,0 1 0,1-1 0,-1 1 0,-11-2 0,-5-1 0,0 1 0,0 1 0,0 2 0,-1 0 0,-37 2 0,24 1 0,7-1 0,-50 7 0,70-6 0,-1 2 0,1-1 0,0 2 0,0-1 0,0 2 0,0-1 0,0 1 0,-11 8 0,11-6 0,0-1 0,1 0 0,0 1 0,0 0 0,0 0 0,1 1 0,0 0 0,1 1 0,0-1 0,-9 16 0,-29 39-1365,37-48-5461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10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1 24575,'-4'74'0,"-18"106"0,5-57 0,-1-9 0,9-66 0,3 1 0,-1 51 0,5-74 0,0 1 0,-8 32 0,5-30 0,-4 45 0,9 53-1365,1-116-5461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26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6 383 24575,'0'-32'0,"-1"12"0,1 1 0,0-1 0,2 1 0,0-1 0,11-37 0,-4 26 0,-2 9 0,0 1 0,18-38 0,-23 55 0,1 0 0,-1 0 0,0 0 0,1 0 0,0 0 0,0 0 0,0 1 0,1 0 0,-1 0 0,1-1 0,0 2 0,0-1 0,0 0 0,0 1 0,0 0 0,0 0 0,1 0 0,-1 1 0,7-2 0,-10 2 0,1 1 0,-1 0 0,1 0 0,-1-1 0,0 1 0,1 0 0,-1 0 0,1 1 0,-1-1 0,1 0 0,-1 0 0,0 1 0,1-1 0,-1 1 0,0-1 0,1 1 0,-1-1 0,0 1 0,0 0 0,0 0 0,1 0 0,-1 0 0,1 1 0,0 0 0,-1 0 0,0 1 0,0-1 0,-1 0 0,1 0 0,0 0 0,-1 1 0,1-1 0,-1 0 0,0 0 0,0 1 0,0-1 0,0 4 0,-2 8 0,0 0 0,-1 0 0,-9 24 0,10-30 0,-38 124 0,-62 167 0,97-287 0,1 1 0,0 0 0,1 0 0,-3 20 0,5-26 0,1 1 0,-1-1 0,1 1 0,1 0 0,-1-1 0,1 1 0,1 0 0,-1-1 0,4 9 0,-5-14 0,1-1 0,0 1 0,-1-1 0,1 1 0,0-1 0,0 0 0,0 1 0,0-1 0,0 0 0,0 0 0,1 0 0,-1 1 0,0-1 0,1-1 0,-1 1 0,0 0 0,1 0 0,-1 0 0,1-1 0,-1 1 0,1-1 0,0 1 0,-1-1 0,1 0 0,-1 1 0,1-1 0,0 0 0,-1 0 0,1 0 0,0 0 0,-1 0 0,1-1 0,0 1 0,-1-1 0,1 1 0,-1-1 0,1 1 0,-1-1 0,1 0 0,-1 1 0,1-1 0,1-1 0,2-2 0,1 0 0,0 0 0,-1 0 0,0 0 0,0-1 0,0 0 0,-1 0 0,1 0 0,3-7 0,-1 1 0,-1-1 0,-1 0 0,0 0 0,0-1 0,-1 1 0,2-15 0,-4 20 0,-1-1 0,-1 1 0,1 0 0,-1 0 0,-1-1 0,1 1 0,-1 0 0,0 0 0,-1-1 0,0 1 0,0 0 0,-5-9 0,1 3 0,-1 1 0,0 0 0,-1 0 0,-1 1 0,-17-18 0,-10-15-1365,27 30-5461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52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1 359 24575,'0'525'0,"-1"-520"0,2 1 0,-1-1 0,0 0 0,1 1 0,0-1 0,0 1 0,1-1 0,-1 0 0,1 0 0,0 0 0,5 7 0,-5-9 0,0 0 0,1 0 0,-1-1 0,1 1 0,0-1 0,0 1 0,0-1 0,0 0 0,0 0 0,1 0 0,-1-1 0,0 1 0,1-1 0,-1 0 0,1 0 0,0 0 0,6 0 0,-3 0 0,0 0 0,0 0 0,0-1 0,0 0 0,0 0 0,0-1 0,0 0 0,-1 0 0,1-1 0,0 0 0,0 0 0,-1-1 0,1 1 0,11-8 0,-10 4 0,0 0 0,-1 0 0,1-1 0,-1 0 0,-1-1 0,1 1 0,-2-1 0,1-1 0,-1 1 0,5-10 0,5-12 0,-1-1 0,-2 0 0,-1-1 0,-2-1 0,-1 1 0,-1-1 0,-2-1 0,-1 1 0,-2-1 0,-2-43 0,51 171 0,-35-54 0,-12-28 0,1 0 0,0-1 0,0 0 0,1 0 0,10 14 0,-14-23 0,-1 0 0,1-1 0,-1 1 0,1-1 0,-1 1 0,1-1 0,0 0 0,0 0 0,-1 0 0,1 0 0,0 0 0,0 0 0,0 0 0,0-1 0,0 1 0,0-1 0,0 1 0,1-1 0,-1 0 0,0 0 0,0 0 0,0 0 0,0 0 0,0 0 0,0-1 0,1 1 0,-1-1 0,0 1 0,0-1 0,0 0 0,0 0 0,-1 0 0,1 0 0,0 0 0,0 0 0,3-3 0,-1 0 0,0 0 0,0 0 0,0 0 0,0-1 0,-1 1 0,0-1 0,0 0 0,0 0 0,0 0 0,-1 0 0,0-1 0,2-6 0,1-6 0,0 0 0,2-27 0,-4 9 0,-3-57 0,2 95 0,-1 0 0,0 0 0,0 0 0,1 0 0,-1 0 0,1-1 0,0 1 0,-1 0 0,1-1 0,0 1 0,0-1 0,0 1 0,0-1 0,0 0 0,0 0 0,1 0 0,-1 0 0,0-1 0,0 1 0,1 0 0,-1-1 0,0 0 0,1 1 0,-1-1 0,1 0 0,-1 0 0,0 0 0,1-1 0,-1 1 0,1-1 0,-1 1 0,0-1 0,0 0 0,1 0 0,-1 0 0,0 0 0,0 0 0,0 0 0,0-1 0,0 1 0,0-1 0,0 1 0,-1-1 0,4-3 0,-2-1 0,0 0 0,-1 1 0,1-1 0,-1 0 0,-1-1 0,1 1 0,-1 0 0,0 0 0,0-8 0,-3-61 0,0 8 0,3 64 0,-1 1 0,0-1 0,1 0 0,0 0 0,0 0 0,0 1 0,0-1 0,0 0 0,0 1 0,1-1 0,-1 1 0,4-4 0,-5 6 0,1-1 0,-1 1 0,1-1 0,-1 1 0,1-1 0,-1 1 0,1 0 0,-1 0 0,1-1 0,-1 1 0,1 0 0,-1 0 0,1-1 0,0 1 0,-1 0 0,1 0 0,-1 0 0,1 0 0,0 0 0,-1 0 0,1 0 0,0 0 0,0 0 0,0 1 0,0-1 0,0 1 0,0 0 0,1-1 0,-1 1 0,0 0 0,0 0 0,-1 0 0,1 0 0,0 0 0,0 0 0,0 0 0,-1 0 0,1 0 0,0 0 0,0 2 0,4 8 0,-1 1 0,0 0 0,4 19 0,11 29 0,-19-59 0,0 1 0,1-1 0,-1 0 0,0 0 0,1 0 0,-1 0 0,1 0 0,-1 0 0,1 0 0,-1-1 0,1 1 0,0 0 0,-1 0 0,1 0 0,0-1 0,0 1 0,0 0 0,0-1 0,-1 1 0,1 0 0,0-1 0,0 1 0,0-1 0,0 0 0,0 1 0,0-1 0,0 0 0,0 1 0,1-1 0,-1 0 0,0 0 0,0 0 0,2 0 0,-2-1 0,1 0 0,-1-1 0,1 1 0,-1 0 0,0-1 0,1 1 0,-1 0 0,0-1 0,0 0 0,0 1 0,0-1 0,-1 1 0,1-1 0,0 0 0,-1 0 0,1 1 0,-1-1 0,1 0 0,-1-3 0,3-17 0,-3 15 0,1 0 0,0 0 0,0 1 0,1-1 0,0 0 0,5-13 0,-7 19 0,1 0 0,0 0 0,-1 1 0,1-1 0,0 0 0,0 0 0,0 0 0,-1 0 0,1 1 0,0-1 0,0 0 0,0 1 0,0-1 0,0 1 0,0-1 0,1 1 0,-1-1 0,0 1 0,1-1 0,1 1 0,-1 0 0,1 1 0,-1-1 0,0 0 0,1 1 0,-1-1 0,0 1 0,1 0 0,-1 0 0,0 0 0,0 0 0,0 0 0,3 1 0,-1 2 0,0-1 0,0 0 0,0 1 0,0-1 0,0 1 0,-1 0 0,5 8 0,19 18 0,-26-30 0,-1 1 0,1-1 0,-1 1 0,1-1 0,0 1 0,-1-1 0,1 0 0,0 1 0,-1-1 0,1 0 0,0 0 0,0 0 0,-1 1 0,1-1 0,0 0 0,0 0 0,-1 0 0,1 0 0,0 0 0,0 0 0,-1 0 0,1-1 0,0 1 0,0 0 0,-1 0 0,1 0 0,0-1 0,-1 1 0,1-1 0,0 1 0,-1 0 0,1-1 0,-1 1 0,1-1 0,-1 1 0,1-1 0,0 1 0,-1-1 0,0 0 0,1 1 0,-1-1 0,1 1 0,-1-1 0,0 0 0,0 0 0,1 1 0,-1-1 0,0 0 0,0 1 0,0-1 0,0 0 0,0 0 0,0 0 0,6-45 0,-6 45 0,1-60-55,-1 36-272,0-1-1,2 1 1,9-49-1,-6 55-6498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16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24575,'27'30'0,"33"47"0,-38-47 0,50 53 0,-31-42 0,-2 2 0,56 79 0,-81-100 0,-10-14 0,2-1 0,-1 1 0,1-1 0,0 0 0,0 0 0,7 6 0,64 56 0,-53-41 0,-18-20 0,1-1 0,-1 0 0,1 0 0,8 7 0,6 2 0,29 33 0,-25-20-1365,-13-17-5461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17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24575,'147'-1'0,"216"28"0,-239-12 0,214-2 0,-289-13 0,-1 2 0,0 2 0,1 2 0,73 19 0,-88-17 0,42 4 0,13 3 0,-44-8-1365,-24-5-5461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33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31 299 24575,'-1'-30'0,"0"19"0,1 0 0,0 1 0,0-1 0,1 0 0,0 1 0,0-1 0,2 0 0,-1 1 0,1 0 0,1 0 0,5-12 0,12-16 0,-13 23 0,0 1 0,17-24 0,-23 36 0,-1 0 0,1 0 0,0 0 0,0 0 0,0 1 0,0-1 0,0 0 0,0 1 0,1-1 0,-1 1 0,0 0 0,1 0 0,-1 0 0,1 0 0,-1 0 0,1 1 0,0-1 0,-1 1 0,1-1 0,0 1 0,-1 0 0,1 0 0,0 0 0,-1 1 0,1-1 0,0 1 0,-1-1 0,1 1 0,-1 0 0,1 0 0,-1 0 0,4 2 0,-2-1 0,0 1 0,-1 0 0,1 0 0,0 0 0,-1 0 0,0 1 0,0 0 0,0-1 0,0 1 0,0 0 0,-1 0 0,1 1 0,-1-1 0,0 0 0,-1 1 0,1-1 0,0 7 0,2 19 0,-1 1 0,-2-1 0,-1 0 0,-6 40 0,-7-6 0,9-47 0,0 0 0,-1 23 0,4-25 0,-1-2 0,1 0 0,1 0 0,0 0 0,1 0 0,5 24 0,-5-35 0,-1 1 0,1 0 0,1-1 0,-1 1 0,0 0 0,1-1 0,-1 1 0,1-1 0,0 0 0,0 0 0,0 1 0,0-1 0,0 0 0,0-1 0,1 1 0,-1 0 0,0-1 0,1 1 0,0-1 0,-1 0 0,1 0 0,0 0 0,-1 0 0,1 0 0,0-1 0,0 1 0,0-1 0,0 0 0,0 0 0,0 0 0,4 0 0,0-1 0,-1 0 0,1 0 0,-1 0 0,0-1 0,0 0 0,0 0 0,0 0 0,0-1 0,0 0 0,-1 0 0,1-1 0,-1 1 0,0-1 0,0 0 0,0-1 0,-1 1 0,0-1 0,1 0 0,-2 0 0,1 0 0,0-1 0,3-9 0,-3 8 0,-1 0 0,0 0 0,0 0 0,-1 0 0,0-1 0,0 1 0,-1-1 0,0 0 0,0 1 0,-1-1 0,0 0 0,-1 0 0,1 1 0,-1-1 0,-1 1 0,1-1 0,-2 1 0,-3-12 0,4 16 0,0 0 0,-1 0 0,1 0 0,-1 0 0,1 0 0,-1 0 0,0 1 0,0-1 0,0 1 0,0 0 0,-1 0 0,1 0 0,0 0 0,-1 1 0,0-1 0,1 1 0,-1 0 0,0 0 0,0 0 0,1 1 0,-6-1 0,-13 0 0,1 0 0,-38 4 0,25-1 0,-5 1 0,26-2 0,-1 0 0,0 0 0,0-1 0,0-1 0,1 0 0,-1-1 0,0 0 0,-19-7 0,31 8-68,-1-1 0,1 1-1,-1-1 1,1 1 0,0-1 0,0 0-1,0 0 1,0 0 0,0 0 0,0-1-1,0 1 1,1 0 0,-1-1 0,1 1-1,0-1 1,0 1 0,0-1-1,0 0 1,-1-2 0,-2-14-6758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58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0 254 24575,'456'0'0,"-442"0"0,0-1 0,0 0 0,16-4 0,-25 4 0,0 0 0,1-1 0,-1 0 0,0 0 0,0 0 0,-1 0 0,1-1 0,-1 0 0,1 0 0,-1 0 0,6-6 0,-3 1 0,2 0 0,-1-1 0,0 0 0,-1-1 0,9-14 0,-14 20 0,0 0 0,-1 0 0,1-1 0,-1 1 0,0-1 0,0 1 0,0-1 0,-1 0 0,0 1 0,0-1 0,0 0 0,0 1 0,-1-1 0,1 1 0,-2-6 0,0 6 0,0 0 0,1 0 0,-1 1 0,-1-1 0,1 0 0,-1 1 0,1-1 0,-1 1 0,0 0 0,0 0 0,0 0 0,0 0 0,-1 1 0,1-1 0,-1 1 0,0 0 0,0 0 0,0 0 0,0 0 0,0 1 0,0 0 0,0 0 0,0 0 0,0 0 0,-8 0 0,7 0 0,0 1 0,0-1 0,0 1 0,0 0 0,0 0 0,0 1 0,-1-1 0,1 1 0,0 1 0,0-1 0,1 1 0,-1-1 0,0 1 0,0 1 0,1-1 0,-1 1 0,1-1 0,0 1 0,0 0 0,0 1 0,-5 5 0,-1 6 6,1 0 0,0 1 1,2 0-1,0 0 0,0 1 0,2 0 0,0 0 0,1 1 0,-3 28 0,2 13-200,6 93-1,1-67-842,-2-61-5789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2:25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24575,'4'0'0,"2"-5"0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2:43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0 492 24575,'1'-6'0,"0"-1"0,0 0 0,1 0 0,-1 0 0,2 1 0,-1-1 0,1 1 0,0-1 0,4-6 0,37-52 0,2 9 0,-28 35 0,29-43 0,-40 54 0,1 1 0,0-1 0,0 1 0,1 0 0,0 1 0,12-8 0,-10 8 0,-1-1 0,0 0 0,0-1 0,14-17 0,20-33-1365,-32 42-5461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2:45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 24575,'6'-1'0,"0"0"0,-1-1 0,1 0 0,-1 0 0,1 0 0,-1-1 0,0 0 0,0 0 0,0 0 0,0-1 0,0 1 0,6-7 0,15-10 0,-1 4 0,-1-2 0,0 0 0,28-28 0,8-4 0,-57 46-124,0 1 0,1-1 0,0 1 0,0 0 0,0 0 0,0 1-1,0-1 1,0 1 0,1 0 0,4-2 0,9-1-6702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35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24575,'0'8'0,"-1"0"0,-1 1 0,0-1 0,0 0 0,-4 10 0,-6 31 0,8-23 0,2-1 0,1 1 0,1 0 0,4 26 0,-4-52 0,0 1 0,0-1 0,0 1 0,0-1 0,1 0 0,-1 1 0,0-1 0,0 1 0,1-1 0,-1 1 0,0-1 0,0 0 0,1 1 0,-1-1 0,0 0 0,1 1 0,-1-1 0,1 0 0,-1 0 0,0 1 0,1-1 0,-1 0 0,1 0 0,-1 1 0,0-1 0,1 0 0,-1 0 0,1 0 0,-1 0 0,1 0 0,-1 0 0,1 0 0,-1 0 0,1 0 0,-1 0 0,1 0 0,-1 0 0,1 0 0,-1 0 0,0-1 0,1 1 0,-1 0 0,1 0 0,-1 0 0,1-1 0,-1 1 0,0 0 0,1 0 0,-1-1 0,0 1 0,1 0 0,0-1 0,28-23 0,-20 16 0,7-4 0,1 0 0,1 2 0,20-10 0,-32 17 0,0 0 0,1 1 0,-1-1 0,0 2 0,1-1 0,-1 1 0,1 0 0,0 0 0,-1 0 0,1 1 0,0 0 0,-1 1 0,10 1 0,-12-1 0,-1 1 0,0-1 0,1 1 0,-1 0 0,0 0 0,0 0 0,0 0 0,0 1 0,-1-1 0,1 1 0,-1 0 0,1-1 0,-1 1 0,0 0 0,0 0 0,0 1 0,-1-1 0,1 0 0,-1 1 0,0-1 0,1 1 0,-1-1 0,-1 1 0,1-1 0,0 5 0,1 13 0,-1-1 0,-1 1 0,-2 28 0,0-20 0,1-11 24,0 0 0,-1 0 0,-1 0 0,-5 19 0,5-29-148,0 0 0,0-1 1,0 0-1,-1 0 0,0 0 0,0 0 1,-1-1-1,0 1 0,0-1 0,0 0 1,-12 9-1,3-5-6702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09:37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1 526 24575,'0'-9'0,"1"-1"0,0 1 0,1-1 0,0 1 0,0 0 0,1 0 0,5-11 0,34-59 0,-29 56 0,19-41 0,0-13 0,-15 36 0,17-53 0,-19 49-1365,-8 28-5461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2:52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0 523 24575,'1'9'0,"-1"0"0,2 0 0,-1 0 0,2-1 0,-1 1 0,1 0 0,0-1 0,1 0 0,-1 1 0,11 14 0,5 3 0,37 42 0,-39-48 0,23 24 0,32 39 0,-68-77 0,0-1 0,1 1 0,-1-1 0,1 0 0,1 0 0,-1-1 0,1 1 0,8 4 0,-12-9 0,-1 1 0,1 0 0,0 0 0,0-1 0,0 1 0,0-1 0,0 0 0,-1 0 0,1 1 0,0-1 0,0 0 0,0-1 0,0 1 0,0 0 0,0 0 0,0-1 0,0 1 0,0-1 0,-1 0 0,1 0 0,0 1 0,0-1 0,-1 0 0,1 0 0,-1-1 0,1 1 0,-1 0 0,1 0 0,-1-1 0,0 1 0,1-1 0,-1 1 0,0-1 0,1-3 0,8-11 0,0-1 0,-1-1 0,10-31 0,-5 13 0,0 5 0,0 1 0,2 0 0,2 1 0,1 1 0,0 1 0,2 1 0,2 0 0,0 2 0,46-37 0,276-188 0,-295 216 0,89-78 0,-68 63-1365,-57 35-5461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2:57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07:47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112 291 24575,'0'-8'0,"1"0"0,1 0 0,-1 0 0,1 0 0,1 0 0,-1 1 0,1-1 0,1 1 0,-1-1 0,1 1 0,0 0 0,1 1 0,6-8 0,-4 5 0,1 0 0,0 1 0,0 0 0,1 1 0,0 0 0,0 0 0,1 1 0,18-9 0,-19 10 0,0 0 0,0-1 0,-1 0 0,1 0 0,11-12 0,-13 11 0,1 0 0,-1 0 0,1 1 0,1 1 0,-1-1 0,16-6 0,-21 11 0,1 0 0,0 0 0,0 0 0,0 0 0,0 0 0,0 1 0,0 0 0,0 0 0,-1 0 0,1 0 0,4 2 0,-7-2 0,0 0 0,0 0 0,0 0 0,-1 1 0,1-1 0,0 1 0,0-1 0,-1 0 0,1 1 0,0-1 0,-1 1 0,1-1 0,0 1 0,-1 0 0,1-1 0,-1 1 0,1 0 0,-1-1 0,1 1 0,-1 0 0,1 1 0,-1 0 0,1-1 0,-1 1 0,0-1 0,0 1 0,-1 0 0,1-1 0,0 1 0,0-1 0,-1 1 0,1 0 0,-1-1 0,1 1 0,-1-1 0,0 0 0,0 1 0,0 1 0,-24 33 0,-2-1 0,-1-1 0,-1-2 0,-51 44 0,57-55 0,10-11 0,0 2 0,1 0 0,0 0 0,1 1 0,1 0 0,0 1 0,0 0 0,1 1 0,-7 18 0,7-9 0,2 0 0,0 0 0,2 1 0,1 0 0,0 0 0,2 0 0,1 0 0,2 1 0,2 27 0,-2-49 0,-1-1 0,0 1 0,1 0 0,-1-1 0,1 1 0,0-1 0,0 1 0,1-1 0,-1 1 0,1-1 0,0 0 0,0 0 0,0 0 0,0 0 0,0 0 0,0 0 0,1-1 0,0 1 0,-1-1 0,1 1 0,0-1 0,0 0 0,0 0 0,1 0 0,-1-1 0,0 1 0,1-1 0,-1 0 0,1 0 0,-1 0 0,1 0 0,-1-1 0,1 1 0,0-1 0,-1 0 0,1 0 0,0 0 0,-1-1 0,1 1 0,5-2 0,10-1 0,1-1 0,-1-1 0,0-1 0,30-13 0,-45 17 0,1 0 0,-1-1 0,1 0 0,-1 0 0,0 0 0,0 0 0,0-1 0,-1 1 0,1-1 0,-1 0 0,0 0 0,0 0 0,-1-1 0,1 1 0,-1-1 0,0 1 0,0-1 0,0 0 0,0 0 0,-1 0 0,0 0 0,0 0 0,0-7 0,-1 4 0,0 0 0,0-1 0,-1 1 0,0-1 0,0 1 0,-1 0 0,0 0 0,-1 0 0,0 0 0,0 0 0,0 0 0,-1 1 0,0-1 0,-1 1 0,0 0 0,0 1 0,-6-7 0,-9-6 0,0 1 0,-1 1 0,-45-27 0,24 16 0,24 15 0,1-1 0,1-1 0,1 0 0,0-1 0,0 0 0,2-1 0,-21-34 0,30 42-136,0-1-1,1 1 1,0 0-1,1-1 1,0 0-1,0 1 1,1-1-1,1 0 0,0-17 1,0 3-6690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09:46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194 374 24575,'0'-374'0,"1"427"0,1-29 0,-2 0 0,0 0 0,-2 0 0,0 0 0,-2 0 0,-12 45 0,8-48 0,2 0 0,0 0 0,2 1 0,-3 35 0,4 89 0,4-107 0,-2-27 0,1 1 0,-1-1 0,-5 18 0,6-26 0,-1 0 0,0-1 0,0 1 0,-1 0 0,1-1 0,-1 0 0,1 1 0,-1-1 0,0 0 0,-1 0 0,1 0 0,0 0 0,-1 0 0,0 0 0,-3 2 0,5-4 0,-1-1 0,1 1 0,0-1 0,-1 1 0,1-1 0,0 0 0,-1 1 0,1-1 0,0 0 0,-1 0 0,1 0 0,0 0 0,-1-1 0,1 1 0,-1 0 0,1 0 0,0-1 0,-1 1 0,1-1 0,0 1 0,0-1 0,-1 0 0,1 1 0,0-1 0,0 0 0,0 0 0,0 0 0,0 0 0,0 0 0,0 0 0,0 0 0,0 0 0,1 0 0,-1 0 0,0-1 0,0-1 0,-4-5 0,1 0 0,0 0 0,1-1 0,-4-10 0,1-2 0,-17-63 0,22 77 0,0 0 0,0 0 0,1 0 0,-1 0 0,2 0 0,-1 1 0,1-1 0,0 0 0,3-13 0,-2 18 0,0-1 0,-1 0 0,1 1 0,0-1 0,1 1 0,-1 0 0,0-1 0,1 1 0,-1 0 0,1 1 0,0-1 0,-1 0 0,1 1 0,0-1 0,0 1 0,0 0 0,0 0 0,0 0 0,0 0 0,0 1 0,1-1 0,-1 1 0,6 0 0,2-1 0,0 1 0,0 1 0,0 0 0,0 0 0,18 5 0,17 7 0,14 3 0,107 45 0,-148-53-1365,-2-2-5461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0:00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1 420 24575,'-1'59'0,"3"69"0,-2-125 0,0-1 0,0 1 0,0 0 0,0-1 0,1 1 0,-1-1 0,1 1 0,0-1 0,0 1 0,0-1 0,0 0 0,0 1 0,1-1 0,-1 0 0,0 0 0,1 0 0,0 0 0,-1 0 0,1 0 0,0 0 0,0-1 0,0 1 0,0-1 0,1 1 0,-1-1 0,0 0 0,1 0 0,-1 0 0,0 0 0,1 0 0,-1-1 0,1 1 0,-1-1 0,1 1 0,0-1 0,-1 0 0,1 0 0,-1 0 0,1 0 0,4-2 0,10-1 0,-1-1 0,0 0 0,0-1 0,29-15 0,-39 17 0,24-10 0,-2-1 0,48-31 0,-73 42 0,0 0 0,0-1 0,0 1 0,0-1 0,-1 1 0,0-1 0,1 0 0,-1 0 0,-1 0 0,1 0 0,0-1 0,-1 1 0,0 0 0,0-1 0,-1 1 0,1 0 0,-1-1 0,0 1 0,0-1 0,0 1 0,0-1 0,-1 1 0,-1-5 0,1-10 0,2 26 0,0 1 0,0-1 0,1 1 0,1-1 0,-1 0 0,1 0 0,0 0 0,1 0 0,0 0 0,0-1 0,0 0 0,1 0 0,5 6 0,8 8 0,1-1 0,30 24 0,-41-38 0,0 1 0,0-1 0,0 0 0,1-1 0,0 0 0,0-1 0,0 1 0,1-2 0,-1 1 0,1-1 0,-1-1 0,1 0 0,13 0 0,-18-1 0,-1 0 0,1 0 0,0-1 0,-1 0 0,1 0 0,0 0 0,-1 0 0,1-1 0,-1 1 0,0-1 0,1 0 0,-1-1 0,0 1 0,0-1 0,-1 1 0,1-1 0,0 0 0,-1-1 0,0 1 0,0-1 0,0 1 0,0-1 0,0 0 0,-1 0 0,1 0 0,-1-1 0,-1 1 0,1 0 0,1-6 0,-1 3 0,0 0 0,-1 1 0,0-1 0,0 0 0,-1 0 0,0 0 0,0 0 0,-1 0 0,0 1 0,0-1 0,0 0 0,-1 0 0,0 1 0,0-1 0,-1 1 0,0 0 0,0 0 0,0 0 0,-1 0 0,0 0 0,-8-9 0,12 15 0,-1 0 0,1 0 0,0 0 0,-1 0 0,1-1 0,0 1 0,0 0 0,-1 0 0,1 0 0,0 0 0,0-1 0,0 1 0,-1 0 0,1 0 0,0-1 0,0 1 0,0 0 0,-1 0 0,1-1 0,0 1 0,0 0 0,0 0 0,0-1 0,0 1 0,0 0 0,0-1 0,0 1 0,0 0 0,0 0 0,0-1 0,0 1 0,0 0 0,0-1 0,0 1 0,0 0 0,0-1 0,0 1 0,0 0 0,0 0 0,0-1 0,0 1 0,1 0 0,-1 0 0,0-1 0,0 1 0,0 0 0,0 0 0,1-1 0,-1 1 0,0 0 0,0 0 0,1 0 0,-1 0 0,0-1 0,1 1 0,25-4 0,35 7 0,-37 3 0,-23-6 0,-1 0 0,1 0 0,-1 0 0,1 0 0,0 0 0,-1 0 0,1 0 0,0 0 0,-1 1 0,1-1 0,-1 0 0,1 0 0,0 1 0,-1-1 0,1 0 0,-1 1 0,1-1 0,-1 1 0,1-1 0,-1 1 0,0-1 0,1 1 0,-1-1 0,0 1 0,1-1 0,-1 1 0,0-1 0,1 1 0,-1 0 0,0 0 0,0-1 0,-1 1 0,1-1 0,-1 0 0,1 0 0,-1 0 0,1 1 0,-1-1 0,1 0 0,-1 0 0,1 0 0,-1 0 0,1 0 0,-1 0 0,1 0 0,-1 0 0,1 0 0,-1-1 0,1 1 0,-1 0 0,1 0 0,-1 0 0,1-1 0,-1 1 0,1 0 0,-1 0 0,1-1 0,-1 1 0,-13-10 0,10 6 0,0-1 0,0 0 0,1-1 0,0 1 0,0-1 0,1 1 0,-1-1 0,1 0 0,1 0 0,-1 0 0,1 0 0,0 0 0,0 0 0,0-8 0,0-12 0,1 1 0,4-28 0,-4 49 0,1 1 0,0-1 0,0 0 0,0 0 0,0 0 0,0 1 0,1-1 0,-1 0 0,1 1 0,0 0 0,1-1 0,-1 1 0,0 0 0,1 0 0,0 0 0,-1 0 0,1 1 0,0-1 0,0 1 0,6-4 0,-7 6 0,0-1 0,0 0 0,1 0 0,-1 1 0,1-1 0,-1 1 0,0 0 0,1-1 0,-1 1 0,0 1 0,1-1 0,-1 0 0,1 0 0,-1 1 0,0-1 0,1 1 0,-1 0 0,0 0 0,0 0 0,1 0 0,-1 0 0,0 0 0,0 1 0,0-1 0,-1 1 0,1-1 0,0 1 0,0 0 0,-1-1 0,1 1 0,-1 0 0,0 0 0,1 0 0,0 4 0,2 2 0,0 1 0,-1 0 0,0-1 0,-1 1 0,0 1 0,0-1 0,-1 0 0,0 0 0,0 1 0,-2 12 0,-1-90 0,2-90 0,0 153-170,1-1-1,0 1 0,0-1 1,0 1-1,1 0 0,0 0 1,4-9-1,6-5-6655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0:08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770 1730 24575,'-41'-1'0,"1"-3"0,-1-1 0,1-2 0,0-2 0,0-2 0,-65-26 0,70 24 0,16 6 0,0 0 0,0-1 0,1-1 0,0-1 0,0 0 0,-27-22 0,18 6 0,1 0 0,1-1 0,1-2 0,1-1 0,2 0 0,1-1 0,-25-55 0,41 75 0,0 0 0,1 0 0,0 0 0,0 0 0,2-1 0,-2-15 0,5-73 0,0 44 0,-3-75 0,4-103 0,-2 226 0,0 0 0,1 0 0,0 1 0,1-1 0,0 0 0,0 1 0,0-1 0,1 1 0,0 0 0,0 0 0,8-8 0,7-8 0,40-36 0,-19 20 0,-1 3 0,-24 22 0,0-1 0,14-17 0,212-242 0,-234 267 0,0 0 0,0 0 0,0 1 0,1 0 0,0 0 0,0 1 0,1 0 0,0 0 0,17-6 0,-21 9 0,1 1 0,-1 0 0,0 1 0,1-1 0,-1 1 0,1 0 0,-1 0 0,0 1 0,1 0 0,-1 0 0,0 0 0,0 0 0,1 1 0,-1 0 0,0 0 0,0 0 0,-1 1 0,1 0 0,6 4 0,4 5 0,-1 0 0,0 1 0,-1 1 0,0 0 0,-1 0 0,-1 1 0,0 1 0,8 17 0,-8-11 0,-1 0 0,-2 1 0,0 0 0,8 44 0,-11-42 0,2 1 0,0-1 0,2 0 0,11 24 0,-9-30 0,-2 0 0,0 1 0,-1 0 0,9 39 0,8 29 0,-17-65 0,-1 1 0,7 48 0,-10 214 0,-6-152 0,2 194 0,0-315 0,-1 0 0,0 0 0,-1-1 0,-1 1 0,0-1 0,0 1 0,-1-1 0,-1 0 0,0 0 0,-1 0 0,0-1 0,-1 0 0,0 0 0,-15 17 0,-13 15 0,28-32 0,-1-1 0,0 0 0,-1-1 0,0 0 0,-16 13 0,22-20 0,-1 0 0,1-1 0,0 1 0,-1-1 0,1 1 0,-1-1 0,1 0 0,-1 0 0,1-1 0,-1 1 0,0-1 0,0 0 0,1 0 0,-1 0 0,0 0 0,1 0 0,-1-1 0,0 0 0,1 0 0,-1 0 0,1 0 0,-1-1 0,1 1 0,-4-3 0,-5-3 0,0 0 0,0-1 0,0 0 0,1-1 0,1-1 0,0 0 0,0 0 0,1-1 0,0 0 0,0 0 0,-10-21 0,9 15-1365,1 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0:11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24575,'0'30'0,"16"360"0,-5-261 0,-9 177 0,-4-148 0,2-148 0,2 44 0,-2-52 0,0-1 0,0 1 0,0-1 0,0 0 0,1 1 0,-1-1 0,0 0 0,1 1 0,-1-1 0,1 0 0,0 1 0,-1-1 0,1 0 0,0 0 0,0 0 0,-1 0 0,1 1 0,0-1 0,0 0 0,0-1 0,0 1 0,1 0 0,-1 0 0,0 0 0,0-1 0,0 1 0,1 0 0,-1-1 0,0 0 0,2 1 0,-1-1 0,0 0 0,-1-1 0,1 1 0,0-1 0,-1 1 0,1-1 0,0 0 0,-1 1 0,1-1 0,-1 0 0,0 0 0,1 0 0,-1 0 0,0-1 0,1 1 0,-1 0 0,0 0 0,0-1 0,0 1 0,1-3 0,19-34 0,-17 30 0,1-5 10,0 0-1,0 0 1,-2 0 0,1 0-1,-2-1 1,2-22 0,-3-85-468,-2 77-517,0 21-5851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0:13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24575,'8'2'0,"1"0"0,-1 0 0,1 1 0,-1 0 0,0 0 0,0 1 0,14 9 0,-13-7 0,143 87 0,-74-43 0,-41-25 0,43 40 0,30 20 0,-68-60-455,1-3 0,74 29 0,-99-44-6371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2:51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24575,'2971'0'0,"-2772"14"0,-17 0 0,-44-14 0,-33-1 0,183 22 0,-266-17 0,126 21 0,266 9 0,-377-35-1365,-7 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2:53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24575,'843'47'0,"-432"-15"0,20-27 1,-259-6-1367,-149 1-5460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11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24575,'-2'74'0,"1"-32"0,1 0 0,1 0 0,11 60 0,1-48 0,19 109 0,-27-141-1365,1-4-5461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29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1 239 24575,'0'-6'0,"1"1"0,-1-1 0,1 1 0,0 0 0,1 0 0,-1-1 0,1 1 0,0 0 0,1 0 0,-1 0 0,5-5 0,3-5 0,1 1 0,14-14 0,0 1 0,33-28 0,-56 52 0,0 1 0,0-1 0,1 1 0,0-1 0,-1 1 0,1 0 0,0 0 0,0 0 0,0 1 0,0-1 0,0 1 0,0-1 0,1 1 0,-1 0 0,0 0 0,7 0 0,-8 1 0,0 0 0,-1 0 0,1 0 0,0 1 0,-1-1 0,1 1 0,-1-1 0,1 1 0,0 0 0,-1 0 0,0 0 0,1-1 0,-1 1 0,1 0 0,-1 1 0,0-1 0,0 0 0,0 0 0,0 1 0,0-1 0,0 0 0,0 1 0,0-1 0,0 1 0,0-1 0,-1 1 0,1-1 0,-1 1 0,1 0 0,-1-1 0,0 1 0,1 0 0,-1-1 0,0 1 0,-1 2 0,2 4 0,-1-1 0,0 1 0,-1-1 0,0 1 0,0-1 0,0 1 0,-1-1 0,0 0 0,-1 0 0,-5 12 0,-4 2 0,-27 38 0,34-52 0,-6 8 0,1 0 0,1 1 0,-9 21 0,16-32 0,0 1 0,0-1 0,0 1 0,0-1 0,1 1 0,0 0 0,0-1 0,1 1 0,0 0 0,0 0 0,0-1 0,0 1 0,1 0 0,2 7 0,-2-11 0,0 0 0,0 0 0,0 0 0,0 0 0,0 0 0,0 0 0,1 0 0,-1 0 0,1 0 0,0-1 0,0 1 0,-1 0 0,1-1 0,0 0 0,0 1 0,0-1 0,0 0 0,1 0 0,-1 0 0,0 0 0,0-1 0,1 1 0,-1 0 0,0-1 0,1 0 0,-1 1 0,0-1 0,1 0 0,-1 0 0,1-1 0,-1 1 0,3-1 0,5-1 0,0 0 0,0-1 0,0 0 0,-1-1 0,19-9 0,-21 10 0,-1-1 0,1 0 0,-1 0 0,0-1 0,0 1 0,0-1 0,9-12 0,-14 16 0,0-1 0,1 0 0,-2 1 0,1-1 0,0 0 0,0 0 0,0 0 0,-1 0 0,1 0 0,-1 0 0,0 0 0,1 1 0,-1-1 0,0 0 0,0 0 0,0 0 0,-1 0 0,1 0 0,0 0 0,-1 0 0,1 0 0,-1 0 0,0 0 0,1 0 0,-1 0 0,0 1 0,0-1 0,0 0 0,0 1 0,-1-1 0,1 0 0,0 1 0,-1 0 0,-2-3 0,-3-2 0,0 0 0,-1 0 0,1 1 0,-1 0 0,0 0 0,-1 1 0,1 0 0,-1 0 0,0 1 0,1 0 0,-1 1 0,-1 0 0,1 0 0,-15 0 0,-2-3-1365,2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4:3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24575,'10'-1'0,"0"0"0,0-1 0,0 0 0,0-1 0,0 0 0,-1-1 0,1 0 0,-1 0 0,13-9 0,36-15 0,-56 27 0,1 1 0,-1-1 0,0 0 0,0 0 0,0 1 0,1-1 0,-1 1 0,0 0 0,0 0 0,1 0 0,-1 0 0,0 0 0,1 0 0,-1 1 0,0-1 0,0 1 0,0-1 0,1 1 0,-1 0 0,0 0 0,0 0 0,0 0 0,0 0 0,0 0 0,0 1 0,-1-1 0,1 1 0,0-1 0,-1 1 0,1 0 0,-1 0 0,0 0 0,1-1 0,-1 1 0,0 0 0,0 0 0,0 1 0,0-1 0,-1 0 0,1 0 0,0 0 0,-1 4 0,3 11 0,0 0 0,-2 0 0,0 0 0,-3 28 0,1-26 0,1-9 0,-1 26 0,-1 0 0,-8 37 0,10-72 0,-1 0 0,1 0 0,0 0 0,-1 0 0,1 0 0,0 0 0,0 0 0,0 1 0,0-1 0,0 0 0,0 0 0,0 0 0,1 0 0,-1 0 0,0 0 0,0 0 0,1 0 0,-1 0 0,1 0 0,-1 0 0,1 0 0,-1 0 0,1 0 0,0-1 0,-1 1 0,1 0 0,0 0 0,0-1 0,-1 1 0,1 0 0,0-1 0,0 1 0,0-1 0,0 1 0,0-1 0,0 1 0,0-1 0,0 0 0,0 1 0,0-1 0,0 0 0,0 0 0,0 0 0,0 0 0,0 0 0,0 0 0,2 0 0,8-1 0,0 0 0,0-1 0,0 0 0,11-4 0,4-1 0,27 2-1365,-29 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4:22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24575,'0'820'-1365,"0"-796"-5461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4:24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0 411 24575,'12'-9'0,"-1"0"0,1 1 0,1 1 0,-1 0 0,1 0 0,1 1 0,21-6 0,174-49 0,-178 51 0,2 1 0,-1 2 0,1 1 0,0 2 0,0 1 0,61 3 0,-103-2 0,0 0 0,-1 0 0,2-1 0,-1 0 0,0 0 0,0-1 0,1 0 0,0 0 0,-13-10 0,14 9 0,0 0 0,1 0 0,-1 0 0,1-1 0,1 0 0,-1 0 0,1-1 0,0 0 0,0 0 0,0 0 0,1 0 0,-5-13 0,1-24 0,8 36 0,-1 1 0,0 0 0,-1 0 0,1 0 0,-1 0 0,-1 0 0,-5-10 0,5 16 0,0 9 0,1 9 0,0 46 0,0-14 0,-10 68 0,3-45-11,4 1 0,6 117 0,1-66-1321,-2-101-5494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17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364 194 24575,'-31'-1'0,"0"2"0,0 2 0,-55 11 0,75-11 0,0 0 0,1 1 0,-1 0 0,1 0 0,0 1 0,0 1 0,1-1 0,-1 2 0,1-1 0,1 1 0,-1 1 0,1-1 0,0 2 0,-7 9 0,10-10 0,0 1 0,1 0 0,0 0 0,0 1 0,1-1 0,0 1 0,1 0 0,0 0 0,1 0 0,0 0 0,0 0 0,1 10 0,0-11 0,0 0 0,1 1 0,0-1 0,1 0 0,0 0 0,0 0 0,1 0 0,0 0 0,1-1 0,0 1 0,0-1 0,0 0 0,7 8 0,-6-11 0,0 1 0,1-1 0,0-1 0,0 1 0,0-1 0,1 0 0,-1 0 0,1-1 0,0 1 0,0-2 0,0 1 0,1-1 0,-1 0 0,11 1 0,10 0 0,-1-1 0,46-3 0,-40 0 0,-28 1 0,1 0 0,0-1 0,-1 0 0,0 0 0,1 0 0,-1-1 0,1 0 0,-1 0 0,0 0 0,0 0 0,0-1 0,0 0 0,-1 0 0,1 0 0,-1-1 0,0 1 0,0-1 0,0 0 0,0 0 0,-1-1 0,1 1 0,-1-1 0,0 1 0,-1-1 0,1 0 0,-1 0 0,0-1 0,0 1 0,0 0 0,0-8 0,3-8 0,-1 1 0,-1-1 0,-1 0 0,-1 0 0,0 0 0,-2 0 0,-1 0 0,0 1 0,-1-1 0,-2 1 0,-11-36 0,9 44 0,1 1 0,-2-1 0,0 1 0,-17-18 0,-5-8 0,18 23 0,1 0 0,-2 0 0,0 1 0,-23-18 0,29 26 0,0 0 0,0 1 0,0 0 0,0 0 0,-1 1 0,1-1 0,-1 2 0,0-1 0,0 1 0,0 0 0,0 1 0,-14-1 0,20 2 3,-1 0 0,1 0-1,-1 1 1,1-1-1,0 1 1,-1 0 0,1 0-1,0 0 1,0 0 0,-1 0-1,1 0 1,0 0 0,0 1-1,0-1 1,1 1-1,-1 0 1,0-1 0,0 1-1,1 0 1,-1 0 0,1 0-1,0 0 1,-1 0 0,1 0-1,0 1 1,0-1-1,1 0 1,-1 0 0,0 1-1,1-1 1,-1 1 0,1 2-1,-2 10-182,0 0 0,2 1 0,1 30 0,0-29-552,0 8-6094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37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2012 1811 24575,'-17'-1'0,"1"0"0,-1-1 0,1 0 0,0-1 0,0-1 0,0-1 0,0 0 0,-28-15 0,-35-13 0,43 18 0,1 0 0,1-2 0,-53-35 0,30 11 0,24 20 0,2-2 0,1-1 0,1-1 0,-37-41 0,53 51 0,-1 1 0,-1 1 0,0 1 0,-19-13 0,19 15 0,0 0 0,1-2 0,0 0 0,1 0 0,-16-20 0,21 18 0,0 0 0,1-1 0,0 0 0,-5-19 0,-3-7 0,-2-11 0,16 43 0,-1 1 0,-1-1 0,0 1 0,0 0 0,-1-1 0,0 1 0,0 1 0,-6-9 0,-19-24 0,22 28 0,-1 0 0,0 1 0,-1 0 0,0 1 0,-1 0 0,0 0 0,-14-9 0,0 2 0,-34-33 0,39 33 0,0 1 0,-1 0 0,-23-12 0,19 13 0,1-1 0,0-1 0,1-1 0,-27-28 0,-22-41 0,52 60 0,-2 2 0,-24-25 0,-136-125 0,146 142 0,17 16 0,-1 0 0,-30-20 0,35 26-84,1 0 1,-1-1-1,2-1 0,0 0 0,1-1 0,-16-24 0,15 22-694,2 1-6048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41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24575,'28'26'0,"1"-1"0,52 34 0,-29-22 0,-19-14 0,130 102 0,-15-17 0,-100-76 0,-1 3 0,51 48 0,56 55 0,-35-34 0,-109-94 0,-1 1 0,0 1 0,0 0 0,12 24 0,-12-21 0,0 0 0,0-1 0,13 15 0,-5-11 0,7 7 0,-1 1 0,37 56 0,-20-24 0,-26-40 0,22 39 0,-4 17 0,-25-55 0,1 1 0,1-1 0,0-1 0,20 28 0,23 29 0,-31-43 0,29 33 0,101 100 0,-132-140 0,-1 0 0,16 33 0,-20-34 0,0 0 0,2-1 0,19 22 0,165 157 0,-19-16 0,-25-37 0,-85-83 0,2 3 0,79 96 0,-132-143 0,33 30 0,-32-33 0,-1 1 0,19 24 0,-37-42 0,8 13 0,1-1 0,0-1 0,1 0 0,0 0 0,1-1 0,0-1 0,19 12 0,-8-6-94,-1 1 0,28 28 0,-30-27-989,0 1-5743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07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1 196 24575,'12'-10'0,"1"0"0,0 1 0,0 1 0,1 0 0,27-11 0,-26 14 0,1 1 0,-1 0 0,1 2 0,0-1 0,27 1 0,-28 2 0,0-1 0,0 0 0,0-1 0,0-1 0,0 0 0,20-8 0,-10 1 0,40-11 0,-63 21 0,0 0 0,-1 0 0,1-1 0,0 1 0,-1-1 0,1 1 0,0-1 0,-1 0 0,1 0 0,-1 0 0,1 0 0,-1 0 0,0 0 0,1 0 0,-1 0 0,0 0 0,0-1 0,1 1 0,-1 0 0,0-1 0,-1 1 0,1-1 0,0 1 0,0-1 0,0-2 0,-1 3 0,0 1 0,0-1 0,0 0 0,0 0 0,0 1 0,-1-1 0,1 0 0,0 0 0,0 1 0,-1-1 0,1 0 0,-1 1 0,1-1 0,0 0 0,-1 1 0,1-1 0,-1 0 0,0 1 0,1-1 0,-2 0 0,0 0 0,0-1 0,-1 1 0,1 0 0,-1 0 0,1 0 0,-1 0 0,1 0 0,-6 0 0,-20-3 0,-1 2 0,1 1 0,-55 5 0,81-3 0,-1-1 0,0 1 0,0 0 0,0 0 0,0 0 0,0 0 0,1 0 0,-1 1 0,1-1 0,-1 1 0,1-1 0,-1 1 0,1 0 0,0 0 0,0 0 0,0 0 0,0 1 0,0-1 0,0 1 0,1-1 0,-1 1 0,1-1 0,0 1 0,0 0 0,0 0 0,0-1 0,0 1 0,0 0 0,1 0 0,-1 4 0,-1 11 0,1 0 0,1 0 0,3 36 0,0-19 0,-1-14 0,1-1 0,1 1 0,1 0 0,0-1 0,2 0 0,11 25 0,5 13 0,-15-26-72,6 13 252,-13-42-278,0-1-1,0 1 1,1-1 0,-1 1 0,1-1 0,0 0 0,0 0-1,0 0 1,0 0 0,0 0 0,0-1 0,0 1-1,0 0 1,4 1 0,11 3-6728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08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36 24575,'-1'11'0,"-1"1"0,0-1 0,0 0 0,-1 1 0,-1-1 0,-5 12 0,-9 31 0,12-26 0,1 0 0,2 0 0,0 0 0,3 41 0,0-56 0,1-1 0,1 0 0,0 1 0,1-1 0,0 0 0,0 0 0,2-1 0,-1 1 0,1-1 0,1 0 0,0 0 0,12 16 0,-16-25 0,1 1 0,-1-1 0,1 0 0,-1 0 0,1 0 0,0 0 0,0 0 0,0-1 0,0 1 0,0-1 0,0 0 0,0 0 0,1 0 0,-1 0 0,6 1 0,-2-2 0,0 0 0,-1 0 0,1-1 0,0 1 0,-1-2 0,1 1 0,10-4 0,-5 1 0,0-1 0,0 0 0,-1-1 0,0-1 0,0 0 0,-1 0 0,20-17 0,-20 11 0,1 1 0,-1-1 0,-1-1 0,0 0 0,-1 0 0,-1 0 0,0-1 0,-1 0 0,-1-1 0,0 1 0,4-25 0,-4 6 0,-1 1 0,-2-1 0,-1 1 0,-6-53 0,5 83 0,-1 0 0,1 0 0,-1 0 0,0 0 0,1 0 0,-1 1 0,0-1 0,-1 0 0,1 1 0,0-1 0,-1 0 0,0 1 0,1 0 0,-1-1 0,0 1 0,0 0 0,0 0 0,-1 0 0,1 0 0,0 0 0,-1 1 0,1-1 0,-1 1 0,1 0 0,-1-1 0,0 1 0,0 0 0,0 1 0,-4-2 0,-8 0 0,0 1 0,0 0 0,0 1 0,-27 3 0,11-1 0,-20 5-1365,33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17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24575,'4'-3'0,"0"0"0,0 0 0,0 1 0,0-1 0,1 1 0,-1 0 0,1 1 0,0-1 0,0 1 0,-1 0 0,1 0 0,5 0 0,6-1 0,1 1 0,20 2 0,-22 0 0,1 1 0,21 6 0,-33-7 0,1 0 0,-1 0 0,0 1 0,0-1 0,0 1 0,0 0 0,0 0 0,0 0 0,0 1 0,-1-1 0,1 1 0,5 6 0,-8-7 0,0-1 0,-1 1 0,1-1 0,-1 1 0,1-1 0,-1 1 0,0-1 0,1 1 0,-1 0 0,0-1 0,0 1 0,0 0 0,0-1 0,-1 1 0,1 0 0,0-1 0,-1 1 0,1-1 0,-1 1 0,1-1 0,-1 1 0,0-1 0,0 1 0,1-1 0,-1 0 0,0 1 0,-3 1 0,-3 6 0,-1-1 0,-1 0 0,-10 8 0,-3 3 0,-47 41 0,69-60 0,0 0 0,0 0 0,-1 0 0,1 1 0,0-1 0,0 0 0,0 0 0,0 0 0,0 1 0,-1-1 0,1 0 0,0 0 0,0 0 0,0 1 0,0-1 0,0 0 0,0 0 0,0 1 0,0-1 0,0 0 0,0 0 0,-1 0 0,1 1 0,0-1 0,1 0 0,-1 0 0,0 1 0,0-1 0,0 0 0,0 0 0,0 1 0,0-1 0,0 0 0,0 0 0,0 0 0,0 1 0,1-1 0,10 4 0,18-2 0,-27-2 0,19-1 0,-8 0 0,0 1 0,0 0 0,0 0 0,14 4 0,-25-4 0,0 0 0,0 0 0,-1 1 0,1-1 0,0 1 0,0-1 0,-1 1 0,1 0 0,-1 0 0,1 0 0,0 0 0,-1 0 0,0 0 0,1 0 0,-1 0 0,0 0 0,1 1 0,-1-1 0,0 0 0,0 1 0,0-1 0,0 1 0,0-1 0,-1 1 0,1 0 0,0-1 0,-1 1 0,1 0 0,-1 0 0,0-1 0,1 1 0,-1 0 0,0 0 0,0-1 0,0 1 0,-1 3 0,0-2 0,1 0 0,-1-1 0,-1 1 0,1 0 0,0 0 0,-1-1 0,1 1 0,-1-1 0,0 1 0,0-1 0,0 0 0,0 0 0,0 0 0,0 0 0,0 0 0,-4 1 0,-48 29 0,28-18 0,-16 13-682,-70 57-1,99-73-6143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19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24575,'-1'11'0,"0"0"0,-1 0 0,-1 0 0,0-1 0,0 1 0,-9 17 0,6-15 0,1 1 0,-7 28 0,11-36 0,-5 39 0,6-43 0,-1 0 0,1 0 0,0 0 0,0 1 0,1-1 0,-1 0 0,0 0 0,1 0 0,-1 0 0,1-1 0,-1 1 0,1 0 0,0 0 0,0 0 0,0 0 0,0-1 0,0 1 0,2 2 0,-1-4 0,0 0 0,0 0 0,0 0 0,0 0 0,0 0 0,0 0 0,0 0 0,0-1 0,0 1 0,0-1 0,0 0 0,0 1 0,0-1 0,0 0 0,0 0 0,-1 0 0,1 0 0,0-1 0,2-1 0,2-1 0,52-36 0,-41 27 0,1 1 0,29-15 0,-43 25 0,0-1 0,0 1 0,0-1 0,-1 0 0,1 0 0,-1 0 0,1 0 0,-1 0 0,0-1 0,0 0 0,-1 1 0,1-1 0,-1 0 0,3-5 0,-2 44 0,-6 40 0,0-15 0,5 65 0,2-103-1365,2-5-5461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21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0 24575,'-1'6'0,"0"0"0,0 1 0,-1-1 0,1 0 0,-4 7 0,3-8 0,0 1 0,0 0 0,0 0 0,1 0 0,0 0 0,0 6 0,1-10 0,0 0 0,1 0 0,-1 0 0,0-1 0,1 1 0,-1 0 0,1 0 0,0-1 0,0 1 0,-1 0 0,1-1 0,0 1 0,0-1 0,1 1 0,-1-1 0,0 1 0,0-1 0,1 0 0,-1 0 0,1 0 0,-1 1 0,1-2 0,-1 1 0,3 1 0,2 0 0,0-1 0,0 1 0,0-2 0,-1 1 0,1-1 0,0 1 0,0-2 0,0 1 0,0-1 0,0 0 0,-1 0 0,1 0 0,0-1 0,6-3 0,28-4 0,-33 8 0,1 0 0,-1 0 0,1 1 0,0-1 0,-1 2 0,16 1 0,-21-1 0,0 0 0,0 0 0,1 0 0,-1 0 0,0 0 0,0 0 0,0 0 0,0 1 0,0-1 0,0 1 0,-1 0 0,1-1 0,0 1 0,-1 0 0,0 0 0,1 0 0,-1 0 0,0 0 0,0 0 0,0 0 0,0 1 0,0-1 0,0 0 0,-1 1 0,1-1 0,-1 3 0,1-1 1,-1 0 0,1 0 0,-1 0 0,-1 0 0,1 0 0,0 0 0,-1 0 0,0 0 0,0 0 0,0 0 0,0 0 0,-1 0 0,0 0 0,1-1 0,-1 1-1,-1-1 1,1 1 0,0-1 0,-1 0 0,0 0 0,1 0 0,-6 4 0,-8 5-20,0 0 1,0-1-1,-30 15 0,-15 10-1293,45-23-5514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22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 24575,'5'0'0,"6"0"0,6-5 0,0-6 0,1-1 0,8 1 0,3 3 0,2-2 0,1 0 0,-7-2 0,-1 1 0,-1-3 0,0 2 0,-3 2-8191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45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4121 24575,'0'-22'0,"0"-14"0,1 0 0,7-45 0,-6 70 0,0 0 0,1 1 0,0-1 0,1 1 0,0 0 0,1 0 0,0 0 0,1 1 0,-1 0 0,2 0 0,13-16 0,-13 19 0,1 0 0,-1 1 0,1-1 0,1 1 0,-1 1 0,17-7 0,-17 8 0,0 0 0,0-1 0,-1 0 0,1 0 0,-1-1 0,0 0 0,-1 0 0,1 0 0,6-8 0,-7 4 0,0 0 0,-1-1 0,0 1 0,-1-1 0,6-19 0,-6 18 0,0 0 0,0 0 0,1 0 0,12-18 0,13-12 0,17-23 0,92-100 0,132-124 0,-236 250 0,175-177 0,-142 157 0,-45 39 0,0-1 0,22-25 0,-22 19 0,2 1 0,1 1 0,1 2 0,43-28 0,180-145 0,-107 78 0,-57 49 0,90-67 0,-24 12 0,-127 100 0,47-44 0,-40 36 0,67-52 0,-75 64 0,0-1 0,28-31 0,6-5 0,59-67 0,-16 17 0,-94 98 0,0 0 0,0-1 0,-1 1 0,6-12 0,-7 11 0,1 0 0,0 1 0,0-1 0,12-11 0,43-47 0,9-2 0,-57 57 0,-1 0 0,0-1 0,-1 0 0,-1-1 0,0 0 0,15-29 0,20-28 0,158-178 0,-163 193 0,18-20 0,-4 3 0,-42 55 0,1 0 0,1 0 0,1 2 0,18-18 0,-22 23 0,0 0 0,-1 0 0,0-2 0,-1 1 0,9-18 0,-8 13 0,1 1 0,21-24 0,-22 30-120,-5 5 7,0 0 0,0 0 0,-1 0-1,0 0 1,0-1 0,0 1 0,-1-1 0,1 0-1,-1 0 1,2-8 0,-1-5-6713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47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2305 0 24575,'-72'86'0,"9"-9"0,59-73 0,-25 28 0,-2-2 0,0-1 0,-40 28 0,30-27 0,-67 66 0,-10 8 0,3-2 0,78-67 0,-75 55 0,87-71 0,1 1 0,-30 31 0,30-27 0,-43 33 0,0-6 0,1 2 0,-87 94 0,90-82 0,21-22 0,-47 60 0,54-61 0,-1-1 0,-56 47 0,13-13 0,46-41 0,16-16 0,0 0 0,-31 22 0,28-23 0,1 0 0,0 1 0,-25 32 0,-28 27 0,37-42 0,1 1 0,-56 81 0,88-114 0,-16 20-191,-38 37-1,41-45-790,-3 3-5844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49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1 385 24575,'180'-8'0,"224"-39"0,106-7 0,-330 47 0,356-61 0,-278 27 0,25-7 0,-200 34 0,101-6 0,-63 9 0,238-16 0,-223 12 0,133-8 0,362 21 0,-302 4 0,-294 0 0,64 11 0,-64-7 0,60 3 0,94-11-1365,-165 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51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2868 0 24575,'-626'32'0,"77"-10"0,382-19 0,-139 24 0,-21 1 0,81-15 0,3 0 0,-138-14-1365,359 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52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3576 24575,'0'-1941'0,"-25"1613"0,6 140 0,-10-102 0,-10-235 0,42 244-1365,-3 258-5461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5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24575,'0'2898'-1365,"0"-2875"-5461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2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24575,'-1'98'0,"3"106"0,-2-201 0,1-1 0,-1 1 0,0-1 0,1 1 0,-1-1 0,1 1 0,0-1 0,0 1 0,0-1 0,0 0 0,0 1 0,1-1 0,-1 0 0,1 0 0,2 3 0,-3-4 0,1 0 0,-1 0 0,1 0 0,-1 0 0,1-1 0,-1 1 0,1 0 0,-1-1 0,1 1 0,0-1 0,-1 0 0,1 0 0,0 1 0,-1-1 0,1 0 0,0 0 0,3-1 0,1-1 0,0 1 0,0-1 0,0 0 0,0-1 0,-1 0 0,1 0 0,-1 0 0,0 0 0,0-1 0,0 0 0,5-5 0,-1 1 0,-1-1 0,0 0 0,-1 0 0,1-1 0,-2 0 0,9-16 0,-14 24 0,0 0 0,0 0 0,0 0 0,-1 0 0,1 0 0,-1 0 0,1-1 0,-1 1 0,0 0 0,0 0 0,0-1 0,0 1 0,0 0 0,-1 0 0,1 0 0,-1-1 0,0-1 0,-1 2 0,1 0 0,-1 0 0,1 0 0,-1 0 0,1 1 0,-1-1 0,0 0 0,0 1 0,0 0 0,0-1 0,0 1 0,0 0 0,-1 0 0,1 0 0,0 0 0,-1 1 0,1-1 0,0 1 0,-5-1 0,0-1-151,0 1-1,0 1 0,0-1 0,-1 1 1,1 0-1,0 1 0,0-1 1,-11 4-1,-1 3-6674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3:26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24575,'8'0'0,"0"0"0,1 0 0,-1 0 0,0 1 0,0 0 0,14 4 0,-20-4 0,1 0 0,-1 0 0,0 0 0,0 0 0,0 0 0,0 0 0,-1 1 0,1-1 0,0 1 0,-1-1 0,1 1 0,0 0 0,-1 0 0,0 0 0,1-1 0,-1 1 0,0 1 0,0-1 0,0 0 0,-1 0 0,1 0 0,0 0 0,-1 1 0,1-1 0,-1 3 0,0 6 0,-1-1 0,0 0 0,0 0 0,-1 0 0,-1 0 0,0 0 0,0 0 0,-1 0 0,0-1 0,-9 14 0,-7 22 0,2-1 0,11-31 0,2 0 0,-1 0 0,2 0 0,0 1 0,1 0 0,-3 24 0,6 97-1365,0-111-5461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10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1 274 24575,'33'-15'0,"0"2"0,1 1 0,63-13 0,109-5 0,-121 19 0,624-42 0,5 47 0,-539 7 0,565-48 0,-415 18 0,345-5 0,157 36-1365,-805-2-5461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11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3660 1 24575,'-1741'0'0,"976"52"0,659-41 0,-665 9-89,519-22-1187,228 2-5550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13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5271 24575,'0'-5105'0,"-1"5084"-273,0 0 0,-1 0 0,-1 1 0,-6-22 0,-3 1-6553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15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24575,'3'52'0,"11"67"0,-5-49 0,109 687 0,-107-678-455,-4 1 0,-4 133 0,-4-191-6371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18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3579 24417,'3796'-3579'0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21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263 474 24575,'-27'9'0,"5"-1"0,-23-2 0,0-2 0,-79-3 0,216-40 0,-43 27 0,-31 9 0,0-2 0,26-9 0,34-13 0,-61 23 0,-1-1 0,0 0 0,0-2 0,0 0 0,-1 0 0,26-18 0,-26 15 0,0 1 0,1 0 0,0 1 0,29-10 0,-25 11 0,0-1 0,34-21 0,-51 28 0,-1 0 0,1-1 0,-1 0 0,0 0 0,0 0 0,0 0 0,0 0 0,0 0 0,0 0 0,0-1 0,-1 1 0,1-1 0,-1 1 0,1-1 0,-1 1 0,0-1 0,0 0 0,-1 0 0,1 1 0,0-1 0,-1 0 0,0 0 0,1 0 0,-1 0 0,0 0 0,-1-5 0,-1 2 0,0-1 0,-1 0 0,1 1 0,-1-1 0,-1 1 0,1 0 0,-1 0 0,0 0 0,-8-9 0,-9-12 0,-19-23 0,38 47 0,0 1 0,-1 0 0,1 0 0,-1 0 0,0 0 0,0 0 0,1 1 0,-1-1 0,0 1 0,-1 0 0,1 0 0,0 0 0,0 0 0,0 0 0,-6 0 0,8 1 0,-1 1 0,0-1 0,0 0 0,1 1 0,-1-1 0,0 1 0,1 0 0,-1 0 0,0-1 0,1 1 0,-1 0 0,1 0 0,-1 0 0,1 1 0,0-1 0,-1 0 0,1 1 0,0-1 0,0 0 0,0 1 0,0-1 0,0 1 0,0 0 0,1-1 0,-1 1 0,0 0 0,1-1 0,-1 1 0,1 0 0,0 0 0,-1 2 0,-1 8 0,1 1 0,0-1 0,1 17 0,0-21 0,4 382 0,-4-382-273,0 0 0,1 0 0,-1 0 0,4 9 0,1 0-6553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2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8 442 24575,'1'5'0,"-1"1"0,1-1 0,0 1 0,0-1 0,1 0 0,-1 0 0,1 0 0,0 0 0,1 0 0,-1 0 0,1 0 0,0-1 0,0 1 0,0-1 0,1 0 0,-1 0 0,1 0 0,0 0 0,7 4 0,-3-3 0,-1 0 0,1 0 0,0-1 0,0 0 0,0 0 0,1-1 0,-1 0 0,1-1 0,0 0 0,18 2 0,-8-5 0,1 0 0,0-1 0,0-1 0,32-9 0,-17 3 0,-24 6 0,0-1 0,0 0 0,0-1 0,0-1 0,-1 1 0,1-2 0,16-13 0,-12 8 0,0-1 0,-2-1 0,1 0 0,11-17 0,-17 21 0,-1-1 0,0 0 0,-1 0 0,0-1 0,-1 1 0,0-1 0,-1-1 0,0 1 0,-1 0 0,0-1 0,-1 0 0,-1 0 0,0 0 0,-1-13 0,1 17 0,-2-1 0,1 0 0,-1 1 0,-1 0 0,0-1 0,-3-10 0,3 16 0,0 1 0,0-1 0,0 0 0,0 1 0,0-1 0,-1 1 0,0 0 0,0 0 0,0 0 0,0 0 0,0 1 0,0-1 0,-1 1 0,1-1 0,-1 1 0,-7-2 0,-21-9 0,-2 2 0,-44-9 0,-11-2 0,66 15 0,-1 1 0,0 1 0,-30-2 0,45 6 0,1 1 0,-1 0 0,1 0 0,0 0 0,-1 1 0,1 1 0,0-1 0,-1 1 0,1 1 0,0 0 0,1 0 0,-16 8 0,20-8 0,0 0 0,0 0 0,0 0 0,0 0 0,1 1 0,-1-1 0,1 1 0,0-1 0,0 1 0,0 0 0,0 0 0,1 0 0,-1 0 0,1 0 0,0 1 0,1-1 0,-1 7 0,-1 10 0,2-1 0,3 31 0,-1-19 0,-2-27 9,1 0 1,-1 0-1,1-1 0,0 1 0,0 0 1,0 0-1,1-1 0,0 1 0,0-1 0,0 1 1,0-1-1,6 7 0,-7-10-49,0 1 0,1-1 0,-1 0-1,1 0 1,-1 0 0,1 0 0,-1 0 0,1 0 0,0 0 0,-1-1 0,1 1-1,0-1 1,-1 1 0,1-1 0,0 0 0,0 1 0,0-1 0,-1 0-1,1 0 1,0 0 0,0-1 0,0 1 0,-1 0 0,1-1 0,0 1-1,0-1 1,-1 1 0,1-1 0,0 0 0,-1 0 0,1 0 0,-1 0 0,1 0-1,-1 0 1,1 0 0,1-3 0,10-8-6786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27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68 192 24575,'-68'-1'0,"83"-3"0,-1-2 0,0 0 0,0 0 0,17-12 0,20-8 0,129-45 0,-155 63 0,1 2 0,0 1 0,0 0 0,0 2 0,36 1 0,-51 2 0,-1 0 0,1-1 0,-1 0 0,1-1 0,-1 0 0,1-1 0,16-6 0,-27 6 0,-6 1 0,-10 1 0,-227 2 0,240-1 0,0 0 0,0 1 0,0-1 0,1 1 0,-1 0 0,0 0 0,0 0 0,0 0 0,0 1 0,1-1 0,-1 1 0,1-1 0,-1 1 0,1 0 0,0 0 0,-1 0 0,1 0 0,0 1 0,0-1 0,1 1 0,-1-1 0,0 1 0,1-1 0,0 1 0,-1 0 0,1 0 0,0 0 0,1 0 0,-1 0 0,0 0 0,0 3 0,0 11 0,-1 1 0,2 0 0,0 0 0,5 24 0,-2-1 0,-1 123-1365,-2-140-5461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43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24575,'0'438'0,"0"-432"0,0 0 0,0 0 0,1 0 0,0 0 0,0 0 0,0-1 0,1 1 0,0 0 0,0-1 0,0 0 0,1 1 0,0-1 0,4 6 0,-5-8 0,0-1 0,1 0 0,-1 0 0,1 0 0,-1 0 0,1 0 0,0 0 0,0-1 0,0 0 0,0 1 0,0-1 0,0 0 0,0 0 0,0-1 0,0 1 0,0 0 0,0-1 0,1 0 0,-1 0 0,0 0 0,0 0 0,1-1 0,-1 1 0,0-1 0,6-2 0,1 0 0,-1-1 0,0 0 0,0 0 0,0-1 0,0 0 0,13-12 0,49-45 0,-46 39 0,-18 17 0,0-1 0,0-1 0,-1 1 0,0-1 0,0 0 0,-1-1 0,0 1 0,-1-1 0,0 0 0,0 0 0,-1-1 0,0 1 0,0-1 0,-1 1 0,1-12 0,-3 15 0,0 1 0,0-1 0,0 1 0,-1-1 0,0 1 0,0-1 0,0 1 0,0 0 0,-1-1 0,0 1 0,0 0 0,-1 0 0,1 1 0,-1-1 0,0 0 0,0 1 0,-1-1 0,1 1 0,-1 0 0,0 0 0,0 1 0,0-1 0,-1 1 0,1 0 0,-1 0 0,0 0 0,0 1 0,-6-3 0,-52-24-9,42 17-330,-1 2 0,0 1 0,-39-11 0,37 16-6487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4:57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24575,'-1'7'0,"0"1"0,-1-1 0,0 0 0,0 1 0,-3 6 0,-4 14 0,-1 10 0,2 1 0,1 0 0,-2 68 0,9-76 0,0 0 0,-3 0 0,-9 51 0,5-40 0,2 0 0,2 0 0,2 0 0,4 44 0,-1 4 0,-2 101-1365,0-168-5461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4:59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0 378 24575,'6'-4'0,"-1"-1"0,1 2 0,-1-1 0,1 1 0,0 0 0,7-3 0,25-14 0,-26 12 0,0 1 0,1 1 0,26-11 0,-25 12 0,-1 0 0,0-1 0,24-16 0,-27 16 0,-1 0 0,1 1 0,1 1 0,-1-1 0,1 1 0,-1 1 0,1 0 0,0 1 0,13-2 0,-23 4 0,1 0 0,0 0 0,0 0 0,0-1 0,-1 1 0,1-1 0,0 1 0,0-1 0,-1 0 0,1 1 0,0-1 0,-1 0 0,1 0 0,-1 0 0,1 0 0,-1-1 0,0 1 0,1 0 0,-1 0 0,0-1 0,0 1 0,0-1 0,0 1 0,0-1 0,0 0 0,0 1 0,0-1 0,-1 0 0,1 1 0,-1-1 0,1 0 0,-1-3 0,0 1 0,-1-1 0,0 1 0,0 0 0,0-1 0,0 1 0,-1 0 0,0 0 0,0 0 0,0 0 0,0 0 0,0 0 0,-6-6 0,-4-5 0,-1 1 0,1 0 0,-2 1 0,0 0 0,-1 1 0,-23-14 0,37 25 0,0 1 0,1-1 0,-1 1 0,0-1 0,0 1 0,0-1 0,0 1 0,0 0 0,0 0 0,0-1 0,0 1 0,1 0 0,-1 0 0,0 0 0,0 0 0,0 0 0,0 0 0,0 0 0,0 0 0,0 0 0,0 1 0,0-1 0,0 0 0,0 1 0,0-1 0,0 0 0,1 1 0,-1-1 0,0 1 0,0-1 0,0 1 0,1 0 0,-1-1 0,0 1 0,1 0 0,-1 0 0,1-1 0,-1 1 0,0 0 0,1 0 0,0 0 0,-1 0 0,1 0 0,0-1 0,-1 1 0,1 0 0,0 2 0,-2 5 0,1 0 0,0 0 0,0 0 0,1 13 0,0-14 0,-1 80 0,4 1 0,3-1 0,30 142 0,-30-197-341,0-1 0,-3 1-1,0 63 1,-3-72-6485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57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427 150 24575,'-30'2'0,"0"1"0,1 1 0,-1 2 0,1 1 0,1 1 0,-1 2 0,-27 13 0,33-15 0,-48 9 0,0 0 0,89-13 0,17-2 0,32-1 0,104-4 0,-168 3 0,-1-1 0,0 1 0,0 0 0,1-1 0,-1 1 0,0-1 0,0 1 0,0-1 0,0 0 0,0 0 0,0 0 0,0 0 0,0-1 0,0 1 0,0 0 0,-1-1 0,1 1 0,-1-1 0,1 0 0,-1 0 0,1 1 0,1-5 0,-2 4 0,-1 0 0,0 0 0,1 0 0,-1 0 0,0 0 0,0 0 0,0 0 0,0 0 0,0 0 0,-1 0 0,1 0 0,-1 0 0,1 0 0,-1 0 0,0 0 0,1 1 0,-1-1 0,0 0 0,0 0 0,0 1 0,-1-1 0,1 0 0,0 1 0,-1-1 0,-2-1 0,-14-13 0,-2 0 0,-21-12 0,-19-16 0,28 21 0,25 19 0,1 0 0,-1-1 0,1 0 0,0 0 0,0-1 0,1 1 0,0-2 0,-6-6 0,100 188 0,49 104 0,-81-181 0,-43-68 32,-12-25-187,0 0 0,0 0-1,1-1 1,-1 1 0,1-1 0,0 1-1,0-1 1,4 4 0,6 2-6671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5:58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30 24575,'0'26'0,"1"0"0,0 0 0,3 0 0,0 0 0,1 0 0,1-1 0,19 46 0,-6-26 0,-11-23 0,1-1 0,1 0 0,1 0 0,22 31 0,-28-47 0,-1 0 0,1 0 0,0 0 0,0 0 0,1-1 0,-1 0 0,1 0 0,0-1 0,0 1 0,0-1 0,1-1 0,-1 1 0,1-1 0,-1 0 0,1 0 0,0-1 0,0 0 0,-1 0 0,1-1 0,9 0 0,-6 0 0,0-1 0,0 0 0,0-1 0,0 0 0,0-1 0,-1 0 0,1 0 0,-1-1 0,0 0 0,0 0 0,0-1 0,-1-1 0,0 1 0,0-1 0,0-1 0,-1 1 0,1-1 0,-2-1 0,12-15 0,-9 10 0,-1-1 0,0-1 0,-1 0 0,-1 0 0,0 0 0,-2 0 0,1-1 0,-2 0 0,0 0 0,-1 0 0,1-23 0,-3 21 0,1 6 0,-1 0 0,0 0 0,-3-17 0,2 25 0,0 0 0,0 1 0,-1-1 0,1 0 0,-1 0 0,1 1 0,-1-1 0,0 1 0,-1 0 0,1-1 0,-1 1 0,1 0 0,-1 0 0,-4-3 0,-6-3 0,-1 0 0,0 0 0,0 2 0,-1-1 0,1 2 0,-2 0 0,1 1 0,-1 1 0,1 0 0,-25-3 0,-17 2 0,-91 3 0,135 2 0,6 0 0,0 0 0,0 0 0,1 1 0,-1 0 0,0 0 0,1 1 0,-1 0 0,1 0 0,-11 5 0,14-5 0,0 0 0,1 0 0,-1 1 0,1-1 0,-1 0 0,1 1 0,0 0 0,0-1 0,0 1 0,0 0 0,0 0 0,1 0 0,0 0 0,-1 1 0,1-1 0,0 0 0,0 0 0,1 1 0,-1-1 0,1 7 0,-2 15-1365,2-2-5461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6:52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1 323 24575,'0'-11'0,"0"0"0,2 0 0,-1 0 0,2 0 0,-1 0 0,1 1 0,1-1 0,0 1 0,0 0 0,1 0 0,0 1 0,1-1 0,7-8 0,8-8 0,2 2 0,49-42 0,-43 40 0,-26 23 0,0 1 0,0-1 0,0 1 0,0 0 0,1 0 0,-1 0 0,1 0 0,-1 1 0,1-1 0,0 1 0,0 0 0,-1 0 0,1 0 0,0 1 0,0-1 0,0 1 0,0 0 0,0 0 0,0 0 0,0 1 0,0-1 0,0 1 0,-1 0 0,1 0 0,0 1 0,0-1 0,-1 1 0,1-1 0,-1 1 0,1 0 0,-1 1 0,0-1 0,0 0 0,0 1 0,0 0 0,0 0 0,-1 0 0,1 0 0,-1 0 0,0 0 0,0 1 0,0-1 0,0 1 0,-1-1 0,1 1 0,-1 0 0,2 5 0,1 16 0,0 0 0,-2-1 0,-1 1 0,0 0 0,-5 35 0,1 11 0,3-65 0,0 24 0,0-1 0,-2 1 0,-2 0 0,0 0 0,-13 41 0,-28 91 0,36-126 0,15-38 0,-1-1 0,0 1 0,0-1 0,0-1 0,0 1 0,5-5 0,1 1 0,0 0 0,1 1 0,-1 0 0,1 1 0,0 0 0,1 1 0,-1 0 0,1 1 0,0 1 0,15-2 0,18 2 0,72 4 0,-34 1 0,-30-3-1365,-30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11.9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84 331 24575,'-1'-69'0,"2"-81"0,0 145 0,0 1 0,-1-1 0,2 0 0,-1 1 0,0 0 0,1-1 0,0 1 0,0 0 0,0 0 0,1 0 0,-1 0 0,1 0 0,0 0 0,0 1 0,0 0 0,7-6 0,-5 5 0,1 0 0,0 0 0,0 1 0,0 0 0,0 0 0,1 0 0,-1 1 0,1 0 0,0 0 0,12-2 0,-14 3 0,1 1 0,-1-1 0,1 1 0,-1 0 0,0 0 0,1 0 0,-1 1 0,0 0 0,1 0 0,-1 0 0,0 1 0,0 0 0,0 0 0,0 0 0,0 0 0,0 1 0,-1 0 0,1 0 0,-1 0 0,0 1 0,0-1 0,0 1 0,0 0 0,-1 0 0,1 0 0,-1 1 0,0-1 0,0 1 0,-1-1 0,0 1 0,3 6 0,1 19 0,-2 0 0,-1 0 0,-1 0 0,-1 0 0,-5 46 0,1 4 0,1-59 0,0-1 0,-2 1 0,0-1 0,-1 0 0,-1 0 0,-1-1 0,0 1 0,-2-2 0,0 1 0,-1-1 0,-1 0 0,-24 29 0,-14 11 0,-2-3 0,-68 56 0,102-96 0,6-6 0,12-10 0,22-15 0,32-12 0,1 4 0,0 1 0,115-28 0,-141 46-89,0 1 0,1 2 0,57 3 0,-53-1-920,-12 1-5817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13.8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1 368 24575,'5'0'0,"1"-1"0,0 0 0,-1-1 0,1 1 0,-1-1 0,0 0 0,1 0 0,-1-1 0,0 0 0,6-4 0,-5 3 0,1 0 0,0 1 0,0 0 0,0 0 0,12-3 0,59-7 0,-41 8 0,0-2 0,39-13 0,-33 6 0,86-16 0,-125 29 0,0 0 0,0 0 0,0 0 0,0 0 0,0-1 0,-1 1 0,1-1 0,-1 0 0,1 0 0,4-4 0,-7 5 0,0 0 0,-1 1 0,1-1 0,0 0 0,0 0 0,-1 0 0,1 0 0,0 0 0,-1 0 0,1 0 0,-1 0 0,0 0 0,1-1 0,-1 1 0,0 0 0,1 0 0,-1 0 0,0 0 0,0-1 0,0 1 0,0 0 0,0 0 0,0 0 0,-1 0 0,1-1 0,0 1 0,-1 0 0,1 0 0,0 0 0,-1 0 0,1 0 0,-1 0 0,0 0 0,1 0 0,-1 0 0,0 0 0,0 0 0,-1-1 0,-3-3 0,0 0 0,-1 0 0,0 1 0,0 0 0,0 0 0,0 1 0,-1-1 0,1 1 0,-10-3 0,-70-17 0,45 13 0,25 4 0,0 0 0,1-1 0,0 0 0,-28-19 0,-22-11 0,65 36 0,-1 1 0,0 0 0,0-1 0,0 1 0,1-1 0,-1 1 0,0 0 0,0-1 0,0 1 0,0 0 0,0 0 0,1 0 0,-1 0 0,0 0 0,0 0 0,0 0 0,0 0 0,0 0 0,0 0 0,0 0 0,1 1 0,-1-1 0,0 0 0,0 1 0,0-1 0,0 1 0,1-1 0,-2 1 0,1 1 0,0-1 0,0 1 0,1-1 0,-1 1 0,0-1 0,1 1 0,-1-1 0,1 1 0,0 0 0,0-1 0,-1 1 0,1-1 0,0 1 0,0 2 0,1 7 0,1 0 0,0 1 0,4 13 0,20 56 0,-13-42 0,-2-1 0,7 41 0,-13-52 0,2 0 0,1 0 0,17 38 0,-11-29 0,6 31 77,-17-50-437,2 0-1,0-1 1,9 21-1,-3-18-6465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19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24575,'0'4'0,"0"7"0,0 6 0,5 0 0,1 2 0,0 2 0,-1 2 0,-2 2 0,-1 1 0,-1 2 0,0-1 0,3-4 0,2-1 0,5 0 0,-1-4-8191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21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0 141 24575,'1'-7'0,"0"1"0,0 0 0,1-1 0,0 1 0,0 0 0,0 0 0,1 0 0,0 0 0,0 1 0,0-1 0,1 1 0,0 0 0,0 0 0,0 0 0,1 0 0,-1 1 0,1 0 0,6-4 0,-7 4 0,1 0 0,-1 1 0,1 0 0,0 0 0,0 1 0,0-1 0,0 1 0,0 0 0,1 1 0,-1-1 0,1 1 0,-1 0 0,1 0 0,-1 1 0,1 0 0,-1 0 0,1 0 0,-1 0 0,1 1 0,-1 0 0,7 2 0,-9-2 0,0 1 0,-1 0 0,1 0 0,0 0 0,-1 0 0,0 1 0,1-1 0,-1 0 0,0 1 0,0 0 0,-1-1 0,1 1 0,0 0 0,-1 0 0,0 0 0,0 0 0,0 0 0,0 0 0,0 1 0,0-1 0,-1 0 0,0 0 0,1 1 0,-1-1 0,0 0 0,-1 6 0,0 3 0,0 0 0,-1 0 0,-1 0 0,0 0 0,-8 21 0,7-24 0,-1 0 0,0 0 0,-10 11 0,11-15 0,0 0 0,0 1 0,0-1 0,1 1 0,0-1 0,0 1 0,1 0 0,-1 0 0,1 0 0,-2 10 0,5-16 0,-1 1 0,0-1 0,1 1 0,-1-1 0,0 0 0,0 1 0,1-1 0,-1 0 0,1 1 0,-1-1 0,0 0 0,1 1 0,-1-1 0,1 0 0,-1 0 0,1 0 0,-1 1 0,0-1 0,1 0 0,-1 0 0,1 0 0,-1 0 0,1 0 0,-1 0 0,1 0 0,-1 0 0,1 0 0,-1 0 0,1 0 0,-1 0 0,1 0 0,-1 0 0,1-1 0,-1 1 0,1 0 0,-1 0 0,0 0 0,1-1 0,-1 1 0,1-1 0,29-10 0,-24 9 0,109-51 128,-10 5-1621,-84 39-5333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24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24575,'14'0'0,"0"0"0,0 1 0,0 1 0,0 1 0,0 0 0,0 0 0,22 10 0,-32-11 0,-1-1 0,0 1 0,0 0 0,0 0 0,0 0 0,0 0 0,0 0 0,0 0 0,-1 1 0,1 0 0,-1-1 0,1 1 0,-1 0 0,0 0 0,0 0 0,-1 0 0,1 1 0,-1-1 0,1 0 0,-1 1 0,0-1 0,0 1 0,-1-1 0,1 1 0,-1 0 0,1-1 0,-1 1 0,0-1 0,-1 1 0,1 0 0,-1-1 0,1 1 0,-1-1 0,-2 6 0,1-4 0,-2 8 0,0 0 0,0 1 0,1-1 0,1 1 0,1 0 0,-1 16 0,2-19 14,0 1-1,0-1 0,-1 0 0,-1 0 1,0 0-1,0 0 0,-1 0 1,-9 20-1,9-25-112,-1 1 0,0-1 0,0 0 0,0 0 0,-1 0 0,0-1 0,0 0 0,-1 0 0,0 0 0,0 0 0,0-1 0,0 0 0,0-1 0,-12 6 0,-2-1-6727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26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0 24575,'-2'26'0,"-1"-1"0,-1 0 0,-12 42 0,10-46 0,1-7 0,4-10 0,-1-1 0,1 1 0,0-1 0,0 1 0,0-1 0,1 1 0,-1 0 0,1 0 0,0 3 0,0-7 0,1 1 0,-1-1 0,0 0 0,0 0 0,1 0 0,-1 0 0,0 0 0,1 0 0,-1 0 0,0 0 0,1 0 0,-1 0 0,0 0 0,1 0 0,-1 0 0,0 0 0,0 0 0,1 0 0,-1 0 0,0 0 0,1 0 0,-1-1 0,0 1 0,0 0 0,1 0 0,-1 0 0,0 0 0,0-1 0,1 1 0,-1 0 0,0 0 0,0-1 0,0 1 0,1 0 0,-1 0 0,0-1 0,11-9 0,-10 9 0,5-6 0,0 1 0,1 0 0,0 0 0,0 0 0,0 0 0,1 1 0,0 1 0,0-1 0,0 1 0,0 0 0,16-4 0,-16 6 0,14-3 0,-21 5 0,-1 0 0,1 0 0,-1 0 0,1 0 0,-1 1 0,0-1 0,1 0 0,-1 0 0,1 0 0,-1 1 0,0-1 0,1 0 0,-1 0 0,0 1 0,1-1 0,-1 0 0,0 1 0,1-1 0,-1 0 0,0 1 0,0-1 0,0 0 0,1 1 0,-1-1 0,0 1 0,0-1 0,0 0 0,0 1 0,1-1 0,-1 1 0,0-1 0,0 1 0,0-1 0,0 0 0,0 1 0,0-1 0,0 1 0,-1-1 0,1 1 0,0-1 0,0 0 0,0 1 0,0-1 0,0 1 0,-1 0 0,0 2 0,0 0 0,-1 0 0,0 0 0,1 0 0,-1 0 0,0-1 0,0 1 0,-1-1 0,1 1 0,-5 3 0,-14 18 0,18-17-170,0 0-1,0 0 0,0 0 1,1 0-1,0 1 0,1-1 1,-2 11-1,1 5-6655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27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2212 2263 24575,'-13'-21'0,"-1"0"0,-1 1 0,-1 1 0,-1 0 0,-28-24 0,18 17 0,-42-48 0,42 42 0,-59-50 0,66 64 0,0 0 0,-21-26 0,10 11 0,-65-51 0,57 52 0,-36-39 0,58 54 0,-1 0 0,-1 1 0,-1 1 0,-33-19 0,5-4 0,20 14 0,-79-64 0,-142-149 0,192 170 0,38 42 0,-26-25 0,-179-181 0,155 166 0,33 32 0,-43-50 0,17 8 0,-95-122 0,131 164 0,-48-45 0,42 47 0,-33-44 0,43 50 0,-9-15 0,31 39 3,0 1-1,-1 0 1,1 0 0,0-1-1,0 1 1,-1 0-1,1-1 1,0 1-1,0 0 1,0-1 0,-1 1-1,1 0 1,0-1-1,0 1 1,0 0-1,0-1 1,0 1 0,0 0-1,0-1 1,0 1-1,0 0 1,0-1-1,0 1 1,0 0 0,0-1-1,0 1 1,0-1-1,0 1 1,0 0-1,1-1 1,-1 1 0,0-1-1,12 3-1452,0 3-5376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29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24575,'232'210'0,"14"9"0,-219-197 0,124 126 0,-101-95 0,72 60 0,165 130 0,-166-137 0,38 47 0,-126-122 52,-24-24-406,-1 1-1,1 0 1,12 18 0,-9-9-6472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32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1667 519 24575,'2'-6'0,"0"-1"0,1 1 0,-1 0 0,1 0 0,1 0 0,-1 0 0,1 0 0,0 0 0,0 1 0,8-8 0,85-76 0,-40 38 0,-51 47 0,1-1 0,-1 1 0,1 0 0,0 0 0,0 1 0,0 0 0,1 0 0,-1 1 0,10-3 0,-8 3 0,0 0 0,-1-1 0,0 0 0,1 0 0,-1-1 0,15-10 0,70-67 0,-81 71 0,1-2 0,-1 1 0,16-22 0,-21 24 0,0 0 0,1 1 0,0-1 0,0 2 0,1-1 0,0 1 0,0 0 0,20-10 0,-14 9 0,-19 7 0,-29 9 0,4 4 0,1 1 0,1 0 0,0 3 0,1 0 0,0 1 0,-33 31 0,53-43 0,-119 96 0,80-72 0,32-22 0,1 0 0,0 1 0,1 0 0,-1 1 0,2 0 0,-1 1 0,1 0 0,-12 16 0,22-25 0,-69 90 0,47-69 0,-45 33 0,13-11 0,-99 80 0,92-83 0,-73 36 0,79-48 0,2 3 0,-65 49 0,-132 104 0,219-163 0,-73 57 0,54-39 0,-75 44 0,-20 16 0,-1 0 0,110-75 0,27-19 0,0 1 0,-1-1 0,-19 9 0,24-15 0,10-7 0,12-8 0,26-19-46,-31 23-174,1 0 0,0 1 0,1 1 1,-1 0-1,31-13 0,-26 16-6606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35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2400 24575,'-1'-136'0,"23"-173"0,39-137 0,-33 266 0,-17 113 0,-4 31 0,2-59 0,-8-14 0,-3 46 0,3 0 0,4 0 0,15-86 0,1 49 0,-6-1 0,-3 0 0,-3-150 0,-8 210 0,0 25 0,0 0 0,-2-1 0,-2-18 0,3 35 0,0 0 0,0-1 0,0 1 0,0 0 0,0 0 0,0-1 0,0 1 0,0 0 0,0 0 0,0 0 0,-1-1 0,1 1 0,0 0 0,0 0 0,0 0 0,0-1 0,0 1 0,-1 0 0,1 0 0,0 0 0,0 0 0,0 0 0,-1-1 0,1 1 0,0 0 0,0 0 0,0 0 0,-1 0 0,1 0 0,0 0 0,0 0 0,-1 0 0,1 0 0,0 0 0,0 0 0,0 0 0,-1 0 0,1 0 0,0 0 0,0 0 0,-1 0 0,1 0 0,0 0 0,0 0 0,0 0 0,-1 0 0,1 0 0,0 0 0,0 1 0,0-1 0,-1 0 0,1 0 0,0 0 0,0 0 0,0 1 0,0-1 0,-1 0 0,1 0 0,0 0 0,0 1 0,0-1 0,0 0 0,0 0 0,0 0 0,0 1 0,0-1 0,-1 0 0,-9 16 0,3-2 0,2 0 0,-1 1 0,2-1 0,0 1 0,1 0 0,0 1 0,0 15 0,1-12 0,-1-1 0,-1 1 0,0-1 0,-9 23 0,5-17 0,0 1 0,2-1 0,1 2 0,-3 30 0,-1 7 0,2-28 0,-5 29 0,3 0 0,-1 72 0,11 1087 0,-3-1180 0,-10 59 0,-2 21 0,15 14 0,-3 42 0,-2-154 0,0 1 0,-15 42 0,12-45 0,0 1 0,2 0 0,-3 31 0,8 142 0,0 5 0,-16-73 0,7-73 0,-2 17 0,-4-1 0,-25 74 0,34-120-227,1 0-1,1 0 1,1 1-1,1-1 1,3 49-1,-1-63-6598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38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1656 30 24575,'-1656'0'0,"4274"0"0,-2583-2 0,61-10 0,18-2 0,197 13 62,-162 2-1489,-126-1-5399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50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 24575,'6'-1'0,"-1"0"0,0-1 0,1 1 0,-1-1 0,0-1 0,0 1 0,0-1 0,8-5 0,12-7 0,-21 13 0,116-47 0,-103 44 0,2 0 0,-1 1 0,0 1 0,37-2 0,-30 4 0,-12 0 0,0 1 0,0 0 0,0 1 0,21 3 0,-32-3 0,1-1 0,0 1 0,-1 0 0,1 0 0,0 0 0,-1 0 0,1 1 0,-1-1 0,0 1 0,1-1 0,-1 1 0,0 0 0,0 0 0,0 0 0,0 0 0,-1 0 0,1 0 0,0 1 0,-1-1 0,0 1 0,1-1 0,-1 1 0,0-1 0,0 1 0,0 0 0,0 4 0,1 11 0,0 0 0,-1 1 0,-1-1 0,-1 0 0,0 1 0,-2-1 0,0 0 0,-1 0 0,0 0 0,-2-1 0,0 1 0,-1-1 0,-13 23 0,1-8 0,-1-2 0,-2 0 0,0-1 0,-2-1 0,-49 44 0,24-23 0,37-35 0,0-1 0,-1-1 0,0 0 0,-1-1 0,-22 14 0,56-48 0,0 6 0,1 1 0,0 2 0,1 0 0,1 1 0,0 1 0,0 1 0,1 1 0,37-10 0,-26 9 23,-1-2 0,38-21-1,-48 22-260,-1 1-1,1 1 0,1 1 0,-1 1 0,52-9 0,-52 15-6587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52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24575,'7'-6'0,"-1"1"0,1-1 0,0 1 0,0 1 0,1-1 0,-1 2 0,1-1 0,0 1 0,0 0 0,0 0 0,1 1 0,-1 0 0,9-1 0,13 1 0,0 0 0,44 4 0,-42 0 0,42-3 0,-72 1 0,-1 0 0,0 0 0,0 0 0,1 0 0,-1 0 0,0-1 0,0 1 0,0 0 0,0-1 0,1 1 0,-1-1 0,0 1 0,0-1 0,0 1 0,0-1 0,0 0 0,1-1 0,-2 2 0,0-1 0,0 1 0,0-1 0,0 1 0,0-1 0,0 1 0,0-1 0,0 1 0,0-1 0,0 1 0,0-1 0,0 1 0,-1-1 0,1 1 0,0-1 0,0 1 0,-1-1 0,1 1 0,0-1 0,-1 1 0,1 0 0,0-1 0,-1 1 0,1 0 0,0-1 0,-1 1 0,0-1 0,-44-26 0,34 21 0,-10-8 0,-37-33 0,21 16 0,32 26 0,-28-23 0,32 26 0,-1 1 0,1-1 0,-1 0 0,1 0 0,0 1 0,0-1 0,0 0 0,0 0 0,0 0 0,0 0 0,0 0 0,1 0 0,-1 0 0,1 0 0,-1-4 0,11 33 0,20 105 0,-1-9 0,-19-70 0,-1-10 0,4 67 0,-13-103-114,0 0 1,0 0-1,1-1 0,0 1 0,0 0 1,1-1-1,0 1 0,0-1 0,0 1 1,1-1-1,5 10 0,3-4-6712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46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24575,'-1'80'0,"0"-17"0,2 0 0,11 74 0,0-24 0,-4 1 0,-9 140 0,-2-87 0,2-110-80,-1-34-134,1 0 0,2 0-1,0-1 1,1 1 0,9 36 0,-5-42-6612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9:48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0 282 24575,'88'2'0,"98"-5"0,-73-20 0,-107 22 0,1 0 0,-1 0 0,1-1 0,-1 0 0,1 0 0,8-5 0,-14 7 0,0-1 0,0 1 0,0-1 0,-1 1 0,1-1 0,0 1 0,0-1 0,0 0 0,0 0 0,0 1 0,-1-1 0,1 0 0,0 0 0,-1 0 0,1 0 0,-1 0 0,1 0 0,-1 0 0,1 0 0,-1 0 0,0 0 0,1 0 0,-1 0 0,0 0 0,0 0 0,0 0 0,0 0 0,0-1 0,0 1 0,0 0 0,0 0 0,0 0 0,-1 0 0,1 0 0,0 0 0,-1 0 0,1 0 0,-1 0 0,1 0 0,-1 0 0,1 0 0,-1 0 0,0 0 0,1 0 0,-1 1 0,0-1 0,0 0 0,-1 0 0,-2-3 0,0 1 0,-1-1 0,0 1 0,0 0 0,0 1 0,0-1 0,0 1 0,-8-2 0,-21-11 0,24 8 0,1-1 0,0 1 0,1-2 0,-1 1 0,2-1 0,-1 0 0,-9-16 0,9 13 0,-1 0 0,0 1 0,-17-17 0,25 27 0,1 1 0,-1-1 0,1 0 0,-1 1 0,0-1 0,1 0 0,-1 1 0,0-1 0,1 1 0,-1-1 0,0 1 0,0-1 0,0 1 0,1 0 0,-1-1 0,0 1 0,0 0 0,0 0 0,0 0 0,0-1 0,0 1 0,1 0 0,-1 0 0,0 0 0,0 0 0,0 1 0,0-1 0,0 0 0,0 0 0,0 0 0,1 1 0,-1-1 0,0 1 0,0-1 0,0 0 0,1 1 0,-1-1 0,0 1 0,1 0 0,-1-1 0,0 1 0,1-1 0,-1 1 0,1 0 0,-1 0 0,1-1 0,-1 1 0,1 0 0,-1 0 0,1 0 0,0-1 0,-1 1 0,1 0 0,0 0 0,0 0 0,0 0 0,0 0 0,0 1 0,-2 8 0,0 1 0,1-1 0,0 18 0,1-25 0,3 469-1365,-3-448-5461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07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24575,'0'439'0,"0"-434"0,0 0 0,1 0 0,-1 0 0,1 0 0,0 0 0,0 0 0,1 0 0,-1 0 0,1-1 0,3 7 0,-4-9 0,0-1 0,0 0 0,0 0 0,1 1 0,-1-1 0,0 0 0,0 0 0,1 0 0,-1 0 0,0-1 0,1 1 0,-1 0 0,1-1 0,-1 1 0,1 0 0,-1-1 0,1 0 0,0 1 0,-1-1 0,1 0 0,-1 0 0,1 0 0,0 0 0,-1 0 0,1 0 0,0-1 0,-1 1 0,1 0 0,-1-1 0,1 1 0,-1-1 0,1 0 0,-1 0 0,1 1 0,1-3 0,8-4 0,0-1 0,-1 0 0,1-1 0,-2 0 0,1 0 0,-2-1 0,1 0 0,8-15 0,27-29 0,-19 29 0,2 1 0,32-24 0,-55 45 0,-1 0 0,0-1 0,1 1 0,-1-1 0,-1 1 0,1-1 0,0 0 0,-1 0 0,0 0 0,0 0 0,0 0 0,-1-1 0,1 1 0,-1 0 0,0-1 0,0 1 0,0-1 0,-1 0 0,0 1 0,0-1 0,0 1 0,0-1 0,-1 0 0,0 1 0,-2-9 0,2 8 0,0 0 0,-1 1 0,0-1 0,0 0 0,0 0 0,-1 1 0,1 0 0,-1-1 0,0 1 0,0 0 0,-1 0 0,1 1 0,-1-1 0,0 1 0,0-1 0,0 1 0,0 0 0,-1 1 0,1-1 0,-1 1 0,0 0 0,-9-3 0,-22-3-112,5 1-306,-1 0 1,-57-3-1,66 10-6408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09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24575,'301'15'0,"-160"-5"0,325 20 0,26 14 0,-172-12 0,80 19 0,-45-5 0,377-1 0,-541-43 0,135-5 0,-209-13 0,-47 5 0,-40 5 0,1-1 0,49-19 0,-46 14 0,55-12 0,-59 17 0,-1-1 0,1-1 0,-2-1 0,32-17 0,-47 22-341,0 0 0,0 0-1,22-4 1,-12 6-6485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12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 24575,'-2'16'0,"0"0"0,-1 1 0,-1-1 0,0 0 0,-1 0 0,-10 22 0,-3 7 0,10-23 0,-2-2 0,0 1 0,-24 34 0,-13 34 0,47-89 0,0 0 0,0 0 0,1 0 0,-1 0 0,0 0 0,0 0 0,0 0 0,0 0 0,0 0 0,0 0 0,0 0 0,0 0 0,0 0 0,0 0 0,1 0 0,-1 0 0,0 0 0,0 0 0,0 1 0,0-1 0,0 0 0,0 0 0,0 0 0,0 0 0,0 0 0,0 0 0,0 0 0,0 0 0,0 0 0,0 0 0,1 0 0,-1 0 0,0 1 0,0-1 0,0 0 0,0 0 0,0 0 0,0 0 0,0 0 0,0 0 0,0 0 0,0 0 0,0 0 0,0 0 0,0 1 0,0-1 0,0 0 0,0 0 0,0 0 0,0 0 0,0 0 0,-1 0 0,1 0 0,0 0 0,0 0 0,0 0 0,0 1 0,0-1 0,0 0 0,0 0 0,0 0 0,0 0 0,0 0 0,0 0 0,0 0 0,11-6 0,20-14 0,-25 16 0,11-8 0,0 1 0,1 1 0,1 0 0,-1 1 0,2 2 0,-1 0 0,1 0 0,0 2 0,0 1 0,1 0 0,-1 2 0,1 0 0,31 2 0,-48 0 0,0 0 0,0 0 0,-1 1 0,1 0 0,0-1 0,-1 1 0,1 1 0,-1-1 0,1 1 0,-1-1 0,0 1 0,1 0 0,-1 0 0,0 0 0,0 0 0,-1 1 0,1-1 0,0 1 0,-1 0 0,1 0 0,-1 0 0,3 6 0,-2-3 0,-1 1 0,0-1 0,0 1 0,0 0 0,-1 0 0,0 0 0,-1 0 0,0 0 0,0 0 0,0 0 0,-2 9 0,0-3 0,-1-1 0,-1 1 0,0 0 0,0-1 0,-2 0 0,1 0 0,-1 0 0,-1-1 0,0 0 0,-1 0 0,0 0 0,-1-1 0,0-1 0,0 1 0,-19 13 0,8-8 0,1-1 0,-28 15 0,38-25 0,-1 0 0,1 0 0,-1-1 0,0 0 0,0 0 0,0-1 0,-21 1 0,4-3-1365,3 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13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24575,'25'0'0,"0"-1"0,0-1 0,28-6 0,19-6 0,-27 7 0,-1-3 0,62-22 0,-57 17 0,0 1 0,1 3 0,64-7 0,-71 14-682,50 2-1,-70 3-6143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20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24575,'13'1'0,"-1"0"0,1 1 0,23 7 0,23 3 0,232-7 0,-162-7 0,521 2 0,-644 0-105,0 0 0,1 0 0,-1 0 0,0-1 0,0 0 0,1-1 0,-1 1 0,0-1 0,0 0 0,0-1 0,-1 1 0,9-6 0,-1-3-6721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30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701 1 24575,'-15'1'0,"-1"1"0,1 1 0,0 0 0,0 1 0,-17 7 0,-28 6 0,-85 25 0,108-29 0,0-2 0,0-2 0,-1-1 0,-75 6 0,-12-15 0,146 0 0,0-1 0,-1 0 0,30-8 0,77-25 0,-69 18 0,-13 5 0,0 1 0,1 3 0,0 1 0,68 0 0,-81 5 0,55-9 0,-52 5 0,41-1 0,452 8-1365,-505-1-5461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0:44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24575,'1171'0'-1365,"-1144"0"-5461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1:37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0 269 24575,'45'-3'0,"0"-1"0,-1-3 0,81-23 0,-28 7 0,29 1 0,220-8 0,-1 2 0,-187 12 0,76-13 0,-135 10 0,-34 7 0,67-20 0,-106 24-1365,-4 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1:39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24575,'269'-2'0,"290"5"0,-145 33 0,-266-20 0,-105-11 0,327 19 0,-275-26 0,112 4 0,-164 8-1365,-26-4-5461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37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1 282 24575,'18'-1'0,"1"0"0,-1-2 0,1 0 0,-1-1 0,0-1 0,-1 0 0,1-2 0,-1 0 0,0-1 0,29-18 0,20-11 0,88-53 0,-42 19-1365,-93 58-5461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6:0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2266 24575,'1'-3'0,"-1"1"0,0-1 0,1 1 0,-1-1 0,1 1 0,0-1 0,0 1 0,0-1 0,0 1 0,0 0 0,1-1 0,-1 1 0,1 0 0,-1 0 0,1 0 0,0 0 0,0 0 0,-1 1 0,4-3 0,5-3 0,0 1 0,0 0 0,12-5 0,7-5 0,148-78 0,-88 50 0,44-36 0,22 8 0,84-43 0,146-96 0,-4-10 0,-305 176 0,89-60 0,65-37 0,-119 80 0,142-105 0,-220 143 0,1 2 0,52-25 0,-57 31 0,51-39 0,-53 36 0,53-30 0,-43 31 0,-1-1 0,0-2 0,-2-1 0,42-35 0,-35 27 0,-34 26 0,1-1 0,-1 0 0,0-1 0,0 1 0,-1-2 0,9-9 0,34-37 0,-7 8 0,-23 19 0,22-39 0,-26 39 0,1 1 0,20-24 0,-25 35-455,1 0 0,8-17 0,-9 12-6371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46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223 595 24575,'-27'-30'0,"1"-1"0,-38-57 0,36 47 0,17 25 0,1 0 0,0-1 0,1 0 0,1 0 0,1 0 0,-9-33 0,14 43 0,0-1 0,1 1 0,0 0 0,1 0 0,-1-1 0,1 1 0,1 0 0,-1 0 0,1-1 0,1 1 0,-1 0 0,1 0 0,0 0 0,1 0 0,0 1 0,0-1 0,0 1 0,1-1 0,0 1 0,7-8 0,0 2 0,0 1 0,1 0 0,0 1 0,1 0 0,17-10 0,-24 16 0,1 1 0,0 0 0,0 0 0,0 0 0,0 1 0,0-1 0,1 2 0,-1-1 0,0 1 0,1 0 0,-1 1 0,1 0 0,8 1 0,-14-1 0,0 1 0,0-1 0,0 1 0,0-1 0,0 1 0,0 0 0,-1 0 0,1 0 0,0 0 0,-1 0 0,1 0 0,0 0 0,-1 1 0,1-1 0,-1 0 0,0 1 0,0-1 0,2 4 0,-1-1 0,0 0 0,0 0 0,0 0 0,-1 0 0,0 0 0,0 1 0,1 8 0,-1 4 0,0-1 0,-2 1 0,-3 22 0,-10 39 0,8-50 0,1 0 0,-1 34 0,5-8 0,0-7 0,-1-1 0,-10 53 0,12-98 0,-3 11 0,0 1 0,1 1 0,0-1 0,2 0 0,-1 0 0,1 1 0,4 23 0,-4-36 0,1 0 0,-1 0 0,1-1 0,-1 1 0,1 0 0,-1 0 0,1 0 0,-1-1 0,1 1 0,0 0 0,-1 0 0,1-1 0,0 1 0,0-1 0,0 1 0,-1 0 0,1-1 0,0 0 0,0 1 0,0-1 0,0 0 0,0 1 0,0-1 0,0 0 0,0 0 0,0 0 0,0 0 0,0 1 0,0-2 0,0 1 0,0 0 0,0 0 0,0 0 0,0 0 0,0-1 0,-1 1 0,1 0 0,0-1 0,0 1 0,0-1 0,0 1 0,0-1 0,0 0 0,9-4 0,0-1 0,-1 0 0,10-8 0,-9 6 0,9-4 0,22-15 0,-39 25 0,0 1 0,-1-1 0,1 1 0,0-1 0,-1 0 0,1 1 0,-1-1 0,0 0 0,0 0 0,0 0 0,0 0 0,0 0 0,0-1 0,0 1 0,-1 0 0,2-4 0,-3 4 0,1 1 0,0 0 0,-1-1 0,1 1 0,-1 0 0,0-1 0,1 1 0,-1 0 0,0 0 0,0 0 0,1-1 0,-1 1 0,0 0 0,0 0 0,0 0 0,-1 1 0,1-1 0,0 0 0,0 0 0,0 0 0,-1 1 0,1-1 0,0 1 0,0-1 0,-1 1 0,1 0 0,-1-1 0,1 1 0,0 0 0,-3 0 0,-49-4 0,48 4 0,-82 1-1365,62 0-5461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47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1 24575,'-2'34'0,"-2"-1"0,-15 65 0,7-41 0,-29 184 0,-38 169 0,58-330 0,-19 88 0,35-145 66,-15 42-1,-4 10-1561,20-51-5330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49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24575,'4'0'0,"0"1"0,1 0 0,-1 0 0,0 0 0,0 0 0,1 1 0,-1 0 0,0 0 0,-1 0 0,1 0 0,5 4 0,39 34 0,-38-31 0,236 228 0,-122-114 0,-67-70 0,-24-23 0,54 61 0,13 22 0,16 19 0,-106-117-170,2 0-1,-1 0 0,2-1 1,0-1-1,0 0 0,1-1 1,18 12-1,-15-15-6655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53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24575,'10'1'0,"1"1"0,0 0 0,-1 0 0,19 8 0,-3-2 0,-26-8 0,0 0 0,0 0 0,0 0 0,0 0 0,0 1 0,0-1 0,1 0 0,-1 0 0,0 0 0,0 0 0,0 1 0,0-1 0,0 0 0,0 0 0,0 0 0,0 0 0,0 1 0,0-1 0,0 0 0,0 0 0,0 0 0,0 1 0,0-1 0,0 0 0,0 0 0,0 0 0,0 1 0,0-1 0,0 0 0,0 0 0,0 0 0,0 0 0,0 1 0,0-1 0,-1 0 0,1 0 0,0 0 0,0 0 0,0 0 0,0 1 0,0-1 0,0 0 0,-1 0 0,1 0 0,0 0 0,0 0 0,0 0 0,0 0 0,-1 0 0,1 0 0,0 1 0,0-1 0,0 0 0,-1 0 0,1 0 0,0 0 0,0 0 0,-18 11 0,8-4 0,-31 35 0,38-36 0,-2 0 0,1-1 0,-1 0 0,0 1 0,0-2 0,0 1 0,-1-1 0,1 1 0,-1-1 0,0-1 0,0 1 0,-1-1 0,-11 4 0,17-7 0,-1 0 0,0 1 0,1-1 0,-1 0 0,1 0 0,-1-1 0,0 1 0,1 0 0,-1 0 0,1-1 0,-1 1 0,1-1 0,-1 1 0,1-1 0,-1 0 0,1 0 0,-1 1 0,1-1 0,0 0 0,-1 0 0,1 0 0,0-1 0,0 1 0,0 0 0,0 0 0,0-1 0,0 1 0,0 0 0,1-1 0,-1 1 0,0-1 0,1 1 0,-2-3 0,2 1 0,-1 0 0,0 0 0,1 0 0,0 0 0,-1 0 0,1 0 0,0 0 0,1 0 0,-1 0 0,0 0 0,1 0 0,0 0 0,0 0 0,-1 0 0,2 0 0,-1 0 0,2-3 0,-2 5 0,5-9 0,1 1 0,0 0 0,15-15 0,-21 22 0,0 1 0,1 0 0,-1 0 0,0 0 0,1 0 0,-1 0 0,1 0 0,0 1 0,-1-1 0,1 1 0,0-1 0,-1 1 0,1-1 0,3 1 0,-4 0 0,0 0 0,0 0 0,1 1 0,-1-1 0,0 1 0,0-1 0,0 1 0,0-1 0,0 1 0,0 0 0,0 0 0,0-1 0,0 1 0,-1 0 0,1 0 0,0 0 0,0 0 0,-1 0 0,1 0 0,0 0 0,-1 0 0,1 0 0,-1 0 0,1 2 0,3 11 0,-1 0 0,0 0 0,-1 0 0,-1 0 0,0 0 0,-1 1 0,-3 26 0,1 1 0,0 27 0,-1-13 0,3 0 0,7 59 0,-4-103 0,-1 0 0,1-1 0,1 0 0,0 1 0,0-1 0,1 0 0,1-1 0,0 0 0,0 1 0,1-2 0,0 1 0,13 12 0,-18-20 0,0-1 0,0 1 0,-1-1 0,1 1 0,0-1 0,1 0 0,-1 0 0,0 0 0,0 0 0,0 0 0,1 0 0,-1-1 0,0 1 0,1-1 0,-1 1 0,0-1 0,1 0 0,-1 0 0,4-1 0,-1 1 0,-1-2 0,0 1 0,0 0 0,0-1 0,1 0 0,-1 1 0,-1-2 0,1 1 0,0 0 0,4-4 0,-3 1 0,1 0 0,-1 0 0,1-1 0,-1 1 0,-1-1 0,1 0 0,-1 0 0,0-1 0,-1 1 0,1-1 0,-1 0 0,3-11 0,-5 13 0,-1 0 0,0 1 0,0-1 0,0 1 0,0-1 0,-1 1 0,0-1 0,0 1 0,0-1 0,0 1 0,-1-1 0,1 1 0,-1 0 0,0 0 0,-1 0 0,1 0 0,-1 0 0,1 0 0,-1 1 0,0 0 0,-4-4 0,-9-7 0,0 1 0,0 0 0,-29-15 0,0-2 0,22 14 0,1-2 0,-36-38 0,48 44 0,1 0 0,0 0 0,1-1 0,0 0 0,1-1 0,-11-26 0,10 18-114,-10-31 357,17 50-318,1 1 0,0 0 1,-1-1-1,1 1 0,0 0 1,0-1-1,0 1 0,1-1 1,-1 1-1,1 0 0,-1-1 0,1 1 1,0 0-1,-1 0 0,1-1 1,1 1-1,-1 0 0,0 0 1,2-2-1,8-7-6751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54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1 24575,'-2'22'0,"0"-1"0,-2 1 0,0-1 0,-8 22 0,-6 35 0,13-44 0,-2 0 0,-1-1 0,-19 49 0,15-49 0,2 0 0,-8 43 0,-5 16 0,-41 82 0,15-34 0,48-138 0,0 0 0,0 1 0,0-1 0,0 0 0,0 0 0,0 0 0,-1 0 0,1 0 0,-1 0 0,0-1 0,1 1 0,-1-1 0,0 1 0,-4 2 0,5-4 0,0 1 0,0-1 0,0 0 0,-1 1 0,1-1 0,0 0 0,0 0 0,-1 0 0,1 0 0,0 0 0,-1 0 0,1 0 0,0 0 0,0-1 0,-1 1 0,1 0 0,0-1 0,0 1 0,0-1 0,-2 0 0,0-1 0,0-1 0,0 1 0,0-1 0,0 0 0,1 0 0,-1 1 0,1-2 0,0 1 0,0 0 0,0 0 0,0-1 0,1 1 0,-1-1 0,1 1 0,0-1 0,0 0 0,-1-3 0,-2-33 0,2 1 0,3-65 0,1 48 0,-1 40 0,1 0 0,0 1 0,1-1 0,0 1 0,1 0 0,1 0 0,1 0 0,0 1 0,1 0 0,0 0 0,13-18 0,-19 29 0,1 1 0,1-1 0,-1 0 0,0 0 0,1 1 0,-1-1 0,1 1 0,0 0 0,0 0 0,0 0 0,0 0 0,0 1 0,0-1 0,0 1 0,1-1 0,-1 1 0,1 0 0,4 0 0,-3 1 0,0 0 0,0 0 0,0 0 0,0 1 0,0 0 0,0 0 0,0 0 0,-1 1 0,1 0 0,0 0 0,6 4 0,5 4 0,-1 0 0,0 1 0,-1 1 0,0 0 0,21 26 0,16 14 0,-31-33 0,24 30 0,37 44-1365,-68-78-5461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56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1 220 24575,'42'-45'0,"-31"32"0,0 0 0,1 1 0,0 0 0,1 1 0,0 1 0,1 0 0,24-13 0,-18 13 0,77-32 0,-86 38 0,0 0 0,0 1 0,0 1 0,1 0 0,-1 0 0,22 1 0,-30 1 0,-1 0 0,0 0 0,0 0 0,1 1 0,-1-1 0,0 1 0,0 0 0,0 0 0,0 0 0,0 0 0,0 0 0,0 0 0,0 0 0,0 1 0,0-1 0,0 1 0,-1-1 0,1 1 0,-1 0 0,3 3 0,-2-1 0,0 0 0,0 0 0,0 1 0,-1-1 0,1 1 0,-1-1 0,0 1 0,-1 0 0,1 7 0,-1 7 0,-1-1 0,0 1 0,-2-1 0,-4 19 0,-3 25-41,3 1-1,2 0 1,6 95 0,0-61-1159,-1-74-5626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58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24575,'309'74'0,"391"109"0,-618-160 0,95 12 0,42 11 0,-131-24 0,61 18 0,-112-25 0,-26-10 0,1 0 0,0-1 0,0 0 0,0-1 0,0 0 0,16 0 0,-3-2-1365,-3-1-5461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4:59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1 222 24575,'48'-6'0,"-16"0"0,283-38 0,592-69 0,-725 93 0,277-12 0,-350 33-1365,-87-1-5461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03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323 0 24575,'0'3'0,"0"33"0,-5 41 0,3-64 0,0 0 0,-1-1 0,-1 1 0,0-1 0,-1 0 0,-10 20 0,3-9 0,1 0 0,1 0 0,1 1 0,2 0 0,0 1 0,1 0 0,-2 29 0,0-4 0,-23 74 0,18-75 0,-11 73 0,14-69 0,-1-1 0,-22 59 0,23-78 0,-10 20 0,14-38 0,1-1 0,0 1 0,0 0 0,2 1 0,-3 22 0,3-10-185,-8 35 1,7-46-812,0 7-5830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0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24575,'12'13'0,"-1"1"0,17 27 0,-9-11 0,8 13 0,38 86 0,-4-7 0,-7-12 0,-39-75 0,2-1 0,35 54 0,-34-58 0,-1 1 0,-1 0 0,-2 1 0,-1 1 0,9 41 0,1-6 0,-21-62 16,1 0 0,0 0-1,1-1 1,-1 1 0,1-1-1,6 7 1,9 13-1491,-10-10-5351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06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24575,'8'7'0,"0"-1"0,0-1 0,1 0 0,0 0 0,0 0 0,0-1 0,13 3 0,6 4 0,204 71 0,-46-18 0,-73-19 0,116 41 0,70 30 0,-259-103-1365,-21-10-5461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09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43 24575,'-1'22'0,"0"7"0,3 43 0,-2-72 0,0 1 0,0 0 0,0-1 0,0 1 0,0 0 0,0-1 0,0 1 0,0-1 0,0 1 0,0 0 0,0-1 0,1 1 0,-1-1 0,0 1 0,0 0 0,1-1 0,-1 1 0,0-1 0,1 1 0,-1-1 0,0 1 0,1-1 0,-1 1 0,1-1 0,-1 1 0,1-1 0,-1 0 0,1 1 0,-1-1 0,1 0 0,-1 0 0,1 1 0,-1-1 0,1 0 0,0 0 0,-1 0 0,1 1 0,-1-1 0,1 0 0,0 0 0,-1 0 0,1 0 0,0 0 0,-1 0 0,1 0 0,-1-1 0,1 1 0,0 0 0,-1 0 0,1 0 0,-1-1 0,1 1 0,-1 0 0,1 0 0,0-1 0,1-1 0,0 0 0,1 1 0,-1-1 0,-1 0 0,1 0 0,0 0 0,0 0 0,-1 0 0,1-1 0,-1 1 0,2-5 0,5-26 0,-7 26 0,1 1 0,-1-1 0,1 1 0,0 0 0,5-9 0,-6 13 0,1 0 0,-1-1 0,1 1 0,0 0 0,0 0 0,0 1 0,0-1 0,0 0 0,0 1 0,0-1 0,1 1 0,-1 0 0,0-1 0,1 1 0,-1 0 0,1 1 0,4-2 0,13-3 0,0-1 0,0 0 0,22-12 0,-41 17 0,1 1 0,-1-1 0,0 0 0,1 0 0,-1 1 0,1-1 0,-1 0 0,1 1 0,-1 0 0,1-1 0,-1 1 0,1 0 0,-1 0 0,1 0 0,-1 0 0,1 0 0,0 0 0,-1 0 0,1 0 0,-1 1 0,1-1 0,-1 1 0,1-1 0,-1 1 0,1 0 0,-1-1 0,0 1 0,1 0 0,-1 0 0,0 0 0,2 2 0,0 1 0,-1-1 0,-1 1 0,1 0 0,0 0 0,-1 0 0,0 0 0,0 0 0,0 0 0,-1 1 0,1-1 0,-1 5 0,0 3 0,0 0 0,0 0 0,-1-1 0,-1 1 0,0 0 0,-1-1 0,0 1 0,-1-1 0,0 0 0,0 0 0,-1-1 0,-1 1 0,0-1 0,0 0 0,-1 0 0,0-1 0,-1 0 0,-11 10 0,9-8 0,0 1 0,0 0 0,1 0 0,-9 18 0,15-25 0,0 0 0,1 0 0,-1 0 0,1 0 0,1 0 0,-1 1 0,1-1 0,0 0 0,0 1 0,0-1 0,1 1 0,0-1 0,0 1 0,2 11 0,-2-16 0,0 1 0,1-1 0,-1 1 0,1-1 0,0 1 0,-1-1 0,1 0 0,0 1 0,0-1 0,0 0 0,0 1 0,0-1 0,0 0 0,0 0 0,1 0 0,-1 0 0,0 0 0,1 0 0,-1 0 0,0-1 0,1 1 0,-1 0 0,1-1 0,-1 1 0,1-1 0,0 1 0,-1-1 0,1 0 0,-1 0 0,1 0 0,0 0 0,-1 0 0,1 0 0,-1 0 0,1 0 0,0-1 0,-1 1 0,1-1 0,-1 1 0,1-1 0,-1 1 0,1-1 0,1-2 0,3 1 0,-1-1 0,1 0 0,-1-1 0,0 1 0,-1-1 0,1 0 0,0 0 0,-1 0 0,0-1 0,6-8 0,-7 7 0,0-1 0,0 0 0,0 1 0,-1-1 0,0 0 0,0 0 0,-1 0 0,0 0 0,0 0 0,-1-1 0,-1-11 0,1 16 0,0 0 0,0 0 0,-1 0 0,0 0 0,0 0 0,0 0 0,0 0 0,0 0 0,0 1 0,-1-1 0,1 0 0,-1 1 0,0-1 0,1 1 0,-1 0 0,0-1 0,-1 1 0,1 0 0,0 0 0,-1 0 0,1 1 0,-1-1 0,0 1 0,1-1 0,-1 1 0,0 0 0,0 0 0,0 0 0,-3-1 0,-48 1-24,41 2 59,0-1 0,-24-3 0,35 3-107,-1 0-1,1-1 1,-1 0 0,1 1-1,-1-1 1,1 0 0,-1 0 0,1 0-1,0-1 1,0 1 0,-1-1-1,1 1 1,0-1 0,0 0-1,1 1 1,-1-1 0,0 0 0,0 0-1,-1-3 1,-4-11-6754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11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 6 24575,'-5'2'0,"-1"-1"0,0 2 0,1-1 0,0 0 0,0 1 0,-1 0 0,2 0 0,-1 1 0,0-1 0,-7 9 0,-2-1 0,13-10 0,-13 10 0,-1-1 0,1 0 0,-32 14 0,37-18 0,0-1 0,1 1 0,0 0 0,0 1 0,1 0 0,0 0 0,-12 15 0,10-10 0,-1-2 0,0 1 0,-21 15 0,28-24 0,0 0 0,0 0 0,0 0 0,0-1 0,0 0 0,0 1 0,0-1 0,-1 0 0,1-1 0,0 1 0,-1 0 0,1-1 0,0 0 0,-1 0 0,1 0 0,0 0 0,-1-1 0,1 1 0,-1-1 0,-4-1 0,6 1 0,0 1 0,1-1 0,-1 0 0,0 0 0,1 0 0,-1 0 0,1 0 0,-1 0 0,1 0 0,-1 0 0,1 0 0,0-1 0,0 1 0,0-1 0,-1 1 0,1-1 0,1 1 0,-1-1 0,0 1 0,0-1 0,0-2 0,0 1 0,1 0 0,-1-1 0,1 1 0,0-1 0,0 1 0,0 0 0,1-1 0,-1 1 0,1 0 0,1-7 0,2 0 0,1 0 0,-1-1 0,1 1 0,1 1 0,13-18 0,-10 15 0,1 0 0,0 1 0,0 0 0,1 1 0,1 1 0,13-10 0,-22 17 0,0 0 0,0 1 0,0-1 0,1 1 0,-1-1 0,0 1 0,1 0 0,-1 1 0,1-1 0,-1 0 0,1 1 0,-1 0 0,1 0 0,-1 0 0,1 0 0,-1 1 0,1-1 0,-1 1 0,1 0 0,-1 0 0,0 0 0,1 1 0,-1-1 0,0 1 0,0-1 0,0 1 0,0 0 0,0 0 0,0 1 0,-1-1 0,1 0 0,1 4 0,81 88 0,-49-50-11,-32-37-113,1 0 1,1 0 0,-1 0 0,1-1 0,1 0 0,-1 0 0,1 0 0,0-1 0,0 0 0,15 8 0,-5-7-6703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13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 24575,'11'-11'0,"-7"7"0,0-1 0,0 1 0,1 0 0,-1 1 0,1-1 0,0 1 0,9-5 0,28-19 0,-37 23 0,0 0 0,0 1 0,1-1 0,0 1 0,-1 0 0,1 0 0,0 1 0,0-1 0,13-2 0,-10 4 0,1-1 0,0 1 0,0 1 0,0 0 0,0 0 0,13 2 0,-21-1 0,1-1 0,0 1 0,-1 0 0,1 0 0,-1 0 0,1 0 0,-1 1 0,1-1 0,-1 0 0,0 1 0,0 0 0,0 0 0,0-1 0,0 1 0,0 0 0,0 1 0,0-1 0,-1 0 0,1 0 0,-1 1 0,0-1 0,0 1 0,0-1 0,0 1 0,0 0 0,0-1 0,0 4 0,1 9 0,0 0 0,-1 1 0,0-1 0,-2 1 0,0-1 0,-4 24 0,-29 86 0,26-100 0,3-1-78,1 0-1,0 1 0,2 0 1,1-1-1,3 37 0,-2-32-814,1-5-5933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15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1 24575,'-1'7'0,"-1"1"0,1-1 0,-2 1 0,1-1 0,-1 0 0,-7 12 0,5-9 0,-46 86 0,46-84 0,-1 0 0,0-1 0,-1 0 0,-8 10 0,7-11 0,0 1 0,1 0 0,-10 24 0,8-11 0,6-14 0,-1 0 0,1-1 0,-2 0 0,1 0 0,-10 14 0,14-22 0,-1-1 0,1 0 0,0 1 0,0-1 0,0 0 0,-1 1 0,1-1 0,0 0 0,0 1 0,-1-1 0,1 0 0,0 0 0,0 1 0,-1-1 0,1 0 0,0 0 0,-1 0 0,1 1 0,0-1 0,-1 0 0,1 0 0,-1 0 0,1 0 0,0 0 0,-1 0 0,1 0 0,-1 0 0,1 0 0,0 0 0,-1 0 0,1 0 0,0 0 0,-1 0 0,1 0 0,-1 0 0,1 0 0,0-1 0,-1 1 0,1 0 0,0 0 0,-1 0 0,1-1 0,0 1 0,-1 0 0,1 0 0,0-1 0,0 1 0,-1 0 0,1 0 0,0-1 0,0 1 0,0 0 0,-1-1 0,1 1 0,0-1 0,0 1 0,0 0 0,0-1 0,0 1 0,0 0 0,0-1 0,0 1 0,0-1 0,0 1 0,0 0 0,0-1 0,-4-29 0,4 29 0,-2-15 0,2 0 0,0 0 0,1 0 0,1 0 0,5-22 0,-6 33 0,0 1 0,0 0 0,1 0 0,0 0 0,0 0 0,0 0 0,0 0 0,1 0 0,-1 1 0,1-1 0,0 1 0,0 0 0,0-1 0,0 2 0,1-1 0,-1 0 0,1 1 0,0-1 0,0 1 0,0 0 0,0 0 0,0 1 0,0-1 0,7-1 0,1 2 0,1-1 0,-1 2 0,1 0 0,-1 0 0,1 1 0,-1 1 0,18 4 0,84 28 0,-102-30 0,18 6-102,-16-4-150,1-1-1,1 0 0,-1-1 1,32 3-1,-25-6-6573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17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24575,'-1'8'0,"0"-1"0,-1 1 0,0-1 0,0 1 0,-1-1 0,-4 7 0,-1 6 0,-10 27 0,6-20 0,-12 45 0,22-65 0,1 1 0,-1-1 0,2 1 0,-1 0 0,1-1 0,0 1 0,0 0 0,1 0 0,0-1 0,3 15 0,-3-21 0,-1 0 0,0 0 0,1 0 0,-1 0 0,0-1 0,1 1 0,-1 0 0,1 0 0,-1-1 0,1 1 0,0 0 0,-1-1 0,1 1 0,0 0 0,-1-1 0,1 1 0,0-1 0,0 1 0,-1-1 0,1 1 0,0-1 0,0 0 0,0 1 0,0-1 0,-1 0 0,1 0 0,0 0 0,0 0 0,0 0 0,0 0 0,0 0 0,0 0 0,0 0 0,0 0 0,0 0 0,-1 0 0,1-1 0,0 1 0,0 0 0,0-1 0,0 1 0,-1 0 0,1-1 0,1 0 0,6-4 0,-1 0 0,0 0 0,12-11 0,-10 8 0,-8 7 0,12-10 0,1 1 0,0 0 0,1 0 0,0 1 0,24-9 0,-36 16 0,1 1 0,0 0 0,0 0 0,0 0 0,-1 0 0,1 1 0,0 0 0,0 0 0,0 0 0,0 0 0,0 0 0,0 1 0,0 0 0,0 0 0,-1 0 0,1 0 0,0 1 0,-1-1 0,1 1 0,-1 0 0,1 0 0,-1 0 0,0 0 0,0 1 0,0 0 0,0-1 0,0 1 0,-1 0 0,1 0 0,3 6 0,-3-3 0,1-1 0,-2 1 0,1 0 0,-1 0 0,1 1 0,-2-1 0,1 0 0,-1 1 0,0-1 0,0 9 0,-2 72 0,-1-49 0,2-18 0,-1 3 0,-4 38 0,3-53 0,1 0 0,-2-1 0,1 1 0,-1 0 0,0-1 0,0 0 0,-1 0 0,-7 11 0,-31 44-1365,30-46-5461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18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0 423 24575,'0'-9'0,"5"-9"0,11-9 0,7-10 0,4-8 0,3 4 0,-5 4 0,-1 3 0,0 9 0,0 3 0,-4 0 0,0 5 0,1 5 0,1 0 0,1-3 0,-2-4 0,-1 2 0,-4 4-8191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0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0 647 24575,'1'-7'0,"1"0"0,0 0 0,0 1 0,0-1 0,1 1 0,0-1 0,0 1 0,1 0 0,-1 0 0,6-6 0,9-17 0,31-73 0,20-38 0,-56 119 0,1 0 0,0 0 0,2 1 0,21-21 0,103-96 0,-138 135-124,0 0 0,0 0 0,0 0 0,-1 0 0,1 0 0,0 0-1,-1-1 1,0 1 0,1 0 0,0-4 0,-1-4-6702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1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24575,'-2'49'0,"-3"-1"0,-1 1 0,-3-1 0,-22 72 0,-34 150 0,18-70 0,33-123 90,9-48-818,-9 34 1,7-44-6099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3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24575,'19'2'0,"-1"0"0,1 1 0,-1 1 0,35 12 0,29 6 0,-44-13 0,-1 1 0,-1 2 0,61 29 0,26 9 0,21 3 0,-107-33 70,-30-15-357,1-1 0,0 0 0,0 0 0,12 3 0,-1-2-6539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4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24575,'0'5'0,"0"-1"0,0 0 0,0 0 0,1 0 0,-1 0 0,1 0 0,0 0 0,0 0 0,1 0 0,-1 0 0,1-1 0,0 1 0,0-1 0,0 1 0,0-1 0,1 1 0,-1-1 0,1 0 0,0 0 0,0 0 0,0-1 0,0 1 0,1-1 0,-1 0 0,1 0 0,-1 0 0,1 0 0,0 0 0,5 1 0,9 1 0,0 0 0,1-1 0,-1-1 0,0-1 0,24-1 0,2 1 0,-41-1 0,-1 0 0,1 1 0,-1-1 0,1 1 0,-1-1 0,0 1 0,1 0 0,-1 0 0,0 0 0,1 0 0,-1 0 0,0 0 0,0 1 0,0-1 0,0 1 0,0 0 0,-1-1 0,1 1 0,1 3 0,0-1 0,-1 0 0,0 0 0,0 0 0,0 0 0,0 1 0,-1-1 0,0 1 0,0-1 0,1 9 0,-2 3 0,0 0 0,0 0 0,-2 0 0,0 0 0,-4 17 0,2-20-97,-1-1-1,0 1 1,-1-1-1,0 0 1,-1 0-1,0 0 1,-1-1-1,0 0 1,-1-1-1,0 0 1,-1 0-1,0-1 0,-14 11 1,7-8-6729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5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1 384 24575,'0'-8'0,"1"0"0,0 0 0,1 0 0,-1 0 0,1 1 0,1-1 0,0 1 0,0-1 0,7-11 0,1 2 0,0 0 0,23-25 0,-20 25 0,20-35 0,-23 35 0,0 0 0,22-24 0,-21 28-94,-6 8-118,0-1 1,-1 0-1,0-1 0,0 1 0,5-10 0,-3 0-6614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7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24575,'-2'29'0,"1"-13"0,1 1 0,2 26 0,-2-41 0,0 1 0,1 0 0,-1-1 0,1 1 0,-1-1 0,1 1 0,0-1 0,0 1 0,0-1 0,1 1 0,-1-1 0,1 0 0,-1 0 0,1 1 0,-1-1 0,1 0 0,0-1 0,0 1 0,0 0 0,0 0 0,1-1 0,2 2 0,0-2 0,1 0 0,-1-1 0,1 1 0,0-1 0,-1 0 0,1-1 0,0 1 0,-1-1 0,1 0 0,-1-1 0,9-2 0,16-4 0,-24 8 0,5-2 0,0 0 0,0 1 0,0 0 0,0 1 0,15 2 0,-24-2 0,1 1 0,-1-1 0,1 1 0,-1 0 0,1 0 0,-1 0 0,0 0 0,0 0 0,1 1 0,-1-1 0,0 1 0,0-1 0,0 1 0,0 0 0,0-1 0,-1 1 0,1 0 0,-1 0 0,1 1 0,-1-1 0,0 0 0,1 0 0,-1 1 0,0-1 0,-1 1 0,1-1 0,0 1 0,0 3 0,0 3 8,0 0 1,0 0-1,-1 0 0,0 0 0,-1 0 0,0-1 0,-4 18 0,-2 0-224,-15 31 1,10-24-784,5-15-5827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5:28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0 828 24575,'1'-17'0,"1"0"0,1-1 0,0 1 0,1 0 0,1 0 0,0 1 0,14-28 0,65-105 0,-80 143 0,44-67 0,-24 39 0,33-64 0,-40 65 0,1 2 0,2 0 0,28-33 0,-37 50 0,31-54 132,-13 19-1629,-20 34-5329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6:17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197 716 24575,'0'-40'0,"3"-103"0,-1 119 0,1 1 0,1-1 0,14-44 0,-10 47 0,1 0 0,0 0 0,1 1 0,1 0 0,1 1 0,1 1 0,23-27 0,-24 32 0,1 1 0,1 1 0,0 0 0,0 1 0,1 0 0,0 1 0,1 1 0,0 0 0,0 1 0,19-5 0,251-62 0,-249 66 0,0 2 0,1 1 0,-1 2 0,1 1 0,0 3 0,42 5 0,-71-6 0,0 1 0,1 0 0,-1 1 0,0 0 0,0 0 0,0 1 0,0 0 0,0 1 0,-1 0 0,1 0 0,-1 1 0,0 0 0,-1 0 0,1 1 0,-1 0 0,0 0 0,0 1 0,-1 0 0,0 0 0,0 0 0,-1 1 0,0 0 0,0 0 0,-1 1 0,0-1 0,0 1 0,-1 0 0,0 0 0,-1 0 0,2 11 0,2 28 0,-3 0 0,-6 90 0,0-36 0,3-45 0,2-25 0,-2-1 0,-1 1 0,-2-1 0,-1 1 0,-11 43 0,2-34 0,4-9 0,-1 0 0,-2 0 0,-1-2 0,-2 1 0,-18 28 0,7-23 0,-1 0 0,-1-2 0,-54 50 0,62-67 0,0-1 0,-1 0 0,-1-1 0,0-2 0,-1 0 0,0-2 0,-40 15 0,6-6 0,30-10 0,0-1 0,0-2 0,-1 0 0,-29 3 0,28-8 0,-1-1 0,-47-5 0,62 2 0,0 0 0,0-2 0,0 1 0,0-2 0,1 0 0,-26-13 0,20 7 0,1-1 0,0 0 0,-27-24 0,8 3 0,-43-41 0,71 63 0,1 1 0,1-1 0,0-1 0,0 0 0,-11-25 0,10 15 0,2 0 0,0-1 0,2 1 0,0-2 0,2 1 0,-1-34 0,4 17 0,1-1 0,13-76 0,27-42 0,-38 147 0,1 0 0,1 0 0,0 0 0,1 1 0,0-1 0,1 1 0,0 1 0,9-11 0,12-12 0,33-28 0,-58 58 0,18-16-1365,-1 4-5461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6:19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24575,'2242'0'-1365,"-2219"0"-5461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7:26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1 302 24575,'21'-9'0,"0"2"0,0 0 0,0 2 0,1 0 0,0 1 0,27-1 0,-3 0 0,836-61 0,-500 46 0,-32-1-181,1003-78-259,-835 66 746,-386 26 9,593-2-389,-480 10-1217,-221-1-5535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27:28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24575,'313'22'0,"-159"-5"0,1375 79-2179,-970-66 2046,486 56 113,-259 45 2107,-691-111-2038,0 4 0,-2 5 0,-1 3 0,93 48 0,-142-60-49,0-2 0,83 23 0,103 5 0,-191-39 0,0 0 0,63 0 0,79-8 0,-61-1 0,-63 2 0,63-1 0,-116 1 0,-1 0 0,1 0 0,-1-1 0,0 1 0,1 0 0,-1-1 0,0 0 0,1 0 0,-1 1 0,0-1 0,0 0 0,0-1 0,0 1 0,0 0 0,0-1 0,0 1 0,0-1 0,-1 1 0,1-1 0,0 0 0,-1 0 0,1 0 0,-1 0 0,0 0 0,0 0 0,0 0 0,0 0 0,0-1 0,0 1 0,-1 0 0,1-1 0,-1 1 0,1 0 0,-1-1 0,0 1 0,0 0 0,0-1 0,0 1 0,0-1 0,-2-3 0,1-3 0,-1 0 0,-1 1 0,0-1 0,0 1 0,0 0 0,-1 0 0,0 0 0,-1 0 0,-9-12 0,-16-8 0,-8-9 0,36 35 0,1 0 0,-1 0 0,0-1 0,1 1 0,-1 0 0,1-1 0,0 1 0,0-1 0,0 1 0,0-1 0,1 0 0,-1 1 0,0-1 0,1-4 0,0 7 0,0-1 0,-1 1 0,1-1 0,0 0 0,0 1 0,0-1 0,0 1 0,0-1 0,0 1 0,0-1 0,0 1 0,1-1 0,-1 0 0,0 1 0,0-1 0,0 1 0,1-1 0,-1 1 0,0-1 0,0 1 0,1 0 0,-1-1 0,0 1 0,1-1 0,-1 1 0,1 0 0,-1-1 0,0 1 0,1 0 0,-1-1 0,1 1 0,-1 0 0,1-1 0,-1 1 0,1 0 0,-1 0 0,1 0 0,0 0 0,-1 0 0,1 0 0,-1-1 0,2 1 0,-1 1 0,0-1 0,0 1 0,1 0 0,-1-1 0,0 1 0,0 0 0,1 0 0,-1 0 0,0-1 0,0 1 0,0 0 0,0 1 0,-1-1 0,1 0 0,0 0 0,1 2 0,24 44 0,-2 2 0,35 99 0,-56-135 0,0 0 0,-1 0 0,0 0 0,-1 1 0,-1-1 0,0 0 0,-1 1 0,0-1 0,-1 0 0,0 0 0,-7 21 0,6-25 0,-1 0 0,0 0 0,0 0 0,-1 0 0,0-1 0,0 0 0,-1 0 0,0-1 0,0 1 0,-1-1 0,0-1 0,0 1 0,-1-1 0,1 0 0,-1-1 0,-15 8 0,-18 3 0,0-1 0,-49 10 0,18-5 0,50-14-341,0-1 0,-1-1-1,-32 2 1,32-5-6485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9:58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1 330 24575,'0'-1'0,"0"0"0,1-1 0,-1 1 0,1 0 0,-1 0 0,1-1 0,-1 1 0,1 0 0,0 0 0,-1 0 0,1 0 0,0 0 0,0 0 0,0 0 0,0 0 0,0 0 0,0 0 0,0 0 0,2 0 0,27-15 0,-22 13 0,50-30 0,-37 20 0,43-19 0,176-45 0,-116 39 0,-27 2-29,-70 24-194,1 2 1,0 0-1,0 2 0,1 1 1,49-5-1,-55 11-6603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19:59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0 167 24575,'24'0'0,"1"0"0,-1-2 0,0-1 0,0 0 0,-1-2 0,1-1 0,-1-1 0,31-13 0,-33 11 0,0 2 0,0 1 0,31-6 0,-4 2 0,-31 5 0,1-1 0,32-17 0,-37 16 0,1 0 0,0 1 0,0 1 0,0 1 0,26-6 0,41 7-1365,-58 3-5461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01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0 155 24575,'184'-14'0,"-19"1"0,-143 11 0,1-1 0,-1-1 0,0-1 0,0-1 0,0-1 0,-1-1 0,0 0 0,21-13 0,-31 16 0,0 2 0,1-1 0,-1 2 0,1-1 0,0 1 0,13 0 0,41-8 0,-23 1 39,24-8-1443,-50 11-5422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02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1 475 24575,'0'-9'0,"1"0"0,0-1 0,1 1 0,0 0 0,0 0 0,1 0 0,0 0 0,1 1 0,0-1 0,0 1 0,1 0 0,0 0 0,12-14 0,6-4 0,2 2 0,41-33 0,8-8 0,-56 49 0,30-22 0,-29 24 0,32-30 0,5 2-1365,-41 30-5461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04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1 270 24575,'1'-2'0,"1"0"0,-1 0 0,1 1 0,-1-1 0,1 1 0,0-1 0,0 1 0,0-1 0,0 1 0,0 0 0,0 0 0,0 0 0,0 0 0,0 0 0,0 1 0,3-2 0,6-2 0,20-11 0,1 2 0,1 1 0,34-7 0,70-29 0,-42 14 0,-62 21 0,33-17 0,-38 17 0,1 0 0,32-8 0,-36 14-1365,-2 2-5461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13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0 24575,'1'5'0,"0"-1"0,0 1 0,0-1 0,1 0 0,-1 0 0,1 0 0,1 0 0,-1 0 0,5 6 0,10 22 0,-12-17 0,-1-1 0,-1 1 0,0 0 0,-1 0 0,-1 0 0,0 1 0,-1-1 0,0 0 0,-2 0 0,0 0 0,0 0 0,-1 0 0,-1 0 0,-11 26 0,-4 1 0,-40 69 0,47-93 0,0-1 0,-2 0 0,0-1 0,0-1 0,-2 0 0,-17 13 0,24-21 0,3-1 0,-1-1 0,0 1 0,-1-1 0,1 0 0,-1-1 0,0 0 0,0 0 0,-1-1 0,1 1 0,-10 1 0,16-5-52,1 0-1,0 0 1,0 0-1,-1 0 1,1-1-1,0 1 1,0 0-1,0 0 1,-1-1-1,1 1 1,0-1-1,0 1 1,0-1-1,0 1 1,0-1-1,0 0 1,0 0-1,0 1 1,0-1-1,0 0 0,0 0 1,1 0-1,-1 0 1,0 0-1,0-1 1,-6-13-6774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14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1 232 24575,'5'-4'0,"1"0"0,0 0 0,0 0 0,0 1 0,0 0 0,10-3 0,12-7 0,-3 2 0,0 1 0,0 1 0,1 1 0,51-9 0,23-6 0,255-67 0,-277 74-1365,-61 9-5461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50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1 444 24575,'1'0'0,"1"-1"0,-1 1 0,1-1 0,-1 1 0,1-1 0,-1 0 0,0 1 0,1-1 0,-1 0 0,0 0 0,0 0 0,0 0 0,0 0 0,0 0 0,0 0 0,0-1 0,1-1 0,17-27 0,-15 23 0,127-222 0,-80 160 107,-35 50-843,24-38 0,-32 42-6090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51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1 568 24575,'8'-8'0,"15"-15"0,36-28 0,-43 38 0,27-31 0,-28 28 0,28-23 0,7 1 0,2 3 0,1 2 0,62-28 0,29-14 0,-35 8 0,-13 11-1365,-76 47-5461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53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0 357 24575,'12'-10'0,"0"1"0,25-15 0,4-2 0,-1-4 0,-15 10 0,1 1 0,56-30 0,-54 35 0,0 3 0,0 0 0,51-11 0,-68 18 0,1 1 0,-1-1 0,0-1 0,11-6 0,25-11 0,7-4 59,-44 20-296,-1 1-1,1 0 1,0 1 0,1 0-1,20-5 1,-10 6-6589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54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1 329 24575,'0'-3'0,"1"1"0,0 0 0,0-1 0,-1 1 0,1 0 0,1 0 0,-1-1 0,0 1 0,0 0 0,1 0 0,0 0 0,-1 1 0,1-1 0,0 0 0,0 1 0,0-1 0,3-2 0,38-21 0,248-133 0,-272 147-120,-8 6-4,-1-1-1,0 0 1,0 0-1,0-1 1,-1 0-1,0-1 1,-1 0-1,1-1 0,6-9 1,-7 2-6702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0:57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2 122 24575,'-2'106'0,"5"117"0,-3-221 0,0-1 0,0 1 0,0 0 0,0-1 0,1 1 0,-1 0 0,1-1 0,-1 1 0,1-1 0,0 1 0,-1 0 0,1-1 0,0 0 0,0 1 0,2 1 0,-3-3 0,1 1 0,-1-1 0,1 0 0,0 1 0,-1-1 0,1 0 0,0 0 0,-1 0 0,1 1 0,0-1 0,0 0 0,-1 0 0,1 0 0,0 0 0,-1 0 0,1 0 0,0-1 0,-1 1 0,1 0 0,0 0 0,0 0 0,-1-1 0,1 1 0,1-1 0,4-3 0,0-1 0,1 0 0,-1 0 0,-1 0 0,7-8 0,12-12 0,-4 5 0,-1-1 0,22-32 0,-20 26 0,1 1 0,0 1 0,36-30 0,-22 22 0,56-36 0,-10-4-1365,-65 59-5461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00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1 295 24575,'23'-23'0,"2"2"0,0 1 0,2 0 0,0 2 0,50-25 0,-13 13 0,106-33 0,-60 15-1365,-87 39-5461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0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438 1 24575,'-1'2'0,"0"0"0,0 1 0,0-1 0,0 0 0,0 1 0,0-1 0,-1 0 0,1 0 0,-1 0 0,0 0 0,0-1 0,-3 4 0,-7 8 0,-155 224 0,99-137 0,42-59 0,19-28 0,-1 0 0,-18 23 0,11-19 0,2 1 0,0 1 0,1 0 0,1 0 0,1 1 0,-8 23 0,16-37 0,0 0 0,0 1 0,1-1 0,-1 0 0,2 0 0,-1 1 0,0-1 0,1 0 0,1 1 0,-1-1 0,1 1 0,0-1 0,0 0 0,3 9 0,-1-10 0,-1 0 0,1 0 0,0 0 0,0-1 0,0 1 0,1-1 0,-1 0 0,1 0 0,0 0 0,0 0 0,1-1 0,-1 0 0,1 0 0,0 0 0,-1 0 0,11 3 0,11 3 0,0-1 0,0-1 0,1-2 0,0 0 0,0-2 0,0-1 0,0-1 0,1-1 0,34-5 0,-59 4 0,0 1 0,-1-1 0,1 0 0,0 0 0,0 0 0,0 0 0,-1 0 0,1-1 0,-1 1 0,1-1 0,-1 0 0,1 0 0,-1 0 0,0 0 0,0 0 0,0 0 0,0-1 0,0 1 0,-1 0 0,1-1 0,-1 0 0,0 1 0,1-1 0,-1 0 0,0 0 0,-1 0 0,1 1 0,0-1 0,-1 0 0,0 0 0,1 0 0,-1 0 0,-1-5 0,1 2 0,0 1 0,0-1 0,-1 1 0,0-1 0,0 1 0,0-1 0,-1 1 0,0 0 0,0 0 0,0-1 0,0 1 0,-1 1 0,0-1 0,0 0 0,-1 1 0,1-1 0,-7-5 0,-11-4 0,0 1 0,-39-17 0,16 8 0,36 18 32,-1 1 0,0 0 0,-17-4-1,-10-3-1523,20 3-5334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05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24575,'5'0'0,"6"0"0,5 0 0,6 0 0,2 0 0,3 0 0,2 0 0,-1 0 0,0 0 0,1 0 0,-1 0 0,0 0 0,-5 0-8191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12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61 296 24575,'-1'13'0,"0"1"0,-1-1 0,-6 22 0,-4 24 0,-3 25 0,9-58 0,-4 49 0,8-49 0,0-13 0,1-1 0,1 0 0,0 0 0,1 1 0,0-1 0,0 0 0,6 18 0,-6-28 0,0 1 0,1-1 0,-1 0 0,1 1 0,0-1 0,-1 0 0,1 0 0,0 0 0,0 0 0,0-1 0,1 1 0,-1 0 0,0-1 0,1 1 0,-1-1 0,1 0 0,-1 0 0,1 0 0,0 0 0,-1-1 0,1 1 0,0-1 0,-1 1 0,1-1 0,0 0 0,0 0 0,-1 0 0,1 0 0,4-2 0,0 1 0,0 0 0,-1 0 0,1-1 0,-1 0 0,1-1 0,-1 1 0,0-1 0,0-1 0,0 1 0,10-9 0,8-9 0,-2 0 0,-1-2 0,0-1 0,-2-1 0,21-34 0,-35 48 0,0-1 0,-1 0 0,0-1 0,-1 1 0,-1-1 0,0 1 0,0-1 0,-2 0 0,1 1 0,-1-1 0,-3-14 0,3-45 0,7 44 0,0 21 0,-1 19 0,10 67 0,-14-59 0,1 0 0,1-1 0,1 0 0,11 28 0,-14-44 0,1 0 0,-1 1 0,0-1 0,1-1 0,0 1 0,0 0 0,0-1 0,0 1 0,0-1 0,0 0 0,0 0 0,1 0 0,-1 0 0,1-1 0,0 1 0,-1-1 0,1 0 0,0 0 0,0-1 0,0 1 0,-1-1 0,1 0 0,7 0 0,-7 0 0,0 0 0,0 0 0,0 0 0,0-1 0,-1 0 0,1 1 0,0-1 0,0-1 0,-1 1 0,1-1 0,-1 1 0,1-1 0,-1 0 0,0 0 0,1 0 0,-1-1 0,0 1 0,0-1 0,-1 0 0,1 0 0,-1 0 0,1 0 0,2-6 0,-1-1 0,-2 0 0,1 0 0,-2-1 0,1 1 0,-1 0 0,-1-1 0,0 1 0,-1-15 0,0 14 0,0-1 0,1 1 0,1 0 0,0-1 0,0 1 0,4-14 0,-4 23 0,0 0 0,0 0 0,0 0 0,0 0 0,0 0 0,0 1 0,0-1 0,1 0 0,-1 1 0,1-1 0,-1 1 0,1 0 0,0-1 0,-1 1 0,1 0 0,0 0 0,2-1 0,39-11 0,-37 12 0,-1 0 0,1 0 0,0-1 0,-1 0 0,1 0 0,-1-1 0,0 1 0,8-6 0,-11 6 0,1-1 0,-1 1 0,0-1 0,0 0 0,0 0 0,0 0 0,0 0 0,-1 0 0,1 0 0,1-7 0,10-18 0,-12 28 0,-1-1 0,0 1 0,1-1 0,-1 1 0,0 0 0,1-1 0,-1 1 0,1-1 0,-1 1 0,1 0 0,-1 0 0,1-1 0,-1 1 0,1 0 0,-1 0 0,1 0 0,-1-1 0,1 1 0,-1 0 0,1 0 0,-1 0 0,1 0 0,-1 0 0,1 0 0,0 0 0,-1 0 0,1 0 0,-1 0 0,2 1 0,14 12 0,5 21 0,-16-23 0,0 1 0,-1 0 0,-1 0 0,3 20 0,-4-25 0,-2 1 0,1-1 0,-1 0 0,0 1 0,0-1 0,-1 0 0,0 1 0,0-1 0,-3 8 0,3-14 0,1 1 0,-1-1 0,0 1 0,1-1 0,-1 1 0,0-1 0,0 0 0,0 0 0,0 1 0,0-1 0,0 0 0,-2 2 0,2-3 0,0 1 0,1-1 0,-1 0 0,1 0 0,-1 0 0,1 1 0,-1-1 0,1 0 0,-1 0 0,0 0 0,1 0 0,-1 0 0,1 0 0,-1 0 0,1 0 0,-1 0 0,0 0 0,1-1 0,-1 1 0,1 0 0,-1 0 0,1 0 0,-2-1 0,0-1 0,1 1 0,-1-1 0,0 0 0,1 1 0,-1-1 0,1 0 0,0 0 0,0 0 0,0 0 0,0 0 0,0-1 0,0 1 0,0 0 0,0 0 0,0-4 0,-2-21 0,0 1 0,2-1 0,0 1 0,5-37 0,-4 60 0,0 1 0,1-1 0,-1 1 0,0 0 0,1-1 0,0 1 0,-1-1 0,1 1 0,0 0 0,0 0 0,0 0 0,1-1 0,-1 1 0,0 0 0,1 0 0,0 1 0,-1-1 0,1 0 0,0 0 0,0 1 0,0-1 0,0 1 0,0 0 0,0 0 0,0-1 0,0 1 0,1 0 0,-1 1 0,0-1 0,1 0 0,-1 1 0,0-1 0,1 1 0,-1 0 0,1 0 0,-1 0 0,1 0 0,-1 0 0,0 1 0,5 0 0,-2 0 0,0 0 0,0 1 0,-1-1 0,1 1 0,0 0 0,-1 1 0,1-1 0,-1 1 0,0 0 0,1 0 0,-1 0 0,-1 0 0,1 1 0,0 0 0,-1-1 0,0 1 0,0 1 0,0-1 0,2 5 0,-1 3 0,-1 0 0,-1-1 0,0 1 0,0 0 0,-1 0 0,-1 0 0,-1 21 0,23-151 0,-18 98 29,2 0-1,12-28 1,-12 34-271,0-1 0,-2 0 0,1 0 1,-2-1-1,3-19 0,-5 13-6584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2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1 24575,'-1'6'0,"0"0"0,0-1 0,-1 1 0,0 0 0,0-1 0,0 1 0,-1-1 0,-4 8 0,-4 9 0,-40 96 0,-42 114 0,80-195 0,-1 0 0,-1-2 0,-2 1 0,-25 36 0,31-51 0,0 1 0,-10 30 0,11-27 0,-17 33 0,27-56 0,-1 0 0,0-1 0,0 1 0,0 0 0,-1-1 0,1 1 0,0-1 0,-1 1 0,1-1 0,-1 0 0,1 1 0,-1-1 0,0 0 0,1 0 0,-1 0 0,0 0 0,-3 1 0,4-2 0,0-1 0,0 1 0,0 0 0,0 0 0,0-1 0,0 1 0,0-1 0,0 1 0,0-1 0,0 1 0,0-1 0,0 0 0,0 1 0,0-1 0,1 0 0,-1 1 0,0-1 0,1 0 0,-1 0 0,0 0 0,1 0 0,-1 0 0,1 0 0,-1 0 0,1 0 0,0 0 0,-1 0 0,1 0 0,0 0 0,0 0 0,0 0 0,0 0 0,0 0 0,0-2 0,-5-37 0,2-1 0,2 0 0,5-44 0,-1-1 0,-4 25 0,3-56 0,-2 114 0,0 1 0,1-1 0,-1 1 0,1-1 0,-1 1 0,1 0 0,0-1 0,0 1 0,0 0 0,0 0 0,0 0 0,1-1 0,-1 1 0,0 0 0,1 1 0,0-1 0,-1 0 0,1 0 0,0 1 0,4-3 0,-2 2 0,0 0 0,0 1 0,0-1 0,0 1 0,1 0 0,-1 0 0,0 1 0,0-1 0,1 1 0,-1 0 0,5 1 0,7 1 0,1 0 0,-1 2 0,0 0 0,-1 1 0,19 8 0,-6 1 0,-1 1 0,-1 1 0,41 34 0,1 0 0,-18-10 0,-39-31 0,-1 0 0,1 0 0,1-1 0,0-1 0,21 11 0,-27-15-88,0 0 1,-1 0-1,1 1 0,-1 0 0,0 0 0,5 4 0,-5-3-662,7 6-6076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22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24575,'177'-14'0,"-31"1"0,-88 12 0,-9 0 0,-1-2 0,51-9 0,-74 8 40,40 0-1,-46 4-328,0-1 0,-1-1 1,1-1-1,21-5 0,-23 2-6537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24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1 24575,'-17'16'0,"0"2"0,-27 38 0,-5 19 0,-44 92 0,76-138 0,-25 35 0,27-44 0,2 0 0,0 1 0,1 0 0,-10 25 0,13-24 0,-21 36 0,18-37 0,-14 34 0,-4 23 0,25-122 0,6-428 0,-1 467 0,0-1 0,1 0 0,-1 1 0,1-1 0,0 1 0,1-1 0,2-8 0,-3 13 0,-1 0 0,1 0 0,0-1 0,-1 1 0,1 0 0,0 0 0,0 0 0,0 0 0,0 0 0,0 1 0,0-1 0,0 0 0,0 0 0,0 1 0,1-1 0,-1 0 0,0 1 0,0 0 0,1-1 0,-1 1 0,0-1 0,0 1 0,1 0 0,-1 0 0,0 0 0,1 0 0,-1 0 0,0 0 0,1 0 0,-1 0 0,0 1 0,1-1 0,-1 0 0,0 1 0,0-1 0,1 1 0,-1 0 0,1 0 0,8 5 0,0 0 0,0 0 0,-1 1 0,0 1 0,0-1 0,-1 1 0,12 15 0,-9-10 0,1-1 0,25 21 0,-11-15 0,14 9 0,-2 1 0,-1 2 0,51 52 0,-77-70-119,10 13-504,33 28 0,-40-42-6203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33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0 365 24575,'1'-5'0,"1"0"0,-1 0 0,1 1 0,0-1 0,0 1 0,0 0 0,3-5 0,4-9 0,6-12 0,2 1 0,38-53 0,-5 10 0,12-8-1365,-52 67-5461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35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1 400 24575,'1'-4'0,"0"-1"0,1 1 0,0-1 0,0 1 0,1 0 0,-1 0 0,1 0 0,5-7 0,1 0 0,11-17 0,1 0 0,1 2 0,2 0 0,0 2 0,2 1 0,1 1 0,29-19 0,0-3 21,-38 28-368,1 2 1,0 0-1,26-13 1,-22 16-6480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36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24575,'11'-1'0,"1"0"0,-1 0 0,0-1 0,1-1 0,-1 0 0,13-5 0,65-33 0,-20 8 0,15-9 0,-56 27 0,48-20 0,35-13-1365,-88 40-5461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49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53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1 195 24575,'4'0'0,"7"-4"0,6-7 0,4-1 0,4-3 0,2-5 0,1 3 0,0-2 0,-4-1 0,-2 2 0,1 0 0,0 2 0,1 5 0,1 4 0,1 3 0,1 2 0,-4 2-8191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1:56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24575,'0'17'0,"-1"3"0,1 0 0,1 0 0,1 0 0,0-1 0,2 1 0,10 34 0,-5-27 0,-1 1 0,-1 0 0,5 54 0,16 51 0,-3-20 0,-12-48 0,-12-60 0,0-1 0,0 1 0,1-1 0,0 1 0,0-1 0,0 0 0,0 0 0,1 1 0,0-2 0,0 1 0,3 4 0,-4-7 0,-1-1 0,0 1 0,0-1 0,0 1 0,0-1 0,1 1 0,-1-1 0,0 0 0,1 0 0,-1 1 0,0-1 0,0 0 0,1 0 0,-1-1 0,0 1 0,1 0 0,-1 0 0,0 0 0,0-1 0,1 1 0,-1-1 0,0 1 0,0-1 0,0 0 0,0 1 0,1-1 0,-1 0 0,0 0 0,1-1 0,30-31 0,-26 27 0,19-21 0,1 2 0,1 1 0,2 2 0,39-25 0,-36 27 0,28-18 0,-56 35 0,0 0 0,0-1 0,0 1 0,0-1 0,-1 0 0,0 0 0,0 0 0,0 0 0,0 0 0,3-8 0,-5 9 0,0 0 0,-1 0 0,1-1 0,-1 1 0,1 0 0,-1 0 0,0-1 0,0 1 0,-1 0 0,1-1 0,0 1 0,-1 0 0,0 0 0,0 0 0,0 0 0,0 0 0,-1 0 0,1 0 0,-1 0 0,0 0 0,0 0 0,-3-3 0,-5-6 0,-1 1 0,-1 0 0,-20-15 0,-11-11 0,36 28 0,1-1 0,0 0 0,0 0 0,1 0 0,1-1 0,-1 0 0,2 0 0,-4-13 0,7 23 0,0 1 0,0 0 0,-1 0 0,1-1 0,0 1 0,0 0 0,0 0 0,0-1 0,0 1 0,0 0 0,0 0 0,-1-1 0,1 1 0,0 0 0,0 0 0,0-1 0,0 1 0,0 0 0,0 0 0,0-1 0,0 1 0,1 0 0,-1-1 0,0 1 0,0 0 0,0 0 0,0-1 0,0 1 0,0 0 0,0 0 0,1 0 0,-1-1 0,0 1 0,0 0 0,0 0 0,0 0 0,1-1 0,-1 1 0,0 0 0,0 0 0,1 0 0,-1 0 0,12 7 0,11 17 0,-3 3 0,-11-15 0,0-1 0,0 2 0,-1-1 0,-1 1 0,0 1 0,-1-1 0,0 1 0,6 23 0,10 59 0,-11-50 0,9 70 0,-7-13 0,-5-55 0,0 55 0,-7-90 0,1 0 0,0 0 0,1 0 0,0 0 0,1-1 0,8 21 0,3 7 0,-6 2 0,-9-36 0,1 0 0,0 0 0,0 0 0,1 0 0,-1-1 0,1 1 0,1 0 0,-1-1 0,5 8 0,-2-5 0,0 1 0,0 0 0,-1 0 0,0 1 0,-1-1 0,0 1 0,0 0 0,-1-1 0,-1 1 0,1 0 0,-1 15 0,1-2 0,2 0-1365,2-5-5461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2:15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 24575,'-4'0'0,"0"1"0,1 0 0,-1 0 0,0 0 0,0 0 0,1 1 0,-1-1 0,0 1 0,1 0 0,-1 0 0,1 0 0,0 1 0,-5 4 0,-39 42 0,34-34 0,2-4 0,2 0 0,0 1 0,0 0 0,1 0 0,-10 21 0,15-27 0,1 0 0,0 1 0,0-1 0,1 1 0,0-1 0,0 1 0,1-1 0,0 1 0,0 0 0,0-1 0,1 1 0,0-1 0,0 1 0,4 11 0,-3-11 0,0-1 0,1 1 0,0-1 0,0 1 0,0-1 0,1 0 0,0 0 0,7 8 0,-9-12 0,1 0 0,-1 0 0,1 1 0,-1-2 0,1 1 0,0 0 0,0 0 0,0-1 0,0 0 0,0 1 0,0-1 0,1 0 0,-1-1 0,0 1 0,1-1 0,-1 1 0,0-1 0,1 0 0,5-1 0,19-4 0,-1-2 0,0-1 0,-1-1 0,42-20 0,-42 18 0,0-2 0,-1-1 0,33-23 0,-29 18 0,-28 18 0,-1 0 0,1 1 0,0-1 0,0 1 0,-1-1 0,1 1 0,0-1 0,0 1 0,0-1 0,0 1 0,0-1 0,0 1 0,0 0 0,0 0 0,-1 0 0,1-1 0,0 1 0,0 0 0,0 0 0,0 0 0,0 0 0,0 0 0,0 1 0,0-1 0,0 0 0,0 0 0,0 1 0,0-1 0,0 0 0,0 1 0,-1-1 0,1 1 0,0-1 0,0 1 0,0 0 0,-1-1 0,2 2 0,0 2 0,0 1 0,0-1 0,0 1 0,0-1 0,-1 1 0,2 8 0,-2-9 0,-1 0 0,1 0 0,1 0 0,-1 1 0,1-1 0,-1 0 0,6 7 0,-4-8 0,0-1 0,0 1 0,1-1 0,0 1 0,-1-1 0,1 0 0,0 0 0,0-1 0,0 1 0,0-1 0,0 0 0,0 0 0,1 0 0,6 0 0,10 0 0,37-3 0,-31 0 0,-17 2 0,0-1 0,1-1 0,-1 0 0,0 0 0,0-1 0,0-1 0,-1 1 0,1-1 0,10-7 0,-4 1 0,-2 0 0,1 0 0,-1-2 0,18-19 0,-29 29 0,-1-1 0,1 1 0,0 0 0,0 0 0,0 0 0,0 0 0,0 1 0,0-1 0,1 1 0,-1 0 0,0 0 0,1 0 0,-1 0 0,1 1 0,-1 0 0,1-1 0,0 1 0,-1 0 0,1 1 0,3-1 0,7 3 0,1 0 0,-1 1 0,22 10 0,-10-5 0,87 28 0,-54-20 0,0 3 0,-2 2 0,-1 3 0,58 34 0,-100-50 0,0 0 0,-1 2 0,-1-1 0,1 2 0,15 18 0,-6-7 0,-18-19 0,0 0 0,0 0 0,0 0 0,0 0 0,-1 1 0,1 0 0,-1 0 0,0 0 0,3 9 0,-6-6 0,-8-15 0,-10-15 0,17 21 0,-8-10 0,1 0 0,1-1 0,0 1 0,1-1 0,0-1 0,-7-20 0,12 29 0,0 1 0,0-1 0,1 0 0,-1 0 0,1 0 0,0 0 0,0 0 0,0 0 0,1 1 0,0-1 0,-1 0 0,1 0 0,0 0 0,1 1 0,-1-1 0,1 1 0,0-1 0,-1 1 0,2-1 0,-1 1 0,0 0 0,1 0 0,-1 0 0,1 0 0,0 1 0,0-1 0,0 1 0,4-3 0,-6 4 0,0 0 0,1 0 0,-1 0 0,1 0 0,-1 0 0,1 0 0,-1 1 0,1-1 0,0 0 0,-1 1 0,1-1 0,0 1 0,0 0 0,-1 0 0,1 0 0,0 0 0,-1 0 0,1 0 0,0 0 0,0 0 0,-1 1 0,4 0 0,-3 0 0,0 0 0,0 1 0,0 0 0,0-1 0,0 1 0,0 0 0,0 0 0,0 0 0,-1 0 0,1 0 0,-1 0 0,0 0 0,2 4 0,3 9 0,-1-1 0,0 1 0,-2 0 0,3 16 0,-5-25 0,-1-4 0,1 0 0,-1 0 0,0-1 0,0 1 0,1-1 0,-1 1 0,1 0 0,0-1 0,-1 1 0,1-1 0,0 1 0,0-1 0,0 1 0,0-1 0,0 0 0,0 0 0,3 3 0,-3-4 0,0 0 0,-1 1 0,1-1 0,0 0 0,0 0 0,0 0 0,0 0 0,0 0 0,-1 0 0,1 0 0,0 0 0,0 0 0,0-1 0,0 1 0,0 0 0,-1-1 0,1 1 0,0 0 0,0-1 0,-1 1 0,1-1 0,0 1 0,-1-1 0,2 0 0,2-3 0,0 0 0,0 0 0,-1-1 0,1 1 0,-1-1 0,0 0 0,-1 0 0,1 0 0,2-8 0,2-12 0,6-42 0,-4 14 0,-1 18-117,2-11-507,8-80 0,-17 102-6202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2:1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1 24575,'-3'81'0,"-4"0"0,-31 138 0,18-108 0,12-55 0,-3 0 0,-3 0 0,-31 82 0,7-45 0,38-94 0,0 1 0,0 0 0,0 0 0,0 0 0,0 0 0,0 0 0,0 0 0,0 0 0,0-1 0,-1 1 0,1 0 0,0 0 0,0 0 0,0 0 0,0 0 0,0 0 0,0 0 0,0 0 0,-1 0 0,1 0 0,0 0 0,0 0 0,0 0 0,0 0 0,0 0 0,0 0 0,-1 0 0,1 0 0,0 0 0,0 0 0,0 0 0,0 0 0,0 0 0,0 0 0,-1 0 0,1 0 0,0 0 0,0 0 0,0 0 0,0 0 0,0 0 0,0 0 0,-1 0 0,1 0 0,0 0 0,0 1 0,0-1 0,0 0 0,0 0 0,0 0 0,0 0 0,0 0 0,0 0 0,0 0 0,0 1 0,0-1 0,0 0 0,0 0 0,-1 0 0,1 0 0,0 0 0,0 0 0,0 1 0,-2-20 0,1-24 0,1-25 0,-1 36 0,1 0 0,1 1 0,2-1 0,14-58 0,-17 88 0,1 0 0,-1 0 0,1-1 0,0 1 0,0 0 0,0 0 0,0 0 0,0 0 0,0 0 0,0 0 0,1 1 0,-1-1 0,1 0 0,-1 1 0,1-1 0,0 1 0,0-1 0,-1 1 0,1 0 0,0 0 0,3-1 0,-3 1 0,0 1 0,0 0 0,0 1 0,0-1 0,0 0 0,0 1 0,0-1 0,-1 1 0,1-1 0,0 1 0,0 0 0,-1 0 0,1 0 0,0 0 0,-1 0 0,1 0 0,-1 0 0,1 0 0,-1 1 0,1-1 0,-1 1 0,0-1 0,0 1 0,0-1 0,1 3 0,23 31 0,2-1 0,1-1 0,1-2 0,43 36 0,-50-48-1365,-5-1-5461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2:53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1 767 24575,'77'-2'0,"126"-21"0,73-31 0,-168 31 0,72-16 0,407-64 0,-449 89 0,251-60 0,6-19 0,-302 77 0,2 3 0,120 0 0,-87 7 0,231-43 0,-248 30 0,65-20 0,-116 23 0,1 3 0,69-6 0,-66 11 0,0-3 0,83-24 0,55-11 0,-121 32 0,-32 4 0,100-5 0,41 17-1365,-166-2-5461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4:30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95 24575,'329'16'0,"217"-3"0,-351-15 0,75-12 0,-8 0 0,-154 14 0,20 1 0,149-18 0,-188 9 0,112 4 0,-147 4 0,-39-1 0,-1 0 0,-1-2 0,1 1 0,0-2 0,-1 0 0,1-1 0,15-7 0,14-5 0,-24 9-1365,-4 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4:39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 1259 24575,'3'-6'0,"1"0"0,0 0 0,0 1 0,1 0 0,0 0 0,7-6 0,5-6 0,371-366 0,33 32 0,-219 221 0,-112 76 0,-37 24 0,1 2 0,1 2 0,1 3 0,1 2 0,88-19 0,303-34 0,-331 59 0,-41 4 0,134 0 0,-181 12 0,-1 1 0,0 1 0,0 1 0,0 2 0,0 1 0,-1 1 0,0 1 0,28 15 0,238 106 0,-35-18 0,-187-76 0,103 67 0,77 72 0,41 31 0,-213-152 0,-2 3 0,117 114 0,-103-89 0,-55-51 0,-2 1 0,0 2 0,33 44 0,-26-14 0,-2 2 0,38 86 0,-59-114 0,4 10 0,20 61 0,-27-64 0,30 105 0,-39-122 0,-1 0 0,-1 0 0,-1 46 0,-2 172 0,-9 280 0,-3-401 0,-6 0 0,-54 200 0,-193 583 0,248-866 0,-1-2 0,-1 0 0,-3-2 0,-1 0 0,-2-1 0,-2-1 0,-1-2 0,-1 0 0,-2-2 0,-1-1 0,-58 43 0,54-47 0,-28 21 0,-76 45 0,34-33 0,-188 103 0,124-75 0,-131 60 0,184-106 0,-229 49 0,198-57 0,33-9 0,-1-6 0,-124 6 0,-238-22 0,401-9 0,1-3 0,0-3 0,1-3 0,0-4 0,1-3 0,2-3 0,0-3 0,2-3 0,1-3 0,2-3 0,-66-49 0,92 56 0,2-1 0,-49-53 0,-59-81 0,133 149 0,-47-59 0,4-2 0,3-3 0,-82-166 0,61 77 0,-55-189 0,50 123 0,16 55 0,-48-229 0,97 327 0,-4-151 0,20-87 0,2 121 0,-4 186 0,-1-22 0,2-1 0,1 1 0,2-1 0,16-68 0,2 19 0,-13 48 0,17-47 0,-17 62 0,0-2 0,1-1 0,1 2 0,21-34 0,-27 49 8,0-1 0,0 0 0,-1 0-1,0-1 1,0 1 0,-1-1 0,-1 0 0,0 1-1,2-13 1,-2-8-302,-3-51 1,0 47-563,1 10-5970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1:14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0 24575,'-42'764'0,"35"-673"0,1-33 0,-1 0 0,-3-1 0,-27 85 0,9-61 0,8-29 0,-15 71 0,34-119 0,0 0 0,-1 0 0,0 0 0,1 0 0,-1 0 0,0 0 0,-1 0 0,1-1 0,-1 1 0,0-1 0,0 0 0,0 1 0,0-1 0,0-1 0,-1 1 0,1 0 0,-5 1 0,6-3 0,1 0 0,-1 0 0,0 0 0,0 0 0,0-1 0,0 1 0,0-1 0,0 1 0,0-1 0,0 0 0,-1 0 0,1 0 0,0 0 0,0 0 0,0-1 0,0 1 0,0 0 0,0-1 0,0 0 0,0 1 0,0-1 0,0 0 0,1 0 0,-1 0 0,0 0 0,0 0 0,1-1 0,-1 1 0,1 0 0,-1-1 0,1 1 0,-1-1 0,1 0 0,0 1 0,0-1 0,-2-3 0,-1-5 0,-1 0 0,1 0 0,1 0 0,-1 0 0,-2-20 0,-5-59 0,9 61 0,-6-64 0,10-182 0,-2 268 0,1 0 0,0-1 0,0 1 0,1 0 0,0-1 0,0 1 0,1 0 0,-1 0 0,1 1 0,0-1 0,1 1 0,4-7 0,-6 10 0,1-1 0,-1 1 0,1-1 0,-1 1 0,1 0 0,0 0 0,0 0 0,0 0 0,0 1 0,0-1 0,1 1 0,-1 0 0,0 0 0,1 0 0,-1 0 0,0 0 0,1 1 0,-1 0 0,1 0 0,-1 0 0,1 0 0,-1 0 0,6 2 0,3 0 0,0 1 0,0 1 0,-1 0 0,1 1 0,-1 0 0,0 0 0,-1 1 0,14 10 0,-7-2 0,0 1 0,-1 1 0,22 27 0,-12-11 0,-13-14 0,0-1 0,2-1 0,0 0 0,0-1 0,25 17 0,50 37 0,-9-8 0,-63-50-1365,-2-4-5461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1:21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1 196 24575,'16'0'0,"138"4"0,-129-1 0,0 0 0,0 2 0,0 1 0,25 9 0,48 20 0,94 38 0,-189-72 0,0 0 0,-1 0 0,1 0 0,0 0 0,0 0 0,0 0 0,0-1 0,0 0 0,0 1 0,-1-1 0,1 0 0,0-1 0,0 1 0,4-1 0,-5 0 0,0 0 0,-1 0 0,1 0 0,-1 0 0,1 0 0,-1 0 0,1 0 0,-1-1 0,0 1 0,1 0 0,-1-1 0,0 1 0,0-1 0,0 0 0,0 1 0,0-1 0,-1 0 0,1 0 0,0 1 0,-1-1 0,1 0 0,-1 0 0,0-3 0,2-9 0,-1 1 0,-1 0 0,-1-1 0,0 1 0,0-1 0,-1 1 0,-1 0 0,0 0 0,-1 0 0,-1 0 0,-8-17 0,1 0 0,-8-62 0,20 91 0,0 1 0,0 0 0,0-1 0,0 1 0,0-1 0,0 1 0,0 0 0,-1-1 0,1 1 0,0-1 0,0 1 0,0 0 0,-1-1 0,1 1 0,0 0 0,0-1 0,-1 1 0,1 0 0,0-1 0,0 1 0,-1 0 0,1 0 0,0-1 0,-1 1 0,1 0 0,-1 0 0,1 0 0,0-1 0,-1 1 0,0 0 0,-4 11 0,-1 22 0,3 106 0,4-90 0,-11 94 0,4-106-116,3-11-134,-2-1 1,0 1-1,-2-1 0,-15 39 0,14-49-6576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1:40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686 166 24575,'19'-2'-10131,"8"-8"9951,-2 1 2249,280-85 6173,-283 87-8242,0 2 0,1 0 0,-1 2 0,31-2 0,93 6 0,-64 1 0,-7-2 0,436 18 0,-232 10 0,-231-22 0,0-1 0,67 17 0,-101-18 0,-1 0 0,0 0 0,0 1 0,-1 1 0,1 0 0,-1 1 0,-1 1 0,1-1 0,17 17 0,-25-19 0,-1-1 0,1 1 0,-1 0 0,0 0 0,0 0 0,0 0 0,-1 1 0,0-1 0,0 1 0,0-1 0,0 1 0,-1 0 0,0 0 0,0 6 0,0 12 0,-1 0 0,-3 29 0,0-10 0,1-21 0,-1 0 0,-1 0 0,-1 0 0,-14 37 0,-3 15 0,20-67 0,-1 0 0,1-1 0,-1 1 0,-1-1 0,1 1 0,-1-1 0,0 0 0,0 0 0,-1-1 0,0 1 0,-10 8 0,-5 2 0,0-1 0,-25 13 0,9-5 0,15-9 0,1 0 0,-1 0 0,0-2 0,-1 0 0,0-1 0,-39 12 0,-12 1 0,-100 45 0,51-17 0,-300 113 0,326-132 0,-1-4 0,-171 28 0,178-39 0,-95 31 0,158-41 0,-1-1 0,0-2 0,-52 4 0,-85-8 0,87-3 0,68 3 0,0-1 0,1-1 0,-1 1 0,0-2 0,1 1 0,-1-1 0,1-1 0,-1 0 0,1 0 0,0-1 0,0 0 0,1 0 0,-1-1 0,1 0 0,0-1 0,0 1 0,0-2 0,1 1 0,0-1 0,-11-14 0,4 0 0,0-1 0,1-1 0,1 0 0,2-1 0,0 0 0,-7-27 0,4 2 0,2-1 0,-5-56 0,13 70 0,1 0 0,3-37 0,0 54 0,1 1 0,1-1 0,1 1 0,0 0 0,13-31 0,-11 39 0,-1 1 0,1 1 0,1-1 0,0 1 0,0 1 0,0-1 0,13-9 0,24-26 0,-32 30 0,1 0 0,0 1 0,28-20 0,-24 20 0,-1 0 0,-1-1 0,14-16 0,0-3 0,-4 5 0,-1-2 0,30-46 0,-50 69 0,1 0 0,-1 1 0,1-1 0,0 1 0,1 0 0,-1 0 0,1 1 0,0-1 0,7-3 0,65-30 0,-19 10 0,-27 8 0,-26 14 0,1 2 0,1-1 0,-1 1 0,1 0 0,0 1 0,-1 0 0,1 0 0,1 0 0,9-1 0,21-3 46,44-13-1,-52 11-530,0 2-1,55-6 1,-62 12-6341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1:45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4428 24575,'34'-2'0,"45"-7"0,6-1 0,505-50 0,-93-5 0,-398 52 0,148-26 0,131-21 0,-211 19 0,-113 25 0,1 2 0,0 3 0,67-4 0,5 3 0,137-30 0,-239 37 0,459-72 0,-392 63 0,129-3 0,94 18 0,-125 1 0,180-18 0,-182-8 0,-30 3 0,168-1 0,-254 23 0,14 0 0,153-17 0,-211 11 0,30-4 0,79-22 0,-24-13 0,-103 39 0,0-1 0,0 0 0,0-1 0,-1 0 0,0 0 0,-1-1 0,1 0 0,-2-1 0,1 0 0,9-14 0,-9 10 0,0 0 0,-1-1 0,-1 0 0,0 0 0,-1 0 0,0 0 0,-1-1 0,-1 0 0,3-28 0,-3-10 0,-5-80 0,-1 46 0,3 36 0,-17-364 0,12 364 0,-29-314 0,-19-45 0,-75-139 0,80 367 0,30 114 0,-3 2 0,-4 0 0,-36-70 0,-14-52 0,5 11 0,59 155 0,-1 1 0,0 1 0,-1 0 0,-1 0 0,-33-33 0,43 50 0,-1-1 0,0 0 0,0 1 0,0 0 0,0 0 0,-1 1 0,1 0 0,-1 0 0,0 0 0,0 0 0,1 1 0,-1 0 0,-9 0 0,-11-1 0,-48 4 0,30 1 0,-149-4 0,1-8 0,-282-49 0,208 13 0,-109-22 0,-255-16 0,-6 71 0,392 14 0,61 4 0,-315 50 0,345-36 0,87-13 0,1 3 0,0 2 0,-90 31 0,73-17 0,-26 11 0,95-31 0,0 0 0,1 1 0,0 1 0,0-1 0,-21 20 0,-140 135 0,161-149 0,0 1 0,1 1 0,1-1 0,0 2 0,1 0 0,0 0 0,2 0 0,0 1 0,-5 19 0,6-12 0,2 1 0,1-1 0,1 1 0,1 0 0,4 45 0,-1-10 0,-1 2 0,0 95 0,25 178 0,0-158 0,5 258 0,-32-254 0,29 234 0,-10-229 0,-10 255 0,-9-310 0,3-77 0,11 57 0,1 41 0,-13-96 0,-2-21 0,2 0 0,1-1 0,11 51 0,15 48 0,-24-115 0,-3-13 0,-1-1 0,1 1 0,0-1 0,0 0 0,0 1 0,1-1 0,-1 0 0,1 0 0,0 0 0,0 0 0,1 0 0,-1 0 0,1-1 0,0 1 0,0-1 0,0 0 0,0 0 0,0 0 0,1 0 0,0 0 0,7 3 0,16 7 0,-21-11 0,-1 0 0,1 1 0,-1-1 0,0 1 0,0 1 0,8 5 0,-7-4 0,0 0 0,1-1 0,0 0 0,0 0 0,0-1 0,0 1 0,0-2 0,1 1 0,-1-1 0,1 0 0,0 0 0,13 0 0,11 0 0,59-5 0,-31 0 0,76 3-1365,-113 0-5461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1:56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 24575,'13'0'0,"-1"0"0,0 0 0,1-1 0,-1-1 0,0 0 0,0 0 0,0-1 0,0-1 0,0 0 0,11-6 0,-4 0 0,1 1 0,-1 1 0,1 1 0,1 1 0,0 1 0,-1 1 0,1 0 0,1 2 0,33 0 0,-38 1-341,-1-1 0,0 0-1,28-8 1,-26 6-6485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19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26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300 302 24575,'-28'-1'0,"1"-1"0,0-2 0,0 0 0,-52-17 0,72 19 0,0-1 0,0 0 0,0-1 0,0 1 0,1-1 0,-1-1 0,1 1 0,0-1 0,1 0 0,-1 0 0,1-1 0,0 0 0,0 0 0,1 0 0,-5-9 0,7 11 0,0 0 0,0 0 0,1 0 0,-1-1 0,1 1 0,0 0 0,0-1 0,1 1 0,-1 0 0,1-1 0,0 1 0,0-1 0,1 1 0,-1-1 0,1 1 0,0 0 0,0-1 0,0 1 0,1 0 0,-1 0 0,1 0 0,0 0 0,1 0 0,-1 0 0,1 0 0,-1 1 0,4-4 0,1 0 0,-1 1 0,1 0 0,0 0 0,0 1 0,0 0 0,1 0 0,0 1 0,0 0 0,0 0 0,1 1 0,-1 0 0,1 0 0,-1 1 0,1 0 0,9 0 0,-12 1 0,0 1 0,0 0 0,-1 0 0,1 1 0,0-1 0,0 1 0,0 1 0,-1-1 0,1 1 0,-1 0 0,1 0 0,-1 0 0,1 1 0,-1 0 0,0 0 0,-1 0 0,1 1 0,0-1 0,-1 1 0,0 0 0,0 1 0,0-1 0,6 9 0,-1 3 0,0 0 0,-1 1 0,-1 0 0,0 0 0,-2 1 0,0 0 0,0 0 0,-2 0 0,0 0 0,-1 1 0,-1 34 0,-3 272 0,2-324 0,-1 1 0,1-1 0,0 0 0,0 1 0,0-1 0,0 1 0,1-1 0,-1 0 0,0 1 0,1-1 0,-1 0 0,0 1 0,1-1 0,0 0 0,-1 0 0,1 0 0,0 1 0,-1-1 0,1 0 0,0 0 0,2 2 0,-2-3 0,0 0 0,0 0 0,0 1 0,1-1 0,-1 0 0,0 0 0,0 0 0,0 0 0,0 0 0,0 0 0,1-1 0,-1 1 0,0 0 0,0 0 0,0-1 0,0 1 0,0-1 0,0 1 0,0-1 0,1 0 0,7-5 0,1-1 0,-2 0 0,16-16 0,-22 21 0,14-12 0,1 1 0,30-19 0,-34 24 0,-7 4-273,1 1 0,0 0 0,-1 0 0,11-3 0,3 1-6553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47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307 267 24575,'0'-15'0,"1"3"0,-1 0 0,-1-1 0,0 1 0,0 0 0,-6-21 0,6 30 0,-1 0 0,1-1 0,-1 1 0,0 0 0,0 0 0,0 0 0,0 0 0,-1 0 0,1 0 0,-1 1 0,1-1 0,-1 1 0,0 0 0,0 0 0,0 0 0,0 0 0,-1 0 0,1 1 0,0 0 0,-1-1 0,1 1 0,-1 0 0,-6 0 0,-28-4 0,29 4 0,0 0 0,0 0 0,0-1 0,-13-4 0,19 5 0,0-1 0,0 1 0,0-1 0,0 0 0,1 0 0,-1 0 0,1 0 0,-1 0 0,1 0 0,0-1 0,0 1 0,0-1 0,0 1 0,0-1 0,1 0 0,-3-5 0,2 4 0,0 1 0,0-1 0,0 1 0,0 0 0,0 0 0,-1 0 0,0 0 0,1 0 0,-1 0 0,0 1 0,-6-4 0,8 5 0,0 1 0,0-1 0,0 1 0,0-1 0,-1 1 0,1-1 0,0 1 0,0 0 0,0 0 0,0 0 0,0 0 0,-1 0 0,1 0 0,0 0 0,0 0 0,0 0 0,0 0 0,0 0 0,-1 1 0,1-1 0,0 1 0,0-1 0,0 1 0,0-1 0,0 1 0,0-1 0,0 1 0,0 0 0,0-1 0,1 1 0,-1 0 0,0 0 0,0 0 0,1 0 0,-1 0 0,0 0 0,1 0 0,-1 0 0,1 0 0,-1 0 0,1 0 0,0 0 0,-1 2 0,-2 6 0,0 1 0,1-1 0,0 1 0,1 0 0,-1 0 0,2-1 0,0 1 0,0 0 0,1 0 0,0 0 0,0 0 0,4 12 0,6 14 0,28 67 0,-19-54 0,4 11 0,47 86 0,-66-136 0,9 12 0,-14-22 0,0 0 0,1 0 0,-1 0 0,0 0 0,0 0 0,0 0 0,0 0 0,0 0 0,0 0 0,0 0 0,1 0 0,-1 0 0,0 0 0,0 0 0,0 0 0,0 0 0,0 0 0,0 0 0,1 0 0,-1 0 0,0 0 0,0 0 0,0 0 0,0 0 0,0 0 0,0 0 0,1 0 0,-1 0 0,0 0 0,0 0 0,0 0 0,0 0 0,0 0 0,0 0 0,0 0 0,0-1 0,1 1 0,-1 0 0,0 0 0,0 0 0,0 0 0,0 0 0,0 0 0,0 0 0,0-1 0,0 1 0,0 0 0,0 0 0,2-17 0,-2 1 0,0 3 0,1 0 0,2-23 0,-2 33 0,-1 0 0,1 0 0,0 0 0,0 1 0,0-1 0,0 0 0,1 0 0,-1 1 0,0-1 0,1 1 0,0 0 0,0-1 0,0 1 0,0 0 0,0 0 0,0 0 0,5-3 0,-6 4 0,0 1 0,0-1 0,0 1 0,1-1 0,-1 1 0,0-1 0,0 1 0,1 0 0,-1 0 0,0 0 0,0 0 0,1 0 0,-1 0 0,0 0 0,0 0 0,1 0 0,-1 0 0,0 1 0,0-1 0,0 0 0,1 1 0,-1-1 0,1 2 0,1-1 0,-1 1 0,1 0 0,-1 1 0,1-1 0,-1 0 0,0 1 0,0-1 0,3 6 0,2 4 0,-1 0 0,-1 0 0,6 17 0,-6-12 0,2-1 0,0 0 0,0 0 0,14 19 0,-17-28 0,1-1 0,-1 0 0,2 0 0,-1-1 0,0 0 0,1 0 0,0 0 0,0 0 0,1-1 0,-1 0 0,1 0 0,10 3 0,2 0 0,0-1 0,1 0 0,-1-2 0,36 4 0,-48-7 0,1-1 0,0 0 0,0 0 0,0-1 0,0 0 0,0 0 0,0-1 0,-1 0 0,1-1 0,-1 0 0,1 0 0,-1 0 0,0-1 0,12-8 0,25-23-1365,-24 18-5461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48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24575,'4'5'0,"7"6"0,6 5 0,-1 6 0,-2 3 0,-4 2 0,2-4 0,2-1 0,0 1 0,-3 0 0,1-3 0,-1 0 0,-2 0 0,1-2 0,0 0 0,2-3 0,-1-4-8191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49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0 220 24575,'5'-1'0,"0"0"0,0-1 0,-1 0 0,1 0 0,8-4 0,7-3 0,-5 3 0,0-2 0,-1 0 0,1 0 0,-2-1 0,1-1 0,13-12 0,-11 8 0,1 1 0,37-20 0,-19 14-62,-20 10-264,1 1 1,0 1-1,33-11 0,-29 14-6500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50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1 237 24575,'5'-1'0,"0"0"0,0-1 0,0 1 0,-1-1 0,9-4 0,6-3 0,-10 6 0,-1-1 0,0 0 0,-1-1 0,1 0 0,-1 0 0,8-6 0,-7 4 0,2 0 0,-1 1 0,11-6 0,29-14 0,-27 14 0,0 1 0,24-8 0,-28 11-28,1 0 0,-1-1 1,23-17-1,-13 8-1226,-12 9-5572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52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0 160 24575,'2'-10'0,"0"0"0,1 1 0,0-1 0,0 1 0,1-1 0,6-9 0,-7 13 0,1 0 0,0 0 0,0 1 0,0 0 0,0 0 0,1 0 0,0 0 0,0 1 0,1-1 0,-1 1 0,1 1 0,-1-1 0,1 1 0,1 0 0,-1 0 0,0 1 0,11-3 0,-13 4 0,-1 0 0,1 1 0,0-1 0,0 1 0,0 0 0,0 0 0,0 0 0,0 0 0,-1 1 0,1 0 0,0 0 0,0 0 0,0 0 0,-1 0 0,1 1 0,-1 0 0,1 0 0,-1 0 0,0 0 0,0 0 0,1 0 0,-2 1 0,1 0 0,0-1 0,0 1 0,-1 0 0,0 1 0,1-1 0,-1 0 0,-1 1 0,3 4 0,0 3 0,0-1 0,-1 1 0,-1 0 0,0 0 0,0 0 0,-1 0 0,-1 17 0,-7 80 0,7-106 0,-2 10 0,-1 0 0,1 1 0,-2-1 0,0-1 0,0 1 0,-1-1 0,-8 13 0,24-29 0,-1 1 0,0 0 0,1 1 0,0 0 0,0 0 0,22-2 0,-26 4 0,0 1 0,0 0 0,0 0 0,0 0 0,0 0 0,-1 1 0,1 1 0,0-1 0,0 1 0,-1 0 0,1 0 0,9 5 0,-13-4 0,0 1 0,1-1 0,-1 0 0,0 1 0,0 0 0,-1-1 0,1 1 0,-1 0 0,0 1 0,0-1 0,0 0 0,-1 0 0,1 1 0,-1-1 0,0 1 0,0-1 0,0 10 0,0 3 0,-1 1 0,-1-1 0,-3 24 0,3-33 0,-1-1 0,0-1 0,0 1 0,-1 0 0,0-1 0,0 1 0,0-1 0,-1 0 0,0 0 0,0 0 0,-1 0 0,0-1 0,0 0 0,0 0 0,0 0 0,-1-1 0,-7 5 0,-11 6 0,0-1 0,0-2 0,-28 10 0,28-13-1365,2-3-5461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55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251 850 24575,'0'-412'0,"-1"389"0,-1 1 0,-8-32 0,-1-20 0,10 59 0,-1 0 0,0 1 0,-1-1 0,0 1 0,-2 0 0,1 0 0,-2 0 0,0 1 0,0-1 0,-12-15 0,2 2 0,13 20 0,-1 0 0,0 1 0,-1-1 0,1 1 0,-10-9 0,11 13 0,0 0 0,1 0 0,-2 0 0,1 0 0,0 1 0,0 0 0,0-1 0,-1 1 0,1 0 0,0 0 0,-1 1 0,1-1 0,-1 1 0,1 0 0,-1 0 0,-4 0 0,6 0 0,-1 1 0,1-1 0,-1 0 0,1 1 0,-1 0 0,1 0 0,-1 0 0,1 0 0,0 0 0,-1 0 0,1 0 0,0 1 0,0-1 0,0 1 0,0 0 0,0 0 0,0-1 0,1 1 0,-1 0 0,1 1 0,-1-1 0,1 0 0,0 0 0,-1 1 0,1-1 0,0 0 0,1 1 0,-1-1 0,0 1 0,0 4 0,-1 9 0,0-1 0,1 1 0,1-1 0,2 17 0,-1-15 0,0 1 0,1 0 0,1 0 0,1 0 0,0 0 0,1 0 0,14 31 0,60 93 0,-14-28 0,-38-67 0,-18-33 0,-1 1 0,9 20 0,-15-32 0,-1 0 0,1 0 0,-1 1 0,1-1 0,0-1 0,0 1 0,0 0 0,0 0 0,1-1 0,-1 0 0,1 1 0,0-1 0,-1 0 0,5 2 0,-5-3 0,-1-1 0,0 1 0,1-1 0,-1 1 0,0-1 0,1 0 0,-1 0 0,1 0 0,-1 0 0,0 0 0,1 0 0,-1 0 0,1 0 0,-1-1 0,0 1 0,1 0 0,-1-1 0,0 1 0,1-1 0,-1 1 0,0-1 0,0 0 0,0 0 0,1 1 0,-1-1 0,0 0 0,0 0 0,0 0 0,0 0 0,0 0 0,-1-1 0,1 1 0,0 0 0,0 0 0,-1 0 0,1-1 0,0 0 0,5-13 0,0 1 0,-1-1 0,-1 0 0,0 0 0,2-17 0,-4 17 0,1 1 0,0-1 0,1 1 0,1 0 0,9-21 0,-13 34 0,0-1 0,0 1 0,-1-1 0,1 1 0,0 0 0,0-1 0,0 1 0,1 0 0,-1 0 0,0 0 0,0 0 0,1 0 0,-1 0 0,0 0 0,1 0 0,-1 0 0,4 0 0,-4 1 0,0 0 0,0 0 0,1 0 0,-1 0 0,0 0 0,0 0 0,0 0 0,1 1 0,-1-1 0,0 1 0,0-1 0,0 1 0,0-1 0,0 1 0,0-1 0,0 1 0,0 0 0,2 1 0,3 5 0,0 0 0,0 1 0,0 0 0,-1 0 0,5 9 0,0 0 0,20 26-1365,-15-27-5461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56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24575,'31'-1'0,"-19"0"0,0 1 0,1 0 0,-1 0 0,21 5 0,-30-5 0,0 1 0,-1 0 0,1 0 0,0 0 0,-1 0 0,1 0 0,-1 1 0,0-1 0,1 1 0,-1 0 0,0-1 0,0 1 0,0 0 0,0 0 0,0 1 0,0-1 0,-1 0 0,1 1 0,-1-1 0,1 1 0,-1-1 0,0 1 0,0-1 0,0 1 0,0 4 0,1 7 0,0 0 0,-2 1 0,1-1 0,-4 21 0,2-22 0,0-1 0,1 1 0,0 0 0,1 0 0,3 17 0,-4-29 0,0-1 0,1 1 0,-1-1 0,0 1 0,0-1 0,0 1 0,0-1 0,1 1 0,-1-1 0,0 0 0,0 1 0,1-1 0,-1 1 0,0-1 0,1 1 0,-1-1 0,1 0 0,-1 1 0,0-1 0,1 0 0,-1 1 0,1-1 0,-1 0 0,1 0 0,-1 0 0,1 1 0,-1-1 0,1 0 0,-1 0 0,1 0 0,-1 0 0,2 0 0,17-9 0,14-23 0,-22 19-124,0 1 0,0 0 0,1 0 0,1 2 0,0-1 0,0 2-1,1 0 1,0 0 0,1 1 0,16-6 0,-12 8-6702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58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24575,'5'0'0,"6"0"0,1-4 0,4-3 0,3 2 0,3 0 0,-2 6 0,-5 3-8191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59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 24575,'256'-20'0,"-245"18"0,119-21 0,-47 10 0,-57 10 0,42-10 0,9-14 51,-58 19-405,0 1 0,1 0 0,37-6 0,-34 10-6472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3:00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1 351 24575,'0'4'0,"0"1"0,0-1 0,1 0 0,-1-1 0,1 1 0,0 0 0,1 0 0,-1 0 0,1 0 0,-1-1 0,1 1 0,0-1 0,0 1 0,1-1 0,-1 0 0,1 0 0,0 0 0,3 3 0,-4-4 0,0-1 0,0 1 0,1-1 0,-1 0 0,0 1 0,1-1 0,-1 0 0,1-1 0,-1 1 0,1 0 0,0-1 0,-1 1 0,1-1 0,0 0 0,-1 0 0,1 0 0,0 0 0,-1-1 0,1 1 0,0-1 0,-1 1 0,1-1 0,-1 0 0,1 0 0,-1 0 0,1 0 0,2-2 0,25-18 0,-1-1 0,-1 0 0,-2-3 0,35-38 0,-36 38 0,2 1 0,0 2 0,2 0 0,0 2 0,38-20 0,-26 16 0,-1-1-682,88-40-1,-109 59-6143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3:25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605 12 24575,'-8'1'0,"1"0"0,-1 0 0,1 0 0,0 1 0,0 0 0,-1 1 0,1 0 0,1 0 0,-1 0 0,-7 5 0,-10 8 0,-29 24 0,24-18 0,-22 20 0,-55 58 0,77-72 0,-58 53 0,80-75 0,0 1 0,0 1 0,1-1 0,0 1 0,0 0 0,1 1 0,0-1 0,-5 14 0,7-16 0,-1 0 0,1 0 0,-1-1 0,0 1 0,-1-1 0,1 0 0,-6 5 0,9-9 0,0-1 0,0 1 0,0 0 0,0-1 0,0 1 0,1-1 0,-1 1 0,0-1 0,0 1 0,0-1 0,0 0 0,0 1 0,0-1 0,0 0 0,-1 0 0,1 0 0,0 0 0,0 0 0,0 0 0,-2 0 0,2-1 0,0 0 0,0 0 0,0 0 0,-1 0 0,1 0 0,0 0 0,0 0 0,1 0 0,-1 0 0,0-1 0,0 1 0,1 0 0,-1 0 0,0-1 0,1 1 0,-1-1 0,1 1 0,0 0 0,0-1 0,-1-1 0,-1-8 0,1 1 0,0-1 0,1 0 0,0 1 0,0-1 0,4-20 0,21-65 0,-16 69 0,-2 0 0,5-34 0,-12 61 0,1-25 0,2 0 0,2 1 0,0-1 0,12-34 0,-17 58 0,0 0 0,1 0 0,-1 1 0,0-1 0,0 0 0,1 0 0,-1 1 0,0-1 0,1 0 0,-1 1 0,0-1 0,1 1 0,-1-1 0,1 0 0,0 1 0,-1-1 0,1 1 0,-1-1 0,1 1 0,0-1 0,-1 1 0,1 0 0,0-1 0,-1 1 0,1 0 0,0 0 0,0-1 0,-1 1 0,1 0 0,0 0 0,0 0 0,-1 0 0,1 0 0,0 0 0,0 0 0,-1 0 0,1 0 0,0 0 0,0 1 0,-1-1 0,1 0 0,0 0 0,0 1 0,-1-1 0,1 0 0,0 1 0,-1-1 0,1 1 0,-1-1 0,1 1 0,0-1 0,-1 1 0,1 0 0,-1-1 0,1 2 0,5 5 0,-1 0 0,0 0 0,7 15 0,-7-14 0,17 25 0,1-2 0,2 0 0,1-2 0,1-1 0,47 38 0,-17-15 0,-40-33 50,29 37 1,-33-38-418,1 0 1,0 0-1,18 14 1,-19-21-6460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3:31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313 358 24575,'-75'-80'0,"43"45"0,0 1 0,-54-43 0,74 68 0,1-1 0,1-1 0,0 1 0,0-2 0,1 1 0,-13-22 0,21 33 0,1-1 0,0 1 0,-1-1 0,1 0 0,0 1 0,-1-1 0,1 0 0,0 0 0,0 1 0,0-1 0,-1 0 0,1 1 0,0-1 0,0 0 0,0 0 0,0 1 0,0-1 0,1 0 0,-1 0 0,0 1 0,0-1 0,0 0 0,1 0 0,-1 1 0,0-1 0,1 0 0,-1 1 0,0-1 0,1 1 0,0-2 0,1 1 0,0-1 0,0 1 0,-1 0 0,1 0 0,0 0 0,0 0 0,0 1 0,1-1 0,-1 1 0,3-1 0,6-1 0,-1 1 0,1 1 0,14 1 0,2 3 0,-1 1 0,1 1 0,27 11 0,8 2 0,48 16 0,-77-23 0,0-1 0,0-2 0,1-2 0,54 6 0,-36-7-1365,-35 0-5461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3:36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24 24575,'-1'70'0,"2"79"0,1-137 0,0 0 0,1-1 0,0 1 0,0 0 0,1-1 0,1 0 0,7 13 0,-9-17 0,1-1 0,-1 0 0,1 0 0,1 0 0,-1-1 0,1 0 0,0 0 0,0 0 0,1 0 0,-1-1 0,1 0 0,0 0 0,10 5 0,-14-8 0,0 0 0,0 0 0,1-1 0,-1 1 0,0 0 0,1-1 0,-1 0 0,1 1 0,-1-1 0,1 0 0,-1 0 0,0 0 0,1-1 0,-1 1 0,1-1 0,-1 1 0,0-1 0,1 0 0,-1 0 0,0 0 0,0 0 0,1 0 0,-1 0 0,3-3 0,0-2 0,0 1 0,1-2 0,-2 1 0,1 0 0,-1-1 0,4-8 0,16-23 0,-15 25 0,-1-1 0,0 1 0,-1-1 0,0-1 0,-1 1 0,-1-1 0,0 0 0,-1 0 0,-1-1 0,0 1 0,-1-1 0,0-20 0,-3 42 0,1 1 0,0-1 0,0 0 0,1 1 0,-1-1 0,2 0 0,-1 0 0,0 1 0,1-1 0,0 0 0,1 0 0,-1-1 0,1 1 0,0 0 0,1-1 0,-1 0 0,1 0 0,0 0 0,0 0 0,1 0 0,0-1 0,-1 0 0,1 0 0,1 0 0,8 4 0,3 0 0,1-2 0,-1 0 0,1-1 0,0-1 0,1 0 0,-1-2 0,0 0 0,1-1 0,0 0 0,23-4 0,-34 2 0,-1-1 0,1 0 0,-1 0 0,0 0 0,0-1 0,0 0 0,0-1 0,0 1 0,-1-1 0,0-1 0,0 1 0,0-1 0,0 0 0,9-12 0,-8 10 0,-2 0 0,1-1 0,-1 1 0,0-2 0,-1 1 0,0 0 0,0-1 0,-1 0 0,0 1 0,-1-1 0,3-16 0,-4-3 0,4-27 0,-5 53 0,1 0 0,-1 0 0,1 0 0,0 0 0,0-1 0,0 1 0,0 0 0,0 0 0,0 0 0,0 1 0,1-1 0,-1 0 0,1 0 0,-1 1 0,1-1 0,0 1 0,-1-1 0,1 1 0,3-2 0,-2 2 0,-1 1 0,0 0 0,1-1 0,-1 1 0,0 0 0,0 0 0,1 0 0,-1 0 0,0 1 0,1-1 0,-1 1 0,0-1 0,0 1 0,0 0 0,0 0 0,1 0 0,-1 0 0,3 3 0,40 29 0,-32-23 0,14 8 0,0-1 0,58 25 0,-54-28 0,0 2 0,39 26 0,-54-32 0,-1-1 0,31 13 0,11 6 0,-27-2 0,-11-9 0,-19-17 0,0 1 0,1-1 0,-1 0 0,0 0 0,1 0 0,-1 1 0,0-1 0,1 0 0,-1 0 0,0 0 0,1 0 0,-1 0 0,0 0 0,1 0 0,-1 0 0,0 0 0,1 0 0,-1 0 0,0 0 0,1 0 0,-1 0 0,0 0 0,1 0 0,-1 0 0,0 0 0,1 0 0,-1-1 0,0 1 0,1 0 0,-1 0 0,0 0 0,1-1 0,-1 1 0,0 0 0,0 0 0,1-1 0,-1 1 0,0 0 0,0-1 0,0 1 0,1 0 0,-1 0 0,0-1 0,0 1 0,0 0 0,0-1 0,0 1 0,0-1 0,0 1 0,0 0 0,0-1 0,0 1 0,0 0 0,0-1 0,0 1 0,0 0 0,0-1 0,0 0 0,1-27 0,-1 25 0,-1-30 0,0 13 0,1 0 0,0 1 0,1-1 0,2 0 0,3-18 0,-4 33 0,-1 0 0,1 1 0,-1 0 0,1-1 0,0 1 0,1 0 0,-1 0 0,1 0 0,0 0 0,0 1 0,0-1 0,0 1 0,0 0 0,1 0 0,0 0 0,0 0 0,-1 0 0,1 1 0,1 0 0,-1 0 0,0 0 0,1 0 0,-1 1 0,1 0 0,-1 0 0,7-1 0,-7 1-76,-1 0 1,1 1-1,-1 0 0,1-1 0,-1 1 0,1 1 0,-1-1 0,1 0 1,-1 1-1,1 0 0,-1 0 0,1 0 0,-1 0 0,0 0 1,1 1-1,-1-1 0,5 5 0,5 7-6750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3:5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1224 1 24575,'-15'8'0,"1"2"0,-19 14 0,10-6 0,-68 56 0,-10 6 0,77-62 0,-34 35 0,-2 2 0,22-26 0,1 3 0,2 0 0,1 3 0,-34 44 0,44-48 0,1 1 0,-35 58 0,23-31 0,-56 72 0,69-101 0,-2 0 0,17-22 0,0 0 0,1 0 0,0 1 0,1 0 0,-8 15 0,2-2 0,-1 0 0,-1-1 0,-1-1 0,-1 0 0,-34 35 0,-5 8 0,30-33-82,9-13-239,1 0 0,2 1 1,-16 27-1,18-22-6505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00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24575,'3'71'0,"20"109"0,-8-75 0,21 107 0,-10-62 0,-22-95 69,-4-42-427,1 0-1,0 0 1,5 22-1,0-20-6467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02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24575,'5'-2'0,"-1"1"0,1-1 0,-1 0 0,1 0 0,-1-1 0,0 1 0,1-1 0,-1 0 0,-1 0 0,1 0 0,5-6 0,20-14 0,42-8 0,-52 25 0,-1-2 0,31-17 0,88-46 0,-131 67 0,12-9 0,-21 9 0,-14 2 0,-39 4 0,31 0 0,-1-1 0,-35-4 0,55 3 0,1-1 0,0 0 0,0 0 0,0 0 0,0-1 0,0 0 0,0 0 0,0 0 0,1 0 0,-1-1 0,1 1 0,0-1 0,-1-1 0,1 1 0,0 0 0,1-1 0,-5-5 0,1-6 0,19 21 0,18 20 0,-19-9 0,0 0 0,-2 0 0,0 1 0,-1 0 0,-1 1 0,7 25 0,9 22 0,-1-14 0,-13-33 0,0 0 0,-1 0 0,-2 1 0,0 0 0,-1 1 0,4 34 0,-3-8-1365,-1-30-5461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15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1 140 24575,'0'-5'0,"1"1"0,0-1 0,0 1 0,1-1 0,-1 1 0,1 0 0,0-1 0,0 1 0,1 0 0,-1 0 0,1 0 0,0 0 0,0 1 0,0-1 0,5-4 0,1 0 0,0 1 0,0 0 0,0 0 0,1 1 0,12-7 0,-15 10 0,0 0 0,0 0 0,0 0 0,1 1 0,-1 0 0,1 0 0,0 1 0,-1 0 0,1 1 0,0-1 0,-1 1 0,1 1 0,0-1 0,-1 2 0,1-1 0,-1 1 0,1 0 0,-1 0 0,1 1 0,-1 0 0,0 0 0,-1 1 0,1 0 0,0 0 0,-1 0 0,0 1 0,0 0 0,-1 0 0,1 1 0,-1 0 0,7 9 0,-8-8 0,0 0 0,-1 1 0,0-1 0,0 1 0,-1-1 0,0 1 0,0 0 0,-1 0 0,0 0 0,0 13 0,-1 8 0,-6 44 0,2-51 0,0 0 0,-2-1 0,-11 27 0,-1 2 0,12-34 0,0-1 0,-1 0 0,-16 23 0,16-28 0,1 1 0,0 0 0,1 0 0,0 0 0,0 0 0,-5 22 0,28-47 0,6-13 0,-8 8 0,33-35 0,-45 49 0,1 1 0,0 1 0,0-1 0,0 1 0,0 0 0,0 0 0,1 0 0,-1 1 0,11-4 0,69-16-1365,-66 17-5461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2:17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272 179 24575,'-125'109'0,"111"-96"0,-2 0 0,1-1 0,-2-1 0,1 0 0,-2-2 0,-28 13 0,46-22 0,0 0 0,0 0 0,0 0 0,0 0 0,0 0 0,0 0 0,0-1 0,0 1 0,0 0 0,0 0 0,0 0 0,0 0 0,0 0 0,0 0 0,0-1 0,0 1 0,0 0 0,0 0 0,0 0 0,0 0 0,0 0 0,0-1 0,0 1 0,0 0 0,0 0 0,0 0 0,0 0 0,0 0 0,-1 0 0,1 0 0,0-1 0,0 1 0,0 0 0,0 0 0,0 0 0,0 0 0,0 0 0,0 0 0,-1 0 0,1 0 0,0 0 0,0 0 0,0 0 0,0 0 0,0 0 0,0 0 0,-1 0 0,1 0 0,0 0 0,0 0 0,0 0 0,0 0 0,0 0 0,-1 0 0,1 0 0,0 0 0,0 0 0,0 0 0,0 0 0,0 0 0,0 0 0,-1 0 0,1 0 0,13-16 0,23-17 0,-13 17 0,1 2 0,0 0 0,0 1 0,1 2 0,29-10 0,-42 17 0,0-1 0,20-12 0,-24 12 0,0 1 0,0 0 0,1 0 0,0 0 0,-1 1 0,19-3 0,41 2 0,-74 4 0,-17 0 0,1-1 0,-36-6 0,24 0 0,10 2 0,0 0 0,-36-15 0,54 17 0,-1 1 0,1-1 0,0-1 0,1 1 0,-1-1 0,1 0 0,-1-1 0,1 1 0,0-1 0,1 0 0,-1 0 0,1-1 0,0 1 0,-3-7 0,5 8 0,1 1 0,-1-1 0,1 1 0,0-1 0,1 1 0,-1-1 0,1 1 0,-1-6 0,1 8 0,0 0 0,0 1 0,0-1 0,0 0 0,0 0 0,0 0 0,0 0 0,1 0 0,-1 0 0,0 0 0,0 0 0,1 0 0,-1 0 0,1 1 0,-1-1 0,1 0 0,-1 0 0,1 1 0,-1-1 0,1 0 0,-1 0 0,1 1 0,0-1 0,0 1 0,-1-1 0,1 1 0,0-1 0,0 1 0,0-1 0,0 1 0,-1-1 0,1 1 0,0 0 0,0 0 0,0 0 0,1-1 0,1 2 0,-1-1 0,0 1 0,0 0 0,0 0 0,0 0 0,1 0 0,-1 0 0,0 0 0,-1 1 0,1-1 0,0 1 0,0-1 0,0 1 0,2 3 0,21 27 0,58 97 0,-49-79 0,-24-38 0,-1 1 0,14 25 0,-10-12-111,-4-8-203,0 0 1,-1 1-1,9 36 1,-13-35-6513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00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3142 584 24575,'-5'-1'0,"-1"0"0,1 0 0,0-1 0,0 1 0,0-1 0,0 0 0,0 0 0,0-1 0,0 0 0,-7-5 0,-7-4 0,-154-77 0,-256-92 0,230 112 0,-2 8 0,-298-50 0,407 96 0,-2 5 0,1 3 0,-1 4 0,1 5 0,-95 14 0,157-12 0,0 2 0,0 2 0,0 0 0,1 3 0,0 0 0,1 2 0,0 1 0,1 1 0,1 1 0,0 2 0,2 0 0,0 2 0,1 1 0,-39 43 0,41-36 0,1 0 0,2 1 0,1 1 0,1 1 0,-21 52 0,-4 38 0,6 1 0,-30 180 0,66-297-2,-90 530 36,29 10-540,48 75 403,21-446 107,47 265 0,-32-328 8,54 163 0,-53-207 124,4-1 1,3-2-1,58 92 0,-48-95-136,4-1 0,2-3 0,3-2 0,1-2 0,3-3 0,99 71 0,314 204 0,25-36 0,-404-243 0,365 175 0,-370-187 0,1-3 0,2-4 0,142 25 0,-202-48 0,0-1 0,0-2 0,0 0 0,39-5 0,-64 4 0,0 0 0,0 0 0,0 0 0,0 0 0,0 0 0,0-1 0,0 1 0,0 0 0,0-1 0,0 1 0,0 0 0,0-1 0,0 1 0,0-1 0,0 0 0,0 1 0,0-1 0,0 0 0,-1 1 0,1-1 0,0 0 0,-1 0 0,1 0 0,-1 0 0,2-1 0,-2 1 0,0 0 0,0-1 0,0 1 0,0-1 0,-1 1 0,1 0 0,0-1 0,-1 1 0,1 0 0,0 0 0,-1-1 0,0 1 0,1 0 0,-1 0 0,0 0 0,-1-3 0,-6-5 0,0 0 0,0 0 0,-15-10 0,18 14 0,-33-28 0,-111-92 0,145 122 0,1 1 0,0-1 0,0 0 0,0 0 0,0 0 0,1 0 0,-1-1 0,-2-5 0,4 8 0,1 1 0,0-1 0,0 1 0,0-1 0,-1 1 0,1-1 0,0 1 0,0-1 0,0 0 0,0 1 0,0-1 0,0 1 0,0-1 0,0 1 0,0-1 0,0 0 0,1 1 0,-1-1 0,0 1 0,0-1 0,0 1 0,1-1 0,-1 1 0,0-1 0,1 0 0,0 0 0,1 0 0,-1 1 0,0-1 0,1 0 0,-1 1 0,0-1 0,1 1 0,-1-1 0,1 1 0,-1 0 0,1-1 0,-1 1 0,1 0 0,2 0 0,6 1 0,0 0 0,0 1 0,-1 0 0,1 1 0,0 0 0,-1 0 0,0 1 0,0 0 0,0 1 0,0 0 0,10 8 0,33 16 0,-45-25 0,0-1 0,0 1 0,-1 0 0,1 0 0,-1 1 0,0-1 0,0 2 0,0-1 0,-1 1 0,0-1 0,0 1 0,0 1 0,-1-1 0,0 1 0,5 11 0,-7-12 0,0 1 0,0 0 0,-1 0 0,0 0 0,0 0 0,-1 0 0,0 0 0,0 0 0,0 0 0,-1 0 0,0 0 0,-1-1 0,1 1 0,-1 0 0,-1 0 0,1-1 0,-6 10 0,-3 4 0,-2-1 0,0 0 0,0-1 0,-2-1 0,0 0 0,-1-1 0,-1-1 0,0 0 0,-20 13 0,-52 36-1365,76-54-5461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03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 24575,'-1'0'0,"-1"1"0,1-1 0,0 1 0,0-1 0,0 1 0,0 0 0,0-1 0,-1 1 0,1 0 0,1 0 0,-1 0 0,0 0 0,0 0 0,0 0 0,0 0 0,1 0 0,-1 0 0,0 0 0,1 0 0,-1 1 0,1-1 0,0 0 0,-1 0 0,1 1 0,0-1 0,0 0 0,-1 3 0,-4 40 0,5-39 0,0-1 0,-1 0 0,1-1 0,0 1 0,0-1 0,1 1 0,-1 0 0,1-1 0,0 1 0,-1-1 0,2 1 0,-1-1 0,0 1 0,1-1 0,-1 0 0,1 0 0,0 0 0,3 4 0,-2-5 0,0 1 0,1-1 0,-1 1 0,1-1 0,0 0 0,-1 0 0,1-1 0,0 1 0,0-1 0,0 0 0,0 0 0,0 0 0,0-1 0,0 1 0,5-1 0,12 0 0,1-2 0,-1 0 0,0-1 0,0 0 0,-1-2 0,26-9 0,56-12 0,-99 26 0,0-1 0,0 1 0,1-1 0,-1 1 0,0 0 0,1 0 0,-1 0 0,0 1 0,0-1 0,1 1 0,-1 0 0,0 0 0,0 0 0,0 0 0,0 1 0,0-1 0,5 4 0,-5-3 0,-1 1 0,0-1 0,0 1 0,-1-1 0,1 1 0,0 0 0,-1-1 0,0 1 0,1 0 0,-1 0 0,0 0 0,-1 0 0,1 0 0,0 0 0,-1 0 0,0 1 0,0-1 0,0 0 0,0 4 0,0-4 0,-1 1 0,0 0 0,1-1 0,-1 1 0,0-1 0,-1 1 0,1-1 0,-1 1 0,1-1 0,-1 0 0,0 0 0,0 0 0,0 0 0,-1 0 0,1 0 0,-1-1 0,-5 5 0,-4 2 0,-1 0 0,-1-1 0,-14 7 0,-8 5 0,23-12-273,0-1 0,0-1 0,-1 0 0,-18 6 0,7-5-6553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04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0 390 24575,'1'-5'0,"0"0"0,0 0 0,0 1 0,1-1 0,-1 1 0,1-1 0,0 1 0,1-1 0,-1 1 0,1 0 0,4-5 0,1-2 0,1 0 0,18-15 0,23-13 0,-38 32 0,-1-1 0,0-1 0,-1 0 0,0 0 0,0-1 0,11-16 0,-1 0 67,32-34 0,3-4-1566,-43 49-5327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06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1 24575,'-34'86'0,"5"-11"0,-48 68 0,-8 20 0,71-126 0,10-24 0,-1-1 0,-10 22 0,0-8 0,12-19 0,-1 1 0,0-1 0,0 0 0,0 0 0,-1 0 0,0 0 0,-1-1 0,0 0 0,0 0 0,0-1 0,-14 10 0,20-14 0,-1-1 0,0 0 0,0 1 0,0-1 0,0 0 0,0 0 0,1 1 0,-1-1 0,0 0 0,0 0 0,0 0 0,0 0 0,0 0 0,0-1 0,1 1 0,-1 0 0,0 0 0,0-1 0,0 1 0,0 0 0,1-1 0,-1 1 0,0 0 0,0-1 0,1 0 0,-1 1 0,0-1 0,1 1 0,-1-1 0,0 0 0,1 1 0,-1-1 0,1 0 0,-1 1 0,1-1 0,0 0 0,-1 0 0,1 0 0,0 0 0,-1 1 0,1-1 0,0 0 0,0 0 0,0 0 0,0-1 0,-5-45 0,5 43 0,0-13 0,-1-23 0,6-57 0,-4 87 0,0-1 0,1 1 0,1-1 0,0 1 0,0 0 0,1 0 0,1 0 0,-1 1 0,1-1 0,10-12 0,-11 18 0,-1 1 0,1-1 0,0 1 0,0 0 0,0 0 0,1 1 0,-1-1 0,1 1 0,-1 0 0,1 0 0,0 1 0,0-1 0,0 1 0,0 0 0,0 0 0,6 0 0,13 0 0,0 1 0,30 4 0,-11-1 0,-32-2 0,0 0 0,0 1 0,0 0 0,-1 1 0,1 0 0,16 8 0,60 35 0,-49-25 0,-16-9-75,-12-5-183,1-2 0,-1 1 0,1-2 0,13 5 0,-4-4-6568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11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520 132 24575,'-79'-2'0,"-88"4"0,100 11 0,50-9 0,0 0 0,-21 1 0,28-4 0,0-1 0,0 0 0,0 0 0,-19-4 0,28 4 0,0 0 0,-1-1 0,1 1 0,0 0 0,-1-1 0,1 1 0,0-1 0,0 1 0,-1-1 0,1 0 0,0 1 0,0-1 0,0 0 0,0 0 0,0 0 0,0 0 0,0 0 0,0 0 0,0 0 0,1 0 0,-1 0 0,0-1 0,1 1 0,-1 0 0,0 0 0,1-1 0,0 1 0,-1 0 0,1-1 0,0 1 0,0 0 0,-1-1 0,1 1 0,0 0 0,1-1 0,-1 1 0,0-1 0,0 1 0,0 0 0,1-1 0,-1 1 0,1 0 0,-1 0 0,1-1 0,0 1 0,0-1 0,3-5 0,0 1 0,0 1 0,1-1 0,-1 0 0,1 1 0,1 0 0,-1 0 0,1 1 0,9-7 0,5-2 0,34-16 0,-45 26 0,-23 11 0,-22 16 0,16-6 0,2-3 0,2 0 0,0 1 0,-22 30 0,35-42 0,0 0 0,0 0 0,1 1 0,-1-1 0,1 1 0,0 0 0,1 0 0,-1-1 0,1 1 0,0 0 0,0 0 0,0 1 0,1-1 0,0 0 0,0 0 0,0 0 0,0 0 0,1 0 0,0 0 0,0 0 0,3 8 0,-2-10 0,0 0 0,-1 0 0,1 0 0,0-1 0,1 1 0,-1 0 0,0-1 0,1 0 0,0 0 0,-1 1 0,1-1 0,0-1 0,0 1 0,6 2 0,52 17 0,-30-12 0,-7-1-1365,-2-1-5461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38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0 24575,'-1'12'0,"-2"0"0,1 0 0,-2 0 0,1 0 0,-2-1 0,1 0 0,-12 20 0,1-2 0,5-6 0,-68 169 0,63-147 0,-2-1 0,-1 0 0,-32 53 0,31-58 0,16-31 0,0 0 0,-1 0 0,0-1 0,-1 1 0,1-1 0,-9 9 0,13-15 0,0-1 0,-1 0 0,1 1 0,0-1 0,-1 1 0,1-1 0,0 1 0,-1-1 0,1 0 0,-1 1 0,1-1 0,-1 0 0,1 0 0,-1 1 0,1-1 0,-1 0 0,1 0 0,-1 0 0,1 1 0,-1-1 0,1 0 0,-1 0 0,0 0 0,1 0 0,-1 0 0,1 0 0,-1 0 0,1 0 0,-1 0 0,1-1 0,-1 1 0,1 0 0,-1 0 0,1 0 0,-1-1 0,1 1 0,-1 0 0,0-1 0,0-1 0,-1 0 0,1 0 0,0 0 0,0 0 0,0 0 0,0 0 0,1 0 0,-1 0 0,1 0 0,-1-3 0,-3-53 0,9 14 0,17-66 0,2-12 0,-23 112 0,1-1 0,0 2 0,0-1 0,1 0 0,1 0 0,8-17 0,-11 25 0,0 0 0,0 0 0,0 1 0,0-1 0,1 0 0,-1 1 0,1-1 0,-1 1 0,1-1 0,-1 1 0,1 0 0,0 0 0,0 0 0,-1 0 0,1 0 0,0 0 0,0 0 0,0 1 0,0-1 0,0 1 0,0-1 0,0 1 0,0 0 0,0 0 0,0 0 0,1 0 0,-1 0 0,0 0 0,0 0 0,0 1 0,0-1 0,0 1 0,0 0 0,0-1 0,0 1 0,-1 0 0,1 0 0,0 0 0,0 1 0,2 1 0,18 14 0,-2 0 0,0 1 0,-1 0 0,17 22 0,2 16 0,-11-14 0,-19-33 20,-1 0-1,2-1 1,15 13-1,1 1-1462,-10-7-5383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49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24575,'0'242'0,"1"-246"0,0 0 0,-1 0 0,1 0 0,1 0 0,-1 0 0,0 1 0,1-1 0,0 0 0,0 1 0,0-1 0,0 1 0,1 0 0,0 0 0,-1 0 0,1 0 0,0 0 0,0 1 0,0-1 0,1 1 0,-1 0 0,1-1 0,-1 2 0,1-1 0,4-1 0,4-3 0,1 1 0,-1 1 0,1 0 0,1 1 0,-1 1 0,14-2 0,225 2 82,-123 5-1529,-106-3-5379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51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24575,'2'0'0,"0"0"0,0 1 0,0-1 0,0 0 0,0 1 0,0-1 0,0 1 0,0 0 0,0 0 0,0 0 0,-1 0 0,1 0 0,0 0 0,2 3 0,9 4 0,283 207 0,-115-77 0,317 189-401,-32-23-66,-460-300 435,23 18 257,2-2 0,0-1 0,42 18 0,-72-36-225,1 0 0,-1 0 0,1 0 0,0-1 0,-1 1 0,1-1 0,0 1 0,0-1 0,-1 0 0,1 0 0,0 0 0,0 0 0,0 0 0,-1 0 0,1 0 0,0 0 0,0-1 0,-1 1 0,1-1 0,0 1 0,0-1 0,-1 0 0,1 1 0,-1-1 0,1 0 0,-1 0 0,1 0 0,-1-1 0,3-1 0,-3 1 0,0-1 0,1 0 0,-1 0 0,0 1 0,-1-1 0,1 0 0,0 0 0,-1 0 0,1 0 0,-1 0 0,0 0 0,0 0 0,0 1 0,-1-1 0,1 0 0,-1 0 0,-1-6 0,-4-10 0,-1 0 0,0 0 0,-2 1 0,0 0 0,-1 0 0,-1 1 0,0 1 0,-1 0 0,-18-18 0,9 12 0,-1 1 0,-2 2 0,0 0 0,-1 1 0,-38-21 0,60 37 0,-1 0 0,1 1 0,-1-1 0,1 1 0,-1-1 0,1 1 0,-1 0 0,0 0 0,1 1 0,-1-1 0,0 1 0,0 0 0,1 0 0,-1 0 0,0 0 0,0 1 0,-5 1 0,5-1 0,1 1 0,-1 0 0,1 1 0,0-1 0,0 0 0,0 1 0,0-1 0,0 1 0,1 0 0,-1 0 0,1 0 0,0 1 0,0-1 0,0 0 0,0 1 0,0-1 0,-1 5 0,-5 14 0,1 1 0,-5 32 0,7-33 0,0-1 0,-15 41 0,-4-11 0,2 2 0,3 1 0,-14 59 0,32-107-76,-1 0 1,0-1-1,0 1 0,-1-1 0,0 0 0,0 0 0,0 0 0,0 0 1,-1 0-1,0-1 0,0 0 0,0 0 0,0 0 0,-1 0 1,1 0-1,-1-1 0,-6 4 0,3-4-6750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52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24575,'15'1'0,"0"0"0,0 1 0,0 1 0,-1 1 0,1-1 0,14 8 0,83 39 0,-70-29 0,43 18 0,-1 5 0,90 62 0,-167-101 0,3 2 0,1 0 0,-1 1 0,-1 0 0,1 1 0,-1 0 0,10 14 0,-16-19 0,0 0 0,1 0 0,0 0 0,-1 0 0,1-1 0,0 0 0,1 0 0,-1 0 0,1 0 0,-1-1 0,1 1 0,0-1 0,0 0 0,0-1 0,0 1 0,8 1 0,-10-3 0,-1 0 0,1 0 0,0 0 0,-1 0 0,1 0 0,-1 0 0,1-1 0,-1 1 0,1-1 0,-1 0 0,0 0 0,1 0 0,-1 0 0,0 0 0,0 0 0,1-1 0,-1 1 0,0-1 0,0 1 0,-1-1 0,1 0 0,0 0 0,0 0 0,-1 0 0,1 0 0,-1 0 0,0 0 0,0-1 0,0 1 0,0 0 0,0-1 0,0 1 0,0-1 0,-1 1 0,1-4 0,1-7 0,-1 1 0,0-1 0,-1 0 0,0 1 0,-1-1 0,0 0 0,-1 1 0,-1 0 0,0-1 0,-1 1 0,-5-13 0,-1 3 0,0 0 0,-2 0 0,0 2 0,-28-36 0,33 47 0,-1-1 0,0 2 0,0-1 0,-1 1 0,-13-9 0,16 13 0,1 1 0,-1 1 0,0-1 0,-1 1 0,1 0 0,0 0 0,0 0 0,-1 1 0,1 0 0,-1 0 0,-7 1 0,-1 0 0,0 0 0,0 1 0,0 0 0,0 1 0,-16 5 0,22-4 0,0 0 0,0 1 0,1 0 0,0 0 0,0 1 0,0 0 0,0 1 0,1-1 0,-10 11 0,6-5 0,1 0 0,0 1 0,1 1 0,0-1 0,1 1 0,0 1 0,1-1 0,1 1 0,-6 20 0,-12 27 0,16-41 0,0 0 0,1 1 0,1 0 0,0 0 0,-3 43 0,8-37-1365,1-3-5461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5:58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0 544 24575,'4'-1'0,"1"1"0,-1-1 0,0 0 0,0 0 0,-1 0 0,1-1 0,0 1 0,0-1 0,-1 0 0,1 0 0,-1-1 0,1 1 0,2-3 0,44-44 0,-22 21 0,358-346 0,-369 357-50,22-26-1265,-35 35-5511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6:02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844 1 24575,'-2'14'0,"0"0"0,-1 0 0,0-1 0,-1 1 0,0-1 0,-2 1 0,1-2 0,-9 15 0,-9 22 0,-13 44 0,-176 417 0,117-317 0,31-66 0,7-25 0,36-67 0,-32 69 0,-94 194 0,145-294 0,0-1 0,0 0 0,-1 1 0,1-1 0,-1 0 0,0-1 0,1 1 0,-1 0 0,-1-1 0,1 1 0,0-1 0,0 0 0,-1 0 0,-5 2 0,8-4 0,0 0 0,0 1 0,-1-1 0,1 0 0,0 0 0,0 0 0,0 0 0,-1 0 0,1 0 0,0 0 0,0 0 0,0-1 0,0 1 0,-1 0 0,1-1 0,0 1 0,0-1 0,0 1 0,-2-2 0,2 1 0,-1-1 0,1 0 0,0 1 0,-1-1 0,1 0 0,0 0 0,0 1 0,0-1 0,0 0 0,0 0 0,1 0 0,-1 0 0,0 0 0,0-5 0,0-6 0,-1-1 0,2 0 0,0 0 0,0 1 0,6-27 0,19-70 0,-11 56 0,1-4 0,32-173 0,-45 214 0,1 0 0,1 1 0,0 0 0,1 0 0,0 0 0,2 1 0,0-1 0,0 2 0,2-1 0,11-16 0,-19 30 0,-1 0 0,1 0 0,0 0 0,0 0 0,0 0 0,0 1 0,0-1 0,0 0 0,0 0 0,0 1 0,0-1 0,1 0 0,-1 1 0,0-1 0,0 1 0,1 0 0,-1-1 0,0 1 0,0 0 0,1 0 0,-1 0 0,0 0 0,1 0 0,-1 0 0,0 0 0,1 0 0,-1 0 0,0 1 0,0-1 0,1 0 0,-1 1 0,0-1 0,0 1 0,0 0 0,0-1 0,1 1 0,-1 0 0,0 0 0,0 0 0,0 0 0,-1-1 0,1 1 0,0 0 0,0 1 0,1 0 0,5 8 0,0 1 0,-1-1 0,0 1 0,5 12 0,-3-6 0,55 92 0,106 141 0,-125-191 0,3-2 0,66 63 0,-97-103 0,25 32 0,-31-35 0,1-1 0,0 0 0,1-1 0,0 0 0,14 10 0,36 33-1365,-47-47-5461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6:03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24575,'886'-22'0,"1"-12"49,5 33-319,-440 2-874,-430-1-5682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6:05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36:08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9:27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24575,'0'630'0,"0"-623"0,1-4 0,-1 0 0,0 1 0,0-1 0,0 1 0,-1-1 0,1 1 0,-1-1 0,1 1 0,-1-1 0,0 0 0,-1 0 0,1 1 0,-4 5 0,5-9 0,-1 0 0,1 0 0,-1 0 0,0 0 0,1 1 0,-1-1 0,0 0 0,1 0 0,-1 0 0,0 0 0,1-1 0,-1 1 0,1 0 0,-1 0 0,0 0 0,1 0 0,-1-1 0,1 1 0,-1 0 0,0 0 0,1-1 0,-1 1 0,1-1 0,-1 1 0,1 0 0,-1-1 0,1 1 0,0-1 0,-1 1 0,1-1 0,-1 1 0,1-1 0,0 0 0,0 1 0,-1-1 0,1 1 0,0-1 0,0-1 0,-12-22 0,12 22 0,-1 1 0,1-1 0,0 0 0,0 1 0,0-1 0,0 0 0,0 1 0,1-1 0,-1 0 0,0 1 0,1-1 0,-1 1 0,1-1 0,0 1 0,-1-1 0,1 1 0,0-1 0,0 1 0,1-2 0,-2 3 0,1-1 0,-1 1 0,0 0 0,1-1 0,-1 1 0,0 0 0,1 0 0,-1-1 0,1 1 0,-1 0 0,1 0 0,-1 0 0,0-1 0,1 1 0,-1 0 0,1 0 0,-1 0 0,1 0 0,-1 0 0,1 0 0,-1 0 0,1 0 0,-1 0 0,1 0 0,0 0 0,0 1 0,-1-1 0,1 1 0,0 0 0,0-1 0,0 1 0,0 0 0,-1 0 0,1-1 0,0 1 0,-1 0 0,1 0 0,-1 0 0,1 0 0,-1 0 0,1 0 0,0 1 0,1 5 0,0-3 0,-1 1 0,1-1 0,0 0 0,0 0 0,1 0 0,-1 0 0,6 6 0,-7-9 0,0-1 0,-1 1 0,1-1 0,0 1 0,-1-1 0,1 1 0,0-1 0,0 0 0,-1 1 0,1-1 0,0 0 0,0 0 0,0 0 0,0 0 0,-1 0 0,1 1 0,0-2 0,0 1 0,1 0 0,0 0 0,0-1 0,0 0 0,0 0 0,0 0 0,-1 0 0,1 0 0,0 0 0,-1 0 0,1 0 0,0-1 0,1-2 0,22-24-326,30-44-1,-47 61-385,3-6-6114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9:36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23376,'575'55'0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9:39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119 618 24575,'2'-98'0,"-4"-106"0,1 199 0,0 1 0,-1-1 0,1 0 0,-1 1 0,0 0 0,0-1 0,0 1 0,0 0 0,-1 0 0,-2-4 0,1 3 0,0-1 0,1 1 0,0-1 0,0 0 0,-2-7 0,-11-53-26,12 46-197,0 0-1,-2 1 1,0 0 0,-1 0 0,-14-26 0,12 31-6603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9:4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17 717 24575,'0'-630'0,"0"620"-227,-1 0-1,0 0 1,0 0-1,-1 1 1,-4-11-1,0 2-6598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9:49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628 2 24575,'-115'-2'0,"-126"5"0,225-1 0,1 2 0,-1-1 0,1 2 0,-15 6 0,-36 10 0,54-19-114,-41 12 362,50-12-363,-1-1-1,1 1 1,0-1 0,0 1-1,0 0 1,0 0 0,0 0 0,0 1-1,1-1 1,-1 1 0,1-1-1,-4 5 1,-2 8-6711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38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378 1 24575,'-2'6'0,"1"0"0,-1-1 0,0 1 0,0 0 0,-1-1 0,1 1 0,-1-1 0,0 0 0,-1 0 0,-4 6 0,-6 10 0,-28 50 0,-129 201 0,147-234 0,18-27 0,-1 0 0,0 0 0,0 0 0,-1-1 0,-14 13 0,21-22 0,1 0 0,-1-1 0,0 1 0,0 0 0,0 0 0,0-1 0,1 1 0,-1-1 0,0 1 0,0-1 0,0 1 0,0-1 0,0 0 0,-1 1 0,1-1 0,0 0 0,0 0 0,0 0 0,0 0 0,0 0 0,0 0 0,0 0 0,0 0 0,-2 0 0,2-1 0,1 0 0,-1 0 0,0 1 0,0-1 0,0 0 0,1 0 0,-1 0 0,0 0 0,1 0 0,-1 0 0,1 0 0,-1 0 0,1 0 0,0 0 0,-1-1 0,1 1 0,0 0 0,0-1 0,-1-6 0,0 0 0,1 0 0,0 0 0,1 0 0,1-9 0,35-179 0,-31 150 0,-4 32 0,-1 0 0,2 0 0,0 0 0,0 0 0,1 0 0,12-25 0,-14 37 0,0-1 0,0 1 0,0 0 0,0-1 0,1 1 0,-1 0 0,1 0 0,0 0 0,-1 1 0,1-1 0,0 1 0,0-1 0,0 1 0,0 0 0,0 0 0,0 0 0,1 1 0,-1-1 0,0 1 0,0 0 0,0 0 0,1 0 0,-1 0 0,0 0 0,0 1 0,1-1 0,-1 1 0,0 0 0,0 0 0,0 0 0,0 0 0,0 1 0,0-1 0,-1 1 0,1 0 0,0 0 0,-1 0 0,1 0 0,-1 0 0,0 1 0,0-1 0,0 0 0,3 5 0,4 9 0,-3-4 0,0 0 0,1-1 0,1 0 0,-1 0 0,18 18 0,-8-13 0,22 32 0,-30-35 0,1 0 0,0-1 0,1-1 0,0 0 0,21 16 0,-22-20 24,-2 0 0,1 1 0,14 17 1,2 2-1487,-13-16-5364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5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49 24575,'-12'1'0,"0"0"0,0 1 0,0 1 0,1 0 0,-1 0 0,0 1 0,1 0 0,0 1 0,0 1 0,1-1 0,-1 2 0,1 0 0,0 0 0,1 0 0,0 1 0,0 1 0,1 0 0,0 0 0,-11 16 0,16-21 0,0 0 0,0 0 0,1 1 0,-1-1 0,1 0 0,0 1 0,1 0 0,-1-1 0,1 1 0,0 0 0,0 0 0,0 0 0,1 9 0,0-11 0,0-1 0,1 0 0,-1 1 0,1-1 0,0 0 0,0 0 0,0 1 0,0-1 0,0 0 0,0 0 0,0 0 0,1 0 0,-1-1 0,1 1 0,-1 0 0,1 0 0,0-1 0,0 1 0,0-1 0,-1 0 0,2 0 0,-1 1 0,0-1 0,0 0 0,0-1 0,0 1 0,1 0 0,-1-1 0,0 1 0,4 0 0,4 0 0,1 1 0,-1-1 0,1-1 0,-1 0 0,1-1 0,-1 1 0,1-2 0,-1 0 0,13-3 0,-19 3 0,0 1 0,1-1 0,-1 0 0,0 0 0,0 0 0,0-1 0,0 1 0,0-1 0,-1 0 0,1 0 0,-1 0 0,1-1 0,-1 1 0,-1-1 0,1 0 0,0 0 0,-1 0 0,0 0 0,0 0 0,0 0 0,0-1 0,-1 1 0,2-5 0,-2 3 0,10-37 0,-10 42 0,-1 0 0,0 0 0,0 1 0,1-1 0,-1 0 0,0 0 0,1 1 0,-1-1 0,1 0 0,-1 0 0,1 1 0,-1-1 0,1 0 0,-1 1 0,1-1 0,0 1 0,-1-1 0,1 1 0,0-1 0,-1 1 0,1-1 0,0 1 0,0 0 0,-1 0 0,1-1 0,0 1 0,0 0 0,0 0 0,0 0 0,-1 0 0,1 0 0,0 0 0,0 0 0,0 0 0,0 0 0,0 0 0,-1 0 0,1 0 0,0 1 0,0-1 0,0 0 0,1 1 0,7 5 0,1-1 0,0 0 0,1 0 0,-1-1 0,1-1 0,0 0 0,0 0 0,17 2 0,-24-5 0,0 0 0,-1 0 0,1 0 0,0 0 0,0 0 0,0-1 0,-1 0 0,1 0 0,0 0 0,-1 0 0,1 0 0,-1-1 0,1 0 0,-1 1 0,0-1 0,0 0 0,0-1 0,0 1 0,0-1 0,0 1 0,0-1 0,-1 0 0,0 0 0,1 0 0,-1 0 0,0 0 0,0 0 0,2-6 0,-2 2 0,0 1 0,1 0 0,1 0 0,-1 0 0,1 0 0,0 1 0,0-1 0,9-8 0,-9 11 0,0 0 0,0 1 0,1-1 0,-1 1 0,1 0 0,-1 1 0,1-1 0,0 1 0,-1 0 0,1 0 0,0 0 0,0 0 0,6 1 0,132 2 0,18-1 0,-157-1-76,-1-1 1,1 1-1,0-1 0,0 0 0,0 0 0,0 0 0,-1 0 0,1 0 1,-1-1-1,1 0 0,-1 0 0,1 0 0,-1 0 0,0 0 1,0-1-1,0 1 0,4-6 0,4-8-6750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9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0 24575,'-3'3'0,"0"0"0,-1-1 0,1 1 0,-1-1 0,1 0 0,-1 0 0,0 0 0,0-1 0,0 1 0,0-1 0,0 0 0,-7 1 0,-58 2 0,31-3 0,16 1 0,-1 1 0,1 1 0,0 1 0,0 1 0,-22 9 0,32-7 0,16-4 0,22-3 0,84-21 0,-56 8 0,1 4 0,81-4 0,-53 13-1365,-60-1-5461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14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196 167 24575,'0'13'0,"-1"-1"0,0 1 0,-6 22 0,7-33 0,-1 1 0,1-1 0,-1 1 0,0-1 0,1 1 0,-1-1 0,-1 0 0,1 1 0,0-1 0,0 0 0,-1 0 0,0 0 0,1 0 0,-1 0 0,0 0 0,0-1 0,0 1 0,0 0 0,0-1 0,0 0 0,0 1 0,0-1 0,-1 0 0,1 0 0,-4 1 0,5-2 0,0 0 0,0-1 0,0 1 0,0 0 0,-1 0 0,1-1 0,0 1 0,0-1 0,0 1 0,0-1 0,0 1 0,0-1 0,0 0 0,0 0 0,0 1 0,0-1 0,1 0 0,-1 0 0,0 0 0,0 0 0,1 0 0,-1 0 0,0 0 0,1 0 0,-1 0 0,1 0 0,0 0 0,-1 0 0,1 0 0,0-1 0,-1 1 0,1-1 0,-6-48 0,5 38 0,1 11 0,0-1 0,0 0 0,0 1 0,0-1 0,0 0 0,-1 1 0,1-1 0,0 0 0,-1 1 0,0-1 0,1 1 0,-1-1 0,0 1 0,0-1 0,0 1 0,0-1 0,0 1 0,0 0 0,0 0 0,0-1 0,0 1 0,-1 0 0,1 0 0,0 0 0,-1 1 0,1-1 0,-1 0 0,1 0 0,-1 1 0,-1-1 0,0 1 0,1 0 0,-1 0 0,1 1 0,-1-1 0,1 1 0,-1 0 0,1 0 0,0 0 0,-1 0 0,1 0 0,0 0 0,0 1 0,0-1 0,0 1 0,0-1 0,0 1 0,0 0 0,0 0 0,-2 3 0,0 1 0,0 0 0,0 0 0,1 0 0,0 0 0,0 1 0,1-1 0,-1 1 0,1 0 0,1 0 0,-2 10 0,1-1 0,1 0 0,1 0 0,2 25 0,-1-38 0,-1 0 0,1 0 0,0-1 0,-1 1 0,2 0 0,-1 0 0,0 0 0,0-1 0,1 1 0,-1-1 0,1 1 0,0-1 0,0 0 0,0 0 0,0 0 0,0 0 0,1 0 0,-1 0 0,0 0 0,1-1 0,-1 1 0,1-1 0,0 0 0,-1 1 0,1-1 0,0-1 0,0 1 0,0 0 0,6 0 0,9 1 0,-1-1 0,1 0 0,36-5 0,-22 2 0,-4 1 0,79-6 0,-96 6 0,0-1 0,-1-1 0,1 0 0,-1 0 0,0-1 0,0-1 0,16-9 0,-5-1 0,-16 11 0,0-1 0,1 1 0,0 0 0,0 0 0,0 1 0,0 0 0,1 0 0,-1 0 0,11-2 0,-14 6 0,0-1 0,0 1 0,0 0 0,0 0 0,0 1 0,0-1 0,0 1 0,-1-1 0,5 4 0,16 8 0,-11-9 0,-1-1 0,0-1 0,1 0 0,0 0 0,-1-1 0,1 0 0,13-2 0,-20 1 0,0 0 0,0-1 0,0 0 0,1 0 0,-1-1 0,0 0 0,0 1 0,-1-1 0,1-1 0,0 1 0,-1-1 0,1 0 0,-1 0 0,0 0 0,0-1 0,0 1 0,6-9 0,-5 6 0,-1 1 0,1-1 0,0 1 0,0 0 0,1 0 0,-1 1 0,1-1 0,0 1 0,0 1 0,1-1 0,-1 1 0,1 0 0,0 0 0,0 1 0,0 0 0,0 0 0,0 1 0,0 0 0,0 0 0,0 1 0,14 0 0,40 3 0,-46-1 0,-1-1 0,1 0 0,-1-1 0,1-1 0,-1 0 0,27-6 0,-38 6 0,0 0 0,1-1 0,-1 0 0,0 1 0,0-1 0,0 0 0,0 0 0,0-1 0,-1 1 0,1 0 0,-1-1 0,1 0 0,-1 0 0,0 1 0,0-1 0,2-4 0,-2 1 0,1 1 0,-2-1 0,1 1 0,0-1 0,-1 0 0,0 0 0,-1 1 0,1-1 0,-1-8 0,-1 3 0,0 0 0,-1-1 0,0 1 0,-1 0 0,0 0 0,0 0 0,-1 1 0,-1-1 0,-9-16 0,14 27 0,0-1 0,-1 1 0,1-1 0,0 0 0,-1 1 0,1-1 0,0 1 0,-1-1 0,1 1 0,-1-1 0,1 1 0,0-1 0,-1 1 0,0-1 0,1 1 0,-1 0 0,1-1 0,-1 1 0,1 0 0,-1-1 0,0 1 0,1 0 0,-1 0 0,0-1 0,-3 14 0,9 25 0,-1-22 0,1-1 0,1 0 0,1 0 0,9 16 0,11 27 0,-23-50-195,-1 0 0,1-1 0,1 1 0,0-1 0,0 0 0,11 13 0,2-3-6631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24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5 24575,'-27'44'0,"-1"-1"0,-51 59 0,29-39 0,47-59 0,0 1 0,-1-1 0,0 0 0,0 0 0,0 0 0,0-1 0,-6 4 0,9-6 0,1-1 0,-1 0 0,1 0 0,-1 1 0,1-1 0,-1 0 0,0 0 0,1 0 0,-1 0 0,1 0 0,-1 0 0,0 0 0,1 0 0,-1 0 0,1 0 0,-1 0 0,0 0 0,1 0 0,-1 0 0,1 0 0,-1-1 0,1 1 0,-1 0 0,0-1 0,1 1 0,-1 0 0,0-1 0,0-1 0,0 0 0,0 1 0,0-1 0,0 0 0,0 0 0,0 0 0,0 0 0,1 0 0,-1 0 0,1 0 0,-1 0 0,1-4 0,-1-18 0,0-1 0,2 0 0,1 1 0,1-1 0,1 1 0,9-31 0,-12 52 0,-1 0 0,1 0 0,0 1 0,0-1 0,0 0 0,0 0 0,0 1 0,1-1 0,-1 0 0,1 1 0,0 0 0,0-1 0,0 1 0,0 0 0,0 0 0,0 0 0,0 0 0,1 0 0,-1 1 0,1-1 0,0 1 0,-1-1 0,1 1 0,0 0 0,0 0 0,-1 0 0,1 1 0,0-1 0,0 0 0,0 1 0,6 0 0,-4 1 0,1-1 0,-1 1 0,1 1 0,0-1 0,-1 1 0,0 0 0,1 0 0,-1 1 0,0-1 0,0 1 0,-1 0 0,1 1 0,0-1 0,-1 1 0,7 7 0,1 5 0,0 0 0,-1 0 0,14 30 0,-15-26 0,2 0 0,18 25 0,-16-26-682,19 35-1,-25-39-6143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31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24575,'9'0'0,"8"0"0,5 0 0,4 0 0,3 0 0,0 0 0,0 0 0,0 0 0,-1 0 0,0 0 0,0 0 0,0 0 0,-1 0 0,0 0 0,0 0 0,-4 0-8191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36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68 24575,'-1'9'0,"0"1"0,0-1 0,-1 0 0,-1 0 0,1 0 0,-1-1 0,-1 1 0,-5 10 0,3-8 0,1 0 0,1 1 0,0-1 0,-3 17 0,4 44 0,3-51 0,-4 41 0,3-57 0,0 0 0,0 0 0,-1 0 0,1 0 0,-1-1 0,0 1 0,0 0 0,-1-1 0,1 1 0,-1-1 0,0 0 0,-6 7 0,17-42 0,20-26 0,-18 40 0,-1-1 0,-1 0 0,11-36 0,-12 22 0,-1 1 0,2 0 0,1 1 0,1 0 0,1 0 0,25-44 0,-46 84 0,1 0 0,-1-1 0,-15 12 0,6-6 0,0 2 0,-19 22 0,29-28 0,0 0 0,1 0 0,1 1 0,0 1 0,1-1 0,0 1 0,-5 17 0,-9 20 0,12-31 0,-12 42 0,18-55 0,1-1 0,0 1 0,0 0 0,1-1 0,0 1 0,0 0 0,0 0 0,1-1 0,0 1 0,0 0 0,0-1 0,3 7 0,-2-9 0,0 0 0,0-1 0,0 1 0,0 0 0,0-1 0,1 0 0,-1 1 0,1-1 0,0 0 0,0 0 0,-1-1 0,1 1 0,1-1 0,-1 1 0,0-1 0,0 0 0,0 0 0,1 0 0,-1-1 0,0 1 0,1-1 0,5 1 0,9-1 0,-1 0 0,35-4 0,18-12 0,-24 4 0,-29 7 0,0 0 0,23-10 0,-26 8 0,0 1 0,1 1 0,29-6 0,-17 8 0,-14 2 0,0-1 0,-1 0 0,1-1 0,-1 0 0,18-8 0,-6 0-170,-1 1-1,2 1 0,-1 1 1,1 2-1,0 0 0,0 1 1,38-1-1,-40 6-6655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42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24575,'56'-3'0,"93"-16"0,-107 12 0,64-17 0,-73 15 0,1 1 0,35-3 0,23-3 103,11-1-1571,-79 14-5358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50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24575,'79'1'0,"88"-3"0,-145-1 0,36-10 0,-25 5 0,7-6-1365,-23 8-5461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4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24575,'0'465'-1365,"0"-441"-5461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4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0 139 24575,'1'-4'0,"0"-1"0,0 1 0,0 0 0,1 0 0,0-1 0,-1 1 0,1 0 0,1 0 0,-1 1 0,1-1 0,-1 0 0,1 1 0,0-1 0,4-3 0,4-3 0,1-1 0,22-15 0,-28 22 0,1 0 0,-1 1 0,1 0 0,0 0 0,0 1 0,0-1 0,0 2 0,0-1 0,0 1 0,0 0 0,10 0 0,-14 1 0,-1 0 0,1 0 0,0 0 0,0 1 0,-1-1 0,1 1 0,0 0 0,-1-1 0,1 1 0,-1 0 0,1 1 0,-1-1 0,1 0 0,-1 1 0,0 0 0,0-1 0,0 1 0,0 0 0,0 0 0,0 0 0,0 0 0,-1 0 0,1 1 0,-1-1 0,1 0 0,-1 1 0,0-1 0,0 1 0,0-1 0,0 1 0,-1 0 0,1 2 0,0 1 0,0 0 0,-1-1 0,0 1 0,0 0 0,-1 0 0,0-1 0,0 1 0,0 0 0,0-1 0,-1 1 0,0-1 0,0 0 0,0 1 0,-5 5 0,-5 8 0,0-1 0,-23 25 0,-10 15 0,-32 68 0,75-124 0,1 0 0,0 0 0,0 0 0,0 1 0,0-1 0,0 0 0,1 1 0,-1-1 0,1 1 0,-1-1 0,1 4 0,0-6 0,0 1 0,0-1 0,0 1 0,0-1 0,0 0 0,0 1 0,1-1 0,-1 1 0,0-1 0,0 0 0,0 1 0,1-1 0,-1 0 0,0 1 0,0-1 0,1 0 0,-1 1 0,0-1 0,1 0 0,-1 1 0,0-1 0,1 0 0,-1 0 0,0 0 0,1 1 0,18-4 0,51-31 39,-51 23-390,0 1 0,1 1 0,35-10 0,-32 14-6475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49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24575,'3'-1'0,"0"0"0,0 0 0,0 0 0,0-1 0,0 0 0,-1 1 0,1-1 0,0 0 0,-1 0 0,3-3 0,19-12 0,-19 15 0,1 0 0,-1 0 0,0 0 0,1 1 0,0 0 0,-1 0 0,1 1 0,0-1 0,10 2 0,-15-1 0,1 0 0,0 1 0,0-1 0,-1 0 0,1 1 0,0 0 0,-1-1 0,1 1 0,-1 0 0,1 0 0,-1 0 0,1 0 0,-1 0 0,1 0 0,-1 0 0,0 1 0,0-1 0,0 0 0,0 1 0,0-1 0,0 1 0,0-1 0,0 1 0,0 0 0,-1-1 0,1 1 0,-1 0 0,1-1 0,-1 1 0,0 0 0,1 0 0,-1-1 0,0 1 0,0 0 0,-1 2 0,1 3 0,0 0 0,-1 0 0,0 0 0,-1 0 0,0 0 0,0 0 0,0-1 0,-1 1 0,-3 7 0,-3 1 0,-1 0 0,-15 17 0,5-6 0,19-26 0,0 1 0,1 0 0,-1 0 0,0 0 0,0 0 0,0 0 0,1 0 0,-1 0 0,1 0 0,-1 0 0,1 0 0,-1 1 0,1-1 0,0 0 0,-1 0 0,1 0 0,0 1 0,0-1 0,0 0 0,0 0 0,0 1 0,0-1 0,0 0 0,0 0 0,1 1 0,-1-1 0,0 0 0,1 0 0,-1 0 0,1 0 0,-1 0 0,1 0 0,0 1 0,-1-1 0,2 1 0,3 1 0,0 1 0,0-1 0,0 0 0,1 0 0,-1-1 0,10 3 0,-10-3 0,0 0 0,0 0 0,0 0 0,0 1 0,0-1 0,0 1 0,-1 0 0,8 7 0,-10-8 0,0 1 0,0 0 0,0-1 0,0 1 0,-1 0 0,1 0 0,-1 1 0,0-1 0,0 0 0,0 0 0,0 1 0,0-1 0,-1 0 0,0 1 0,1-1 0,-1 0 0,0 1 0,-1-1 0,1 0 0,-1 1 0,1-1 0,-1 0 0,0 1 0,0-1 0,-1 0 0,-1 4 0,-5 6 0,0 0 0,-1-1 0,-1-1 0,-20 21 0,-10 13 0,36-40-227,-1 0-1,1 0 1,-1 0-1,1-1 1,-7 5-1,-5 2-6598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51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 24575,'-1'4'0,"-1"1"0,1-1 0,-1 1 0,0-1 0,0 0 0,0 0 0,-3 5 0,-5 9 0,-11 35 0,3 0 0,-17 86 0,29-99 0,2 0 0,2 0 0,4 51 0,-2-68 0,1-22 0,-1-1 0,0 0 0,0 1 0,1-1 0,-1 0 0,0 1 0,1-1 0,-1 0 0,0 0 0,1 1 0,-1-1 0,0 0 0,1 0 0,-1 0 0,1 0 0,-1 1 0,0-1 0,1 0 0,-1 0 0,1 0 0,-1 0 0,0 0 0,1 0 0,-1 0 0,1 0 0,-1 0 0,1 0 0,-1 0 0,0-1 0,1 1 0,-1 0 0,1 0 0,-1 0 0,0 0 0,1-1 0,-1 1 0,0 0 0,1 0 0,-1-1 0,0 1 0,1 0 0,-1-1 0,28-14 0,-17 10 0,4-1 0,-1 1 0,1 1 0,0 0 0,1 2 0,22-3 0,-16 3 0,-19 1 0,0 1 0,0-1 0,0 0 0,0 0 0,0 0 0,-1 0 0,1 0 0,0 0 0,-1-1 0,1 0 0,-1 1 0,1-1 0,-1 0 0,0 0 0,0 0 0,0 0 0,0-1 0,0 1 0,0 0 0,-1-1 0,1 1 0,-1-1 0,0 0 0,0 0 0,0 1 0,0-1 0,0 0 0,0 0 0,0-5 0,0-7 0,0-1 0,0 1 0,-1-1 0,-4-21 0,3 22 0,0 61 0,-2 0 0,-11 59 0,8-67 0,1 12-394,3 76 1,2-111-185,1 8-6248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53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24575,'-2'0'0,"1"0"0,0 1 0,0-1 0,0 1 0,-1 0 0,1-1 0,0 1 0,0 0 0,0 0 0,0 0 0,0-1 0,0 1 0,0 0 0,1 0 0,-1 0 0,0 1 0,0-1 0,1 0 0,-1 0 0,1 0 0,-1 0 0,1 1 0,0-1 0,-1 0 0,1 1 0,0-1 0,-1 2 0,-4 43 0,5-41 0,-2 14 0,1-7 0,0 0 0,0 1 0,1-1 0,1 0 0,0 0 0,0 0 0,5 18 0,-5-29 0,0 1 0,-1-1 0,1 1 0,0-1 0,0 0 0,0 1 0,-1-1 0,2 0 0,-1 0 0,0 1 0,0-1 0,0 0 0,0 0 0,1 0 0,-1-1 0,0 1 0,1 0 0,-1 0 0,1-1 0,-1 1 0,1-1 0,-1 1 0,1-1 0,-1 0 0,1 1 0,0-1 0,-1 0 0,1 0 0,-1 0 0,1 0 0,0 0 0,1-1 0,7-2 0,-1 1 0,1-1 0,-1-1 0,13-6 0,11-4 0,-31 13 0,0 0 0,1 0 0,0 1 0,-1-1 0,1 1 0,-1-1 0,1 1 0,0 0 0,-1 0 0,1 0 0,0 1 0,-1-1 0,1 1 0,-1-1 0,1 1 0,-1 0 0,1 0 0,-1 0 0,1 0 0,-1 0 0,0 0 0,3 3 0,-3-2 0,1 1 0,-1 1 0,0-1 0,0 0 0,-1 0 0,1 1 0,0-1 0,-1 1 0,0-1 0,0 1 0,0 0 0,0-1 0,-1 1 0,0 0 0,1 4 0,-1 1 0,0 0 0,0 0 0,0 0 0,-1 0 0,-1-1 0,1 1 0,-1 0 0,-1-1 0,0 1 0,-7 14 0,4-11 0,-2-1 0,0 0 0,0 0 0,-1-1 0,0 0 0,-15 13 0,22-22-42,-5 6-223,-1 0 1,0-1-1,0 0 1,-16 8-1,6-6-6561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55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24575,'4'0'0,"7"0"0,6-5 0,4-1 0,4 0 0,1-3 0,-2-5 0,-2-5 0,1 1 0,1 4 0,-4-1 0,-1 2 0,1 4 0,3-2 0,-4 1-8191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5:59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24575,'0'4'0,"0"7"0,0 6 0,0 5 0,-5 2 0,-1 3 0,0 1 0,1 1 0,1-1 0,2 1 0,1-1 0,0 0 0,1-1 0,1-4-8191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6:01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24575,'23'0'0,"-14"-1"0,1 1 0,-1 0 0,1 1 0,0 0 0,12 3 0,-19-3 0,-1 0 0,1 0 0,-1 0 0,0 0 0,1 0 0,-1 1 0,0-1 0,0 1 0,0 0 0,0-1 0,0 1 0,0 0 0,0 0 0,0 0 0,-1 1 0,1-1 0,-1 0 0,0 1 0,0-1 0,0 0 0,0 1 0,0 0 0,1 4 0,-1 1 0,0-1 0,-1 1 0,0-1 0,0 1 0,0 0 0,-1-1 0,0 1 0,-1-1 0,-4 15 0,4-17 0,0 0 0,0 0 0,0 0 0,-1 0 0,0 0 0,0 0 0,0-1 0,0 1 0,-1-1 0,1 0 0,-1 0 0,0 0 0,-1 0 0,-4 2 0,3-2 0,1 0 0,-1 0 0,1 1 0,0 0 0,0 0 0,-6 7 0,9-10 0,0 1 0,0 0 0,0-1 0,0 1 0,1 0 0,-1 0 0,1 0 0,-1 0 0,1 0 0,0 1 0,0-1 0,1 0 0,-1 0 0,1 1 0,-1 2 0,2-4 0,-1-1 0,1 1 0,0-1 0,-1 0 0,1 1 0,0-1 0,0 0 0,0 0 0,0 0 0,0 0 0,0 1 0,0-1 0,0-1 0,1 1 0,-1 0 0,0 0 0,0 0 0,1-1 0,-1 1 0,1 0 0,-1-1 0,0 0 0,1 1 0,-1-1 0,1 0 0,-1 0 0,2 1 0,48 1 0,-44-2 0,218-3-1365,-201 3-5461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6:0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6 24575,'-12'2'0,"1"-1"0,1 1 0,-1 1 0,0 0 0,0 0 0,-16 9 0,13-6 0,0-1 0,-28 7 0,2-1 0,32-9 0,0 1 0,-1-1 0,1 0 0,-1-1 0,1 0 0,-14 0 0,22-1 0,-1 1 0,1-1 0,-1 0 0,1 0 0,-1 0 0,1 0 0,-1-1 0,1 1 0,0 0 0,-1 0 0,1 0 0,-1 0 0,1 0 0,0-1 0,-1 1 0,1 0 0,-1 0 0,1 0 0,0-1 0,-1 1 0,1 0 0,0-1 0,0 1 0,-1 0 0,1-1 0,0 1 0,-1 0 0,1-1 0,0 1 0,0-1 0,0 1 0,0 0 0,-1-1 0,1 1 0,0-1 0,9-14 0,21-9 0,-18 18 0,0 1 0,0 1 0,0 0 0,1 1 0,0 0 0,-1 1 0,23-1 0,-1 3 0,59 5 0,-90-5 0,-1 1 0,1-1 0,0 1 0,-1 0 0,1-1 0,0 1 0,-1 0 0,1 1 0,-1-1 0,0 0 0,1 1 0,-1-1 0,0 1 0,0 0 0,0 0 0,0 0 0,0 0 0,0 0 0,-1 0 0,1 0 0,-1 0 0,1 1 0,-1-1 0,0 1 0,0-1 0,0 1 0,0 0 0,0-1 0,-1 1 0,1 0 0,-1-1 0,0 1 0,0 0 0,0-1 0,0 6 0,-1 9 0,-1 0 0,-1-1 0,0 1 0,-9 24 0,9-31 0,1-3 0,-1 0 0,1 0 0,-2 0 0,1-1 0,-1 1 0,0-1 0,0 0 0,-1 0 0,0 0 0,0-1 0,0 0 0,-9 7 0,13-11 0,-18 24 0,18-25 0,1 1 0,-1 0 0,0 0 0,1 0 0,-1 0 0,0 0 0,1 0 0,-1 0 0,1 0 0,0 0 0,-1 0 0,1 0 0,0 0 0,0 0 0,-1 0 0,1 0 0,0 0 0,0 1 0,0-1 0,0 0 0,1 0 0,-1 2 0,3-4 0,-1 1 0,1-1 0,-1 0 0,0 0 0,1 0 0,-1 0 0,0-1 0,0 1 0,0-1 0,0 1 0,0-1 0,0 0 0,3-3 0,3-2 0,-3 4 0,-1 1 0,1-1 0,-1 1 0,1 0 0,0 0 0,0 1 0,0-1 0,0 1 0,0 0 0,0 0 0,0 1 0,0 0 0,10 0 0,-13 0 0,0 1 0,-1-1 0,1 0 0,0 1 0,-1 0 0,1-1 0,0 1 0,-1 0 0,1 0 0,-1 0 0,1 0 0,-1 0 0,1 0 0,-1 0 0,0 0 0,0 1 0,2 1 0,-2-1 0,0 0 0,0 1 0,0-1 0,0 0 0,-1 1 0,1-1 0,-1 1 0,1-1 0,-1 1 0,0-1 0,0 1 0,0-1 0,0 0 0,-1 1 0,0 4 0,-1 4 0,-1 0 0,0-1 0,0 1 0,-1-1 0,0 1 0,-1-1 0,0 0 0,-1-1 0,0 1 0,0-1 0,-1-1 0,0 1 0,-1-1 0,0 0 0,0-1 0,-1 1 0,0-2 0,0 1 0,0-1 0,-1-1 0,0 0 0,-17 6 0,-3 5-45,-10 4 184,37-19-237,1 0 1,0 0 0,-1-1 0,1 1-1,0-1 1,-1 1 0,1-1 0,-1 0-1,1 0 1,0 0 0,-1 0 0,1-1-1,-1 1 1,-2-1 0,-7-6-6729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6:06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24575,'-2'12'0,"1"-1"0,-2 0 0,0 0 0,0 0 0,-1 0 0,0-1 0,-1 1 0,-8 12 0,-13 32 0,21-39 0,0 1 0,-5 28 0,9-38 0,0 0 0,1 0 0,0 0 0,0 0 0,0 0 0,1 0 0,0 0 0,0 0 0,3 9 0,-3-14 0,0 0 0,0 1 0,1-1 0,-1 0 0,0 0 0,1-1 0,0 1 0,-1 0 0,1 0 0,0-1 0,0 1 0,0-1 0,0 0 0,0 1 0,0-1 0,0 0 0,0 0 0,0 0 0,1-1 0,-1 1 0,0 0 0,1-1 0,-1 1 0,0-1 0,1 0 0,3 0 0,7-1 0,0 0 0,0-1 0,24-7 0,-9 3 0,61-3 0,-39 6 0,-47 3 0,0-1 0,0 1 0,-1-1 0,1 0 0,0 0 0,-1 0 0,1 0 0,-1 0 0,1 0 0,-1-1 0,0 1 0,1-1 0,-1 0 0,0 1 0,0-1 0,0 0 0,0-1 0,-1 1 0,1 0 0,0 0 0,-1-1 0,0 1 0,1-1 0,-1 1 0,0-1 0,0 1 0,0-1 0,-1 0 0,1 0 0,0-3 0,0-10 0,1 0 0,-2 0 0,0 0 0,-3-20 0,1 6 0,0-15 0,3 68 0,-2-1 0,-1 0 0,0 1 0,-2-1 0,0 0 0,-11 31 0,7-30 7,1-1 0,2 1 0,0 0-1,2 1 1,-2 27 0,6 122-211,2-78-998,-3-72-5624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6:08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24575,'-1'7'0,"0"0"0,0 0 0,-1-1 0,0 1 0,-1-1 0,1 1 0,-1-1 0,0 0 0,-1 0 0,0 0 0,-6 8 0,-15 27 0,25-40 0,-1 0 0,1-1 0,-1 1 0,1 0 0,0 0 0,-1 0 0,1 0 0,0 0 0,0 0 0,0 0 0,0 0 0,0 0 0,0 0 0,0 0 0,0 0 0,0 0 0,0 0 0,0 0 0,1 0 0,-1 0 0,0 0 0,1 0 0,-1 0 0,1 0 0,1 2 0,-1-2 0,1 0 0,-1 1 0,1-1 0,0 0 0,0 0 0,-1 0 0,1 0 0,0 0 0,0-1 0,0 1 0,0-1 0,3 1 0,9 1 0,0-1 0,0 0 0,17-2 0,-21 0 0,42-1 0,66 2 0,-115 0 0,0 0 0,0 0 0,0 0 0,0 1 0,0-1 0,0 1 0,0-1 0,-1 1 0,1 0 0,0 1 0,0-1 0,-1 0 0,1 1 0,-1-1 0,1 1 0,-1 0 0,0 0 0,1 0 0,-1 0 0,0 0 0,0 0 0,-1 1 0,1-1 0,0 1 0,-1-1 0,1 1 0,-1 0 0,0 0 0,0-1 0,0 1 0,0 0 0,-1 0 0,1 0 0,-1 0 0,0 0 0,0 4 0,0 2 0,-1-1 0,-1 0 0,1 0 0,-1 0 0,-1 0 0,0 0 0,0 0 0,0-1 0,-1 1 0,0-1 0,0 0 0,-6 6 0,-3 2 0,0-1 0,-2-1 0,1-1 0,-1 0 0,-1 0 0,0-2 0,-30 15 0,9-4 0,32-18-40,1 1 0,-1-1 0,1 1 0,0 0 0,0 0 0,-5 7 0,2-2-1045,-4 3-5741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6:10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24575,'5'0'0,"6"0"0,6 0 0,5 0 0,2 0 0,3 0 0,1 0 0,1 0 0,-1 0 0,1 0 0,-1 0 0,-1 0 0,1 0 0,-1 0 0,1 0 0,-1 0 0,-4 0-8191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9:31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106 545 24575,'1'-106'0,"-3"-117"0,0 206 0,-1-1 0,-5-22 0,6 34 0,0 0 0,0-1 0,-1 1 0,1 0 0,-1 1 0,-1-1 0,1 0 0,-1 1 0,-5-7 0,8 11 0,1 0 0,-1 1 0,0-1 0,1 1 0,-1-1 0,0 1 0,1-1 0,-1 1 0,0-1 0,0 1 0,0 0 0,1-1 0,-1 1 0,0 0 0,0 0 0,0 0 0,0-1 0,1 1 0,-1 0 0,0 0 0,0 0 0,0 0 0,0 0 0,0 1 0,1-1 0,-1 0 0,0 0 0,0 1 0,0-1 0,0 0 0,1 1 0,-1-1 0,0 1 0,1-1 0,-1 1 0,0-1 0,1 1 0,-1-1 0,0 1 0,0 1 0,-20 32 0,18-27 0,1-5 0,6-12 0,8-17 0,4-1 0,-15 24 0,1-1 0,-1 1 0,1 1 0,1-1 0,-1 0 0,0 0 0,1 1 0,0 0 0,0-1 0,0 1 0,0 0 0,0 0 0,7-4 0,-9 7 0,0 0 0,0 0 0,0-1 0,0 1 0,0 0 0,0 1 0,0-1 0,0 0 0,0 0 0,0 0 0,0 1 0,0-1 0,0 0 0,0 1 0,0-1 0,0 1 0,0-1 0,0 1 0,0-1 0,-1 1 0,1 0 0,0-1 0,0 1 0,1 1 0,19 26 0,-11-12 0,-4-11-4,0 0-1,0 0 0,0 0 1,0 0-1,1-1 1,0 0-1,-1-1 0,2 0 1,-1 0-1,0 0 1,0-1-1,1 0 0,0 0 1,14 1-1,23 6-1291,-27-3-5530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9:34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726 1 24575,'-5'1'0,"0"0"0,0 1 0,0-1 0,1 1 0,-9 4 0,-6 3 0,-30 6 0,0-2 0,0-2 0,-1-3 0,-1-1 0,-83-1 0,69-5 0,-61-4 0,125 3 0,-1 0 0,0 0 0,0 0 0,1 0 0,-1 0 0,0-1 0,1 1 0,-1-1 0,0 1 0,1-1 0,-1 0 0,1 0 0,-1 1 0,1-1 0,-1 0 0,1 0 0,0 0 0,-1-1 0,-1-1 0,3 2 0,0 0 0,0 0 0,0-1 0,-1 1 0,1 0 0,0 0 0,1-1 0,-1 1 0,0 0 0,0-1 0,0 1 0,1 0 0,-1 0 0,1 0 0,-1-1 0,1 1 0,-1 0 0,1 0 0,0 0 0,-1 0 0,1 0 0,0 0 0,0 0 0,0 0 0,1-1 0,8-12 0,-12 7 0,0 8 0,1-1 0,-1 0 0,1 0 0,-1 1 0,1-1 0,-1 1 0,1-1 0,-1 1 0,1 0 0,0-1 0,-1 1 0,1 0 0,0 0 0,-1 0 0,-1 2 0,-3 2 0,0 0 0,0 1 0,0 0 0,1 0 0,0 0 0,-8 12 0,11-14 0,1 0 0,-1 0 0,1 0 0,0 0 0,0 1 0,0-1 0,0 0 0,1 1 0,0-1 0,0 0 0,0 1 0,0-1 0,1 0 0,0 5 0,1-2-136,-1 0-1,1 0 1,0 0-1,1 0 1,-1-1-1,2 1 1,-1-1-1,0 0 0,9 11 1,0-5-6690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42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24575,'-3'116'0,"6"124"0,-3-238 0,0 0 0,0-1 0,0 1 0,0-1 0,0 1 0,0 0 0,1-1 0,-1 1 0,1-1 0,-1 1 0,1-1 0,-1 1 0,1-1 0,0 1 0,0-1 0,-1 1 0,1-1 0,0 0 0,0 0 0,1 1 0,-1-1 0,0 0 0,0 0 0,0 0 0,1 0 0,-1 0 0,1-1 0,-1 1 0,1 0 0,-1-1 0,1 1 0,-1-1 0,1 1 0,-1-1 0,1 0 0,0 1 0,-1-1 0,1 0 0,-1 0 0,1 0 0,0 0 0,-1-1 0,3 1 0,7-4 0,1 1 0,-1-2 0,0 1 0,0-2 0,12-6 0,12-6 0,-9 9 0,51-8 0,-7 1 0,-67 16 0,0-1 0,-1 0 0,0 0 0,1 0 0,-1 0 0,1-1 0,-1 1 0,0-1 0,0 1 0,0-1 0,0 0 0,0 1 0,0-1 0,0 0 0,-1-1 0,1 1 0,-1 0 0,0 0 0,1-1 0,-1 1 0,0 0 0,0-1 0,0 1 0,-1-1 0,1 0 0,-1 1 0,1-1 0,-1 0 0,0-2 0,0-10 0,-1 1 0,-1 0 0,0 0 0,-6-21 0,-1-7 0,3-58 0,7 774-1365,-1-651-5461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28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 1 24575,'-13'2'0,"0"0"0,-1 2 0,1-1 0,0 2 0,1 0 0,-1 0 0,1 1 0,0 1 0,-13 8 0,15-7 0,-1-1 0,1 2 0,1-1 0,0 1 0,0 0 0,-10 15 0,2 0 0,-23 42 0,36-59 0,0 0 0,1 0 0,0 0 0,0 1 0,1-1 0,0 1 0,0 0 0,0 0 0,1 0 0,1 0 0,-1-1 0,1 1 0,1 0 0,-1 0 0,1 0 0,1 0 0,-1 0 0,1-1 0,1 1 0,-1 0 0,1-1 0,1 0 0,-1 0 0,1 0 0,0 0 0,1-1 0,0 1 0,6 5 0,-6-8 0,0 0 0,0-1 0,0 0 0,1 0 0,-1 0 0,1-1 0,0 0 0,0 0 0,0 0 0,0-1 0,0 0 0,0 0 0,13 0 0,-5 0 0,0-1 0,0-1 0,1-1 0,-1 0 0,14-4 0,-22 4 0,1 0 0,-1-1 0,0 0 0,0 0 0,0 0 0,-1-1 0,1 0 0,-1 0 0,8-8 0,-12 11 0,0 0 0,0 0 0,0 0 0,0 0 0,0 0 0,0 0 0,0 0 0,-1-1 0,1 1 0,0 0 0,-1-1 0,1 1 0,-1-1 0,1 1 0,-1-1 0,1 1 0,-1 0 0,0-1 0,0 1 0,0-1 0,0 1 0,0-1 0,0 1 0,0-1 0,-1 1 0,1-1 0,0 1 0,-1-1 0,1 1 0,-1-1 0,0 1 0,1 0 0,-1 0 0,0-1 0,0 1 0,0 0 0,0 0 0,0 0 0,0 0 0,0 0 0,0 0 0,0 0 0,-1 0 0,1 0 0,0 0 0,-2 0 0,1 0 0,0 0 0,1 1 0,-1-1 0,1 0 0,0 0 0,-1 0 0,1-1 0,0 1 0,-1 0 0,1 0 0,0-1 0,0 1 0,0-1 0,0 1 0,0-1 0,-1-2 0,3 3 0,-1-1 0,0 1 0,1 0 0,-1 0 0,1 0 0,-1 0 0,1 0 0,-1 0 0,1 0 0,0 0 0,0 0 0,-1 0 0,1 0 0,0 1 0,0-1 0,0 0 0,0 0 0,0 1 0,0-1 0,0 1 0,0-1 0,0 1 0,0-1 0,0 1 0,0 0 0,3-1 0,5-3 0,0 1 0,1 0 0,0 1 0,-1 0 0,1 0 0,0 1 0,20 0 0,-27 1 0,0 0 0,0 0 0,0 1 0,0-1 0,0 1 0,-1 0 0,1-1 0,0 1 0,0 1 0,-1-1 0,1 0 0,0 1 0,-1-1 0,1 1 0,-1 0 0,0-1 0,1 1 0,-1 0 0,0 1 0,0-1 0,0 0 0,-1 1 0,1-1 0,-1 1 0,1-1 0,-1 1 0,0 0 0,0-1 0,0 1 0,1 4 0,1 21 0,0-1 0,-2 1 0,-2 0 0,-3 29 0,0 24 0,4-54-1365,0-4-5461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3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24575,'5'-4'0,"6"-2"0,6-5 0,4 0 0,4 2 0,2 2 0,1 3 0,0 1 0,1 2 0,-1 1 0,0 0 0,0 1 0,0-1 0,-1 1 0,0-1 0,-4 0-8191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32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24575,'5'0'0,"5"0"0,7 0 0,5 0 0,3 0 0,2 0 0,1 0 0,0 0 0,-4-4 0,-7-2-8191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38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24575,'0'574'-1365,"0"-550"-5461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39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24575,'4'-1'0,"-1"2"0,0-1 0,1 0 0,-1 1 0,0 0 0,1-1 0,-1 1 0,0 1 0,0-1 0,0 0 0,0 1 0,0-1 0,0 1 0,0 0 0,0 0 0,-1 0 0,1 1 0,-1-1 0,1 1 0,-1-1 0,0 1 0,0 0 0,0-1 0,0 1 0,-1 0 0,1 0 0,-1 1 0,0-1 0,0 0 0,0 0 0,1 6 0,1 10 0,-1 0 0,0 0 0,-1 1 0,-3 27 0,1-20 0,0 15 0,-4 72 0,3-98 0,-1-1 0,-1 0 0,0 1 0,-1-1 0,-8 19 0,-1 6-1365,10-21-5461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46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24575,'-1'9'0,"0"-1"0,0 0 0,-1 0 0,0 0 0,-4 10 0,-7 31 0,12-41 0,0 0 0,1 0 0,0 0 0,0 0 0,0 0 0,4 14 0,-4-20 0,1 1 0,0-1 0,0 0 0,1 1 0,-1-1 0,0 0 0,1 0 0,-1 0 0,1 0 0,0 0 0,-1 0 0,1-1 0,0 1 0,0 0 0,0-1 0,0 0 0,1 1 0,-1-1 0,0 0 0,0 0 0,1 0 0,-1 0 0,1-1 0,-1 1 0,3 0 0,15 1 0,-1 0 0,24 0 0,-28-2 0,-1 0 0,0 1 0,1 0 0,-1 2 0,26 6 0,-17-1 0,-1 2 0,30 15 0,-48-22 0,1-1 0,-1 1 0,1 0 0,-1 0 0,0 0 0,0 1 0,-1-1 0,1 1 0,-1 0 0,1 0 0,-1 0 0,0 1 0,-1-1 0,1 1 0,-1-1 0,0 1 0,3 9 0,-5-12 0,0 0 0,0 1 0,0-1 0,-1 1 0,1-1 0,-1 1 0,1-1 0,-1 0 0,0 1 0,0-1 0,0 0 0,0 0 0,0 0 0,0 0 0,0 0 0,-1 0 0,1 0 0,-1 0 0,-2 2 0,-40 33 0,22-21 0,11-8 0,-1-1 0,0 0 0,0-1 0,-1 0 0,0-1 0,-13 4 0,-23 10 0,39-15-273,0 0 0,-1-1 0,1 0 0,-18 2 0,7-3-6553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48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24575,'5'0'0,"5"0"0,7-5 0,4-1 0,-1-4 0,1-1 0,1 2 0,2 2 0,1 2 0,1 3 0,1 1 0,1 0 0,-5 2-8191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53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24575,'0'470'0,"1"-443"0,2-1 0,7 32 0,-5-30 0,4 47 0,-8-23 0,14 88 0,-10-109-682,1 46-1,-6-53-6143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49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24575,'5'0'0,"6"0"0,5-4 0,6-2 0,3 0 0,2 1 0,1 2 0,0 1 0,1-4 0,-1-1 0,0 2 0,0 0 0,-1 2 0,-4 1-8191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50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24575,'1'18'0,"2"1"0,0-1 0,1 1 0,0-1 0,2 0 0,0 0 0,12 22 0,6 21 0,-19-41-42,-1 0 0,-1 0-1,0 0 1,-2 0 0,0 1-1,-4 29 1,2-13-1027,1-13-5757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52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24575,'10'13'0,"0"0"0,0 1 0,-1 0 0,-1 1 0,7 15 0,0-1 0,5 13 0,15 47 0,-20-50 0,32 63 0,-17-43 0,28 79 0,-34-77 0,-19-47-227,-1 0-1,0 0 1,-1 1-1,0-1 1,1 23-1,-3-14-6598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56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0 194 24575,'19'0'0,"0"0"0,0-2 0,0 0 0,0 0 0,0-2 0,0-1 0,17-6 0,-9 3 0,1 1 0,0 1 0,0 1 0,0 2 0,0 1 0,0 1 0,35 4 0,-71-4 0,0-1 0,0 1 0,0-1 0,0 0 0,1-1 0,-1 0 0,1 0 0,-1-1 0,-11-8 0,9 5 0,0 0 0,1 0 0,0-1 0,1 0 0,0-1 0,0 0 0,-10-14 0,17 20 0,0 1 0,-1-1 0,0 1 0,1 0 0,-1 0 0,0 0 0,0 0 0,0 0 0,0 0 0,-1 1 0,-2-3 0,5 4 0,0 0 0,-1 0 0,1 0 0,0 0 0,-1 0 0,1 0 0,-1 0 0,1 0 0,0 0 0,-1 0 0,1 0 0,0 0 0,-1 0 0,1 0 0,0 0 0,-1 1 0,1-1 0,0 0 0,-1 0 0,1 0 0,0 0 0,-1 1 0,1-1 0,0 0 0,0 0 0,-1 1 0,1-1 0,0 0 0,-1 1 0,-5 21 0,3 31 0,2 0 0,7 64 0,-5-108-170,0 0-1,1 0 0,0-1 1,1 1-1,0 0 0,0-1 1,7 14-1,0-8-6655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57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24575,'2'30'0,"2"1"0,1-1 0,2-1 0,11 33 0,-7-22 0,31 103 0,-13-50 0,19 109 0,-44-183 0,0 0 0,2-1 0,0 1 0,1-1 0,1-1 0,15 25 0,-19-33-151,0-1-1,-1 1 0,0-1 0,0 1 1,-1 0-1,0 0 0,-1 1 1,1 10-1,-1 2-6674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3:59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24575,'0'4'0,"0"7"0,0 5 0,0 6 0,0 3 0,0 2 0,0 1 0,0 0 0,0 1 0,0-1 0,0 0 0,0 0 0,0-1 0,0 1 0,0-1 0,5-4 0,1-7-8191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00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24575,'5'-4'0,"5"-2"0,7-5 0,4 0 0,4 1 0,2 3 0,1 3 0,1-3 0,-1-1 0,0 2 0,0 2 0,-4 1-8191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03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27 24575,'-2'97'0,"4"108"0,-2-204 0,0 1 0,0 0 0,0 0 0,1 0 0,-1-1 0,0 1 0,1 0 0,-1 0 0,1-1 0,-1 1 0,1 0 0,0-1 0,0 1 0,0-1 0,0 1 0,0-1 0,0 1 0,0-1 0,0 0 0,1 1 0,-1-1 0,3 2 0,-2-3 0,1 1 0,-1-1 0,0 0 0,1 0 0,-1 0 0,0 0 0,1 0 0,-1 0 0,0-1 0,1 1 0,-1-1 0,0 1 0,0-1 0,0 0 0,1 0 0,2-2 0,26-10 0,1 1 0,50-11 0,-43 14 0,50-21 0,-81 27 0,4-2 0,1 0 0,-1-1 0,-1-1 0,12-7 0,-19 11 0,0-1 0,0 0 0,0 0 0,-1 0 0,1 0 0,-1 0 0,0-1 0,-1 1 0,1-1 0,-1 0 0,0 0 0,0 0 0,2-7 0,-2 3 0,0 1 0,0-1 0,-1 0 0,0 0 0,-1 0 0,0 0 0,0 0 0,-2-9 0,1 13 0,0 0 0,0 0 0,-1 1 0,1-1 0,-1 0 0,0 1 0,0 0 0,-1-1 0,1 1 0,-1 0 0,0 0 0,0 0 0,0 1 0,-1-1 0,1 1 0,-6-4 0,9 7 0,0 0 0,-1 0 0,1-1 0,0 1 0,0 0 0,-1 0 0,1 0 0,0 0 0,0 0 0,-1 0 0,1 0 0,0 0 0,-1 0 0,1 0 0,0 0 0,0 0 0,-1 0 0,1 0 0,0 1 0,0-1 0,-1 0 0,1 0 0,0 0 0,0 0 0,-1 0 0,1 1 0,0-1 0,0 0 0,0 0 0,-1 0 0,1 0 0,0 1 0,0-1 0,0 0 0,0 0 0,-1 1 0,1-1 0,0 0 0,0 0 0,0 1 0,0-1 0,0 0 0,0 0 0,0 1 0,0-1 0,0 0 0,0 1 0,0-1 0,0 0 0,0 1 0,-2 16 0,2-16 0,-1 282 0,4-126 0,-3-21-1365,0-113-5461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05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24575,'2'25'0,"0"0"0,7 29 0,0 1 0,-6-33 0,2 22 0,1 0 0,3-1 0,1 0 0,24 61 0,-24-75 0,-1 1 0,-1 0 0,-1 0 0,-2 1 0,-1 0 0,0 41 0,-1-18 0,9 32 0,-6-56 0,2 45 0,-3-26-1365,1-31-5461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06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0 112 24575,'18'-2'0,"0"0"0,0-2 0,-1 1 0,1-2 0,21-9 0,24-6 0,75-12 0,-89 20 11,-30 7-470,1 1 1,29-3-1,-27 6-6367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07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24575,'48'-2'0,"57"-10"0,45-2 0,-106 11 61,49-8-1,-50 5-803,48-1 0,-67 7-6083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10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24575,'41'-1'0,"-29"0"0,0 0 0,0 1 0,0 0 0,0 1 0,0 0 0,0 1 0,0 0 0,-1 1 0,21 7 0,-16-2 0,1-1 0,0-1 0,1 0 0,-1-1 0,1-1 0,27 2 0,67 18 0,-109-24 0,0 1 0,-1-1 0,1 1 0,0 0 0,-1 0 0,0 0 0,1 0 0,-1 1 0,1-1 0,-1 1 0,0-1 0,0 1 0,0 0 0,0 0 0,0 0 0,0 0 0,-1 0 0,1 0 0,-1 0 0,1 0 0,-1 1 0,0-1 0,0 1 0,0-1 0,0 1 0,0-1 0,-1 1 0,1 0 0,-1-1 0,1 1 0,-1 0 0,0 4 0,-1 7 0,-1 0 0,0 0 0,-1 0 0,-8 26 0,8-32 0,-1 4 0,-1-1 0,0 0 0,-10 15 0,-11 24 0,13-21 0,-1-1 0,-1-1 0,-28 37 0,39-57 0,-10 15 0,2 1 0,-18 46 0,19-42 0,0-1 0,-21 32 0,-29 41-1365,52-85-5461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19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24575,'1'106'0,"-3"120"0,-2-191 0,-1 0 0,-15 51 0,-6 30 0,6-19 0,20-96 0,0-1 0,0 0 0,0 1 0,0-1 0,0 1 0,0-1 0,0 0 0,0 1 0,0-1 0,0 0 0,0 1 0,0-1 0,0 1 0,0-1 0,1 0 0,-1 1 0,0-1 0,0 0 0,0 1 0,0-1 0,1 0 0,-1 1 0,0-1 0,0 0 0,1 0 0,-1 1 0,0-1 0,1 0 0,-1 0 0,0 0 0,1 1 0,-1-1 0,0 0 0,1 0 0,-1 0 0,0 0 0,1 0 0,-1 0 0,1 0 0,-1 1 0,0-1 0,1 0 0,-1 0 0,0-1 0,1 1 0,-1 0 0,1 0 0,-1 0 0,0 0 0,1 0 0,-1 0 0,0 0 0,1-1 0,-1 1 0,0 0 0,1 0 0,-1 0 0,0-1 0,1 1 0,26-17 0,-22 14 0,129-93 0,-124 90 0,1 1 0,0 0 0,20-6 0,-19 7 0,0 0 0,0-1 0,15-9 0,-24 12 0,0 0 0,0-1 0,0 1 0,0-1 0,0 1 0,-1-1 0,1 0 0,-1 0 0,0 0 0,0 0 0,0 0 0,0-1 0,0 1 0,-1-1 0,2-6 0,2-18 0,-4 17 0,-1 27 0,0-11 0,-1 38 0,-2 1 0,-1 0 0,-3 0 0,-18 67 0,19-89-227,1 0-1,1 0 1,1 0-1,2 0 1,0 42-1,2-41-6598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21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1 173 24575,'13'-1'0,"0"0"0,0-1 0,22-7 0,24-3 0,13 8 0,-40 3 0,-1-2 0,41-8 0,-48 7 0,1 1 0,0 1 0,31 1 0,20-1 0,-74 2 0,-1 0 0,1 0 0,-1 0 0,1 0 0,-1 0 0,1 0 0,-1 0 0,0-1 0,1 1 0,-1-1 0,1 1 0,-1-1 0,0 0 0,1 1 0,-1-1 0,0 0 0,0 0 0,1 0 0,-1 0 0,0 0 0,0 0 0,0 0 0,0 0 0,-1-1 0,1 1 0,0 0 0,1-2 0,-2 1 0,-1 0 0,1 1 0,0-1 0,0 0 0,-1 0 0,1 0 0,-1 1 0,0-1 0,1 0 0,-1 1 0,0-1 0,0 1 0,0-1 0,0 1 0,0-1 0,0 1 0,0 0 0,-1-1 0,1 1 0,0 0 0,-1 0 0,1 0 0,-3-1 0,-4-3 0,0 1 0,-1 0 0,1 0 0,-1 1 0,0 0 0,0 0 0,-13-1 0,8 1 0,1 0 0,-21-9 0,32 11 0,-2-1 0,0 1 0,0-1 0,0 1 0,0-1 0,0 1 0,-6-1 0,9 2 0,0 0 0,0 1 0,0-1 0,0 0 0,0 0 0,0 0 0,0 1 0,0-1 0,0 0 0,0 1 0,0-1 0,0 1 0,0-1 0,1 1 0,-1-1 0,0 1 0,0 0 0,1-1 0,-1 1 0,0 0 0,1-1 0,-1 1 0,0 0 0,1 0 0,-1 0 0,1 0 0,0 0 0,-1 0 0,1 0 0,0 0 0,-1 0 0,1 1 0,-4 21 0,1 0 0,1 0 0,1 0 0,1 0 0,4 30 0,0 15 0,-3 95-1365,-1-140-5461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23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24575,'7'-5'0,"0"-1"0,1 1 0,-1 1 0,1 0 0,14-6 0,7-4 0,-14 8 0,0-1 0,0 2 0,0 0 0,1 1 0,-1 0 0,1 2 0,0 0 0,0 0 0,0 1 0,0 1 0,25 4 0,-39-4 0,0 0 0,1 0 0,-1 0 0,0 1 0,0-1 0,0 1 0,0 0 0,0-1 0,0 1 0,0 0 0,0 0 0,0 0 0,0 0 0,0 1 0,0-1 0,-1 1 0,1-1 0,0 1 0,-1-1 0,0 1 0,1 0 0,1 3 0,-2-2 0,0 0 0,0 1 0,-1-1 0,1 0 0,-1 1 0,1-1 0,-1 0 0,0 1 0,-1-1 0,1 0 0,-1 0 0,1 1 0,-3 4 0,-2 7 0,-1 1 0,-1-1 0,0-1 0,-1 1 0,-11 12 0,9-13 0,6-9 0,0 0 0,0 1 0,0-1 0,1 1 0,-5 9 0,8-14 0,0 0 0,-1 0 0,1 0 0,0 0 0,0 0 0,0 0 0,0 0 0,0 0 0,0 0 0,0 0 0,0 1 0,0-1 0,0 0 0,0 0 0,1 0 0,-1 0 0,0 0 0,1 0 0,-1 0 0,1 0 0,-1 0 0,1-1 0,0 1 0,-1 0 0,1 0 0,0 0 0,0 0 0,-1-1 0,1 1 0,0 0 0,0-1 0,0 1 0,0-1 0,0 1 0,0-1 0,0 1 0,0-1 0,0 0 0,2 1 0,10 2 0,-1 0 0,1-1 0,0-1 0,0 0 0,20-1 0,-19 0 0,0 0 0,0 0 0,-1 2 0,1 0 0,14 4 0,-24-5 0,0 1 0,0-1 0,0 1 0,0 0 0,0 1 0,0-1 0,-1 1 0,1 0 0,-1-1 0,0 2 0,0-1 0,0 0 0,0 1 0,0-1 0,-1 1 0,0 0 0,1-1 0,-2 1 0,1 0 0,2 5 0,0 5 0,-1 0 0,0-1 0,-1 1 0,0 0 0,-1 0 0,-1 0 0,0 0 0,-1 0 0,0 0 0,-1 0 0,-1 0 0,0 0 0,-1-1 0,-9 24 0,1-13 0,0-2 0,-1 1 0,-2-2 0,0 0 0,-1 0 0,-34 32 0,26-29-83,11-12-237,0 1-1,-1-1 1,-25 16-1,22-19-6505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29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17898 1147 24575,'-14'0'0,"-16"1"0,-1-2 0,1 0 0,0-2 0,-59-14 0,11-4 0,43 13 0,1-1 0,0-2 0,1-1 0,-51-27 0,16 3 0,-2 3 0,-84-28 0,127 51 0,1-2 0,0-1 0,-41-28 0,45 28 0,-40-19 0,40 22 0,1-1 0,-29-19 0,28 16 0,1 2 0,-2 0 0,0 2 0,0 0 0,-27-6 0,17 5 0,-52-25 0,60 26 0,-1 0 0,0 2 0,-1 1 0,0 1 0,-35-3 0,54 8 0,-35-4 0,-1 3 0,-46 3 0,53 1 0,-1-2 0,0-2 0,-50-8 0,50 4 0,-70-2 0,36 4 0,-97-20 0,-143-24 0,104 11 0,-452-55 0,475 67 0,-223-25 0,-217-4 0,32-5 0,89 7 0,-1 28 0,413 20 0,-101-18 0,-50-3 0,-462 23 0,218 49 0,180-12 0,240-27 0,-104 27 0,-61 31 0,111-29 0,68-22 0,-105 30 0,-164 72 0,-71 24 0,-697 207 0,819-255 0,-204 59 0,-109-32 0,324-71 0,79-12 0,-353 58 0,124-58 0,348-31 0,0 3 0,1 3 0,0 3 0,-89 33 0,24-11 0,23-9 0,-500 188-135,-420 250-446,591-262 487,32-10 94,383-187 133,1 0 1,-1-1 0,-21 4-1,20-5 8,9-2-124,0 0-1,1 1 1,-1 0-1,1 1 1,0 0-1,0 0 1,0 1-1,-10 9 0,-53 60-41,50-52 37,-369 461-12,275-333 0,-68 89 0,159-206 0,14-18 0,-1-1 0,0 0 0,-2-1 0,-22 21 0,35-34 0,0-1 0,0 0 0,0 0 0,0 0 0,0 0 0,-1 0 0,1 1 0,0-1 0,0 0 0,0 0 0,0 0 0,0 0 0,0 0 0,-1 0 0,1 1 0,0-1 0,0 0 0,0 0 0,0 0 0,-1 0 0,1 0 0,0 0 0,0 0 0,0 0 0,-1 0 0,1 0 0,0 0 0,0 0 0,0 0 0,0 0 0,-1 0 0,1 0 0,0 0 0,0 0 0,0 0 0,-1 0 0,1 0 0,0 0 0,0 0 0,0-1 0,0 1 0,0 0 0,-1 0 0,1 0 0,0 0 0,0 0 0,0 0 0,0-1 0,0 1 0,-1 0 0,3-13 0,8-16 0,18-26 0,-18 37 0,-1-1 0,0 1 0,-2-2 0,9-29 0,-15 43 0,0 0 0,0 0 0,-1 0 0,1 0 0,-1 0 0,-1 0 0,1 0 0,-1 0 0,0 0 0,-1 0 0,1 1 0,-1-1 0,0 0 0,-1 1 0,1-1 0,-1 1 0,0-1 0,-1 1 0,1 0 0,-5-4 0,-36-45 0,43 54 0,1-1 0,0 1 0,0 0 0,0 0 0,0 0 0,-1 0 0,1 0 0,0 0 0,0 0 0,0 0 0,-1 0 0,1 0 0,0 0 0,0 0 0,-1 0 0,1 0 0,0 0 0,0 0 0,0 0 0,-1 0 0,1 0 0,0 0 0,0 0 0,0 1 0,0-1 0,-1 0 0,1 0 0,0 0 0,0 0 0,0 0 0,0 0 0,-1 1 0,1-1 0,0 0 0,0 0 0,0 0 0,0 0 0,0 1 0,0-1 0,0 0 0,0 0 0,-1 0 0,1 1 0,0-1 0,0 0 0,0 0 0,0 0 0,0 1 0,0-1 0,0 0 0,0 0 0,0 0 0,0 1 0,0-1 0,1 0 0,-1 0 0,0 0 0,0 1 0,0-1 0,-1 16 0,1-15 0,0 5 0,3 234 0,-2-231 0,0 1 0,1-1 0,0 0 0,1 0 0,-1 0 0,2-1 0,-1 1 0,1-1 0,1 0 0,8 13 0,-10-17 0,1 1 0,0-1 0,0 1 0,1-1 0,-1 0 0,1-1 0,0 1 0,0-1 0,0 0 0,1 0 0,-1-1 0,1 1 0,-1-1 0,1-1 0,0 1 0,0-1 0,6 1 0,10 0 0,-1 0 0,1-2 0,30-3 0,-41 1 0,0 0 0,0 0 0,-1-1 0,1 0 0,-1-1 0,0 0 0,0-1 0,15-9 0,-15 8 14,0 0-1,1 0 0,0 1 0,0 1 1,0 0-1,0 1 0,1 0 1,16-3-1,4 3-756,59 2 1,-67 2-6084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4:32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2:54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3:01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3:23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3:25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3:48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0 306 24575,'34'-32'0,"2"2"0,1 1 0,43-25 0,113-72 0,-184 120 0,1 1 0,0 1 0,1 0 0,-1 1 0,1 0 0,0 0 0,-1 1 0,21-1 0,9 1 0,45 5 0,-19 0 0,39-5 0,91 4 0,-188-1 0,0 0 0,0 0 0,0 1 0,0 0 0,0 1 0,0-1 0,-1 1 0,1 1 0,-1-1 0,0 2 0,0-1 0,9 7 0,-6-1 0,0 0 0,-1 0 0,0 0 0,-1 1 0,0 1 0,9 18 0,-10-17 0,-1 0 0,-1 0 0,0 1 0,-1-1 0,0 1 0,-1 0 0,-1 1 0,0-1 0,-1 0 0,0 1 0,-2-1 0,-2 22 0,-3 1 0,-1-1 0,-3 1 0,-20 53 0,22-67 0,2 1 0,-5 38 0,8-42 0,0 0 0,-2 0 0,0-1 0,-15 35 0,-5 4 0,15-32 0,-24 41 0,29-59 0,0 0 0,0-1 0,-1 0 0,0 0 0,0-1 0,-1 0 0,0 0 0,0 0 0,-11 6 0,-41 30 0,46-32 0,0 0 0,-1-1 0,0-1 0,-28 13 0,40-20 0,-19 8 0,-1-1 0,0-1 0,0-1 0,0-1 0,-1-1 0,-33 2 0,9-6 0,-90-9 0,120 6 0,1 0 0,-1-1 0,1-1 0,0-1 0,1 0 0,-1-1 0,1-1 0,-26-17 0,17 8 0,15 12 0,0-1 0,1 0 0,0 0 0,0-1 0,-9-11 0,-7-15 0,2 0 0,1-1 0,2 0 0,-15-40 0,29 62 0,1 0 0,1 0 0,0 0 0,0-1 0,2 1 0,-2-19 0,5-81 0,1 45 0,-3-205-1365,0 248-5461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4:03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03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24575,'358'0'0,"-338"1"0,0 1 0,37 8 0,-35-5 0,0-1 0,26 1 0,60-5-1365,-84 0-5461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16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24575,'1'32'0,"2"0"0,10 41 0,-3-19 0,16 58 0,-26-109 0,1 0 0,-1 0 0,1 0 0,0-1 0,0 1 0,1-1 0,-1 1 0,0-1 0,1 1 0,0-1 0,-1 0 0,1 1 0,0-1 0,0 0 0,0 0 0,1 0 0,-1-1 0,0 1 0,4 1 0,-2-1 0,1 0 0,-1-1 0,1 1 0,-1-1 0,1 0 0,0-1 0,0 1 0,-1-1 0,1 0 0,8-1 0,0-1 0,0 0 0,0-1 0,-1 0 0,1-1 0,-1-1 0,0 0 0,20-11 0,-19 7 0,1 0 0,-1 0 0,-1-1 0,0-1 0,0 0 0,13-16 0,-19 19 0,-1 0 0,0 0 0,0 0 0,-1-1 0,-1 1 0,1-1 0,-1 0 0,0 0 0,-1 0 0,0 0 0,-1-1 0,1-10 0,-3-52 0,2 132 0,-3-40 0,2 1 0,0-1 0,2 0 0,0 0 0,1 0 0,11 35 0,-14-53 0,6 14 0,0 0 0,1 0 0,0-1 0,1 1 0,1-2 0,1 1 0,18 21 0,-16-23-1365,-1 0-5461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17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0 259 24575,'5'-4'0,"6"-3"0,1-4 0,4 0 0,3-3 0,3-3 0,-2-4 0,0 1 0,1 1 0,-2-3 0,0 4 0,1-1 0,2 4 0,-3-1 0,0 3 0,1 3 0,-2-1 0,-5 1-8191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19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24575,'2'1'0,"1"0"0,-1-1 0,0 1 0,1 0 0,-1 0 0,0 0 0,0 0 0,0 1 0,0-1 0,0 0 0,0 1 0,0 0 0,0-1 0,-1 1 0,1 0 0,0 0 0,1 4 0,23 37 0,-22-34 0,-1 1 0,0-1 0,0 1 0,-1-1 0,-1 1 0,1 0 0,-1 11 0,-1-12 0,1 0 0,0 0 0,0 0 0,1 0 0,0 0 0,0 0 0,1-1 0,7 15 0,16 26 0,10 15 0,-31-56-97,0 0-1,0 0 1,1-1-1,0 1 1,1-2-1,0 1 1,0-1-1,0 0 1,1 0-1,0-1 1,0 0-1,0 0 0,10 3 1,5-1-6729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20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24575,'6'4'0,"0"0"0,-1 0 0,1 1 0,-1 0 0,0 0 0,-1 0 0,8 11 0,10 11 0,17 13 0,9 9 0,-2 1 0,66 94 0,-94-118 0,35 37 0,-33-41 0,-1 1 0,21 34 0,-18-24 0,0-1 0,3-1 0,46 47 0,-13-9 0,-45-50 0,2-2 0,0 0 0,21 19 0,-17-20-1365,-3-2-5461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21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24575,'24'61'0,"3"-2"0,63 102 0,-55-101 0,-12-21 0,2 6 0,60 80 0,-72-107 0,-1 1 0,0 1 0,16 36 0,-19-35 0,1 0 0,1-2 0,24 34 0,-19-34-455,1 0 0,24 20 0,-28-28-6371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24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160 251 24575,'-8'0'0,"1"1"0,0 0 0,-1 1 0,1 0 0,0 0 0,0 0 0,0 1 0,1 0 0,-1 1 0,-9 5 0,6-2 0,0 0 0,0 1 0,1 0 0,0 0 0,-11 14 0,20-21 0,0-1 0,-1 0 0,1 0 0,0 0 0,0 0 0,-1 0 0,1 0 0,0 1 0,0-1 0,0 0 0,-1 0 0,1 0 0,0 0 0,0 1 0,0-1 0,0 0 0,0 0 0,0 0 0,-1 1 0,1-1 0,0 0 0,0 0 0,0 1 0,0-1 0,0 0 0,0 0 0,0 1 0,0-1 0,0 0 0,0 0 0,0 1 0,0-1 0,0 0 0,0 0 0,0 1 0,0-1 0,0 0 0,1 0 0,-1 1 0,0-1 0,0 0 0,0 0 0,0 0 0,0 1 0,0-1 0,1 0 0,-1 0 0,16-2 0,18-11 0,78-46 0,29-14 0,-134 70 0,-1-1 0,1 0 0,0-1 0,7-6 0,-10 7 0,0 0 0,0 1 0,1 0 0,-1 0 0,1 0 0,0 0 0,0 1 0,0 0 0,0 0 0,0 0 0,6 0 0,-4 1 0,-1-1 0,1 1 0,-1-1 0,1 0 0,-1 0 0,9-5 0,-14 6 0,-1 1 0,1-1 0,0 1 0,0-1 0,-1 1 0,1-1 0,0 0 0,-1 1 0,1-1 0,0 0 0,-1 0 0,1 1 0,-1-1 0,0 0 0,1 0 0,-1 0 0,0 0 0,1 0 0,-1 1 0,0-1 0,0-2 0,0 2 0,0-1 0,-1 0 0,1 1 0,-1-1 0,1 1 0,-1-1 0,0 1 0,0-1 0,0 1 0,0 0 0,0-1 0,0 1 0,0 0 0,0 0 0,0 0 0,0 0 0,-2-1 0,-8-8 0,0 2 0,-1 0 0,1 0 0,-2 1 0,1 0 0,-1 1 0,0 1 0,0 0 0,0 0 0,-1 1 0,0 1 0,0 1 0,0 0 0,0 0 0,0 2 0,-25 1 0,37-1 0,1 0 0,-1 0 0,0 0 0,1 0 0,-1 0 0,0 1 0,0-1 0,1 1 0,-1-1 0,0 1 0,1-1 0,-1 1 0,1 0 0,-1 0 0,1 0 0,-1 0 0,1 0 0,0 0 0,0 0 0,-1 1 0,1-1 0,0 0 0,0 1 0,0-1 0,0 1 0,-1 2 0,2-2 0,0 0 0,0 0 0,1 0 0,-1 0 0,0 0 0,1 0 0,-1 0 0,1 0 0,0 0 0,0-1 0,0 1 0,0 0 0,0 0 0,0-1 0,0 1 0,1-1 0,-1 1 0,0-1 0,1 0 0,-1 1 0,1-1 0,0 0 0,1 1 0,15 12 0,-2 1 0,0 1 0,0 0 0,-2 1 0,0 1 0,-1 0 0,16 29 0,-23-37 0,2 0 0,-1 0 0,1 0 0,1-1 0,13 11 0,-10-9 0,1 3-1365,-4 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25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24575,'0'3'0,"1"-1"0,0 1 0,-1-1 0,1 1 0,0-1 0,0 1 0,1-1 0,-1 0 0,0 0 0,1 0 0,-1 0 0,3 3 0,8 11 0,21 38 0,3-3 0,75 84 0,-10-13 0,125 182 0,-131-186 0,-82-96-1365,-4-3-5461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26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24575,'0'4'0,"5"7"0,1 6 0,4 0 0,6 1 0,-1 4 0,2 1 0,-1 2 0,-5 1 0,2 1 0,-2 1 0,2-5 0,-1-1 0,-3-5-8191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2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0 179 24575,'0'-5'0,"5"-1"0,1-4 0,5-1 0,5-3 0,4-4 0,3 2 0,-1-2 0,-1 3 0,-4-1 0,0 2 0,3 3 0,1 4 0,2 3 0,-2-3 0,-6 1-8191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30.1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24575,'3'5'0,"1"0"0,-1 1 0,0 0 0,0-1 0,-1 1 0,1 0 0,-1 0 0,-1 1 0,3 10 0,6 19 0,-1-14 0,22 34 0,3 6 0,-32-57 0,1 0 0,0 1 0,0-1 0,0 0 0,0 0 0,1-1 0,0 1 0,-1-1 0,2 0 0,-1 0 0,1 0 0,6 4 0,-8-6 0,0-1 0,0 0 0,1 0 0,-1 0 0,1 0 0,-1 0 0,0-1 0,1 1 0,-1-1 0,1 0 0,-1 0 0,1-1 0,-1 1 0,1-1 0,-1 1 0,1-1 0,-1 0 0,0-1 0,1 1 0,-1 0 0,5-4 0,3-2 0,-1-1 0,-1 0 0,0 0 0,0-1 0,0 0 0,11-16 0,-11 14 0,-3 2 0,1 0 0,-1 0 0,-1 0 0,0-1 0,0 0 0,-1 0 0,0 0 0,-1-1 0,0 1 0,-1-1 0,0 1 0,-1-1 0,0 0 0,0 0 0,-2-19 0,-2 23 0,-3 13 0,-3 14 0,5-9 0,2 1 0,0-1 0,0 1 0,1 0 0,0-1 0,2 19 0,-1-23 0,1 0 0,0 0 0,1-1 0,0 1 0,0 0 0,0 0 0,1-1 0,0 1 0,0-1 0,1 0 0,0 0 0,4 6 0,67 69 0,-54-56-59,-17-20-41,-1 0-1,1-1 1,0 0-1,0 1 1,0-1-1,1-1 1,0 1-1,-1-1 1,1 1-1,0-1 1,0-1-1,8 4 1,5-1-6726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31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24575,'5'1'0,"0"0"0,0 1 0,0 0 0,0 0 0,-1 0 0,1 1 0,-1 0 0,1 0 0,-1 0 0,0 0 0,5 6 0,10 6 0,160 124 0,-42-21 0,-109-93 0,34 21 0,22 19 0,-59-44 0,48 30 0,-48-35 0,-1 0 0,33 32 0,-43-35-1365,-1-3-5461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3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 24575,'8'-7'0,"-1"1"0,1 0 0,1 0 0,-1 1 0,1 0 0,0 1 0,0 0 0,0 0 0,1 1 0,-1 0 0,1 1 0,0 0 0,18-1 0,-10 1 0,0 2 0,0 0 0,0 1 0,0 0 0,-1 2 0,35 9 0,-47-10 0,0 0 0,0 0 0,0 1 0,0 0 0,0 0 0,-1 0 0,1 0 0,-1 1 0,0-1 0,0 1 0,0 0 0,-1 1 0,1-1 0,-1 0 0,0 1 0,-1 0 0,1 0 0,-1 0 0,0 0 0,0 0 0,0 0 0,-1 1 0,1-1 0,0 10 0,0 9 0,-1-1 0,-1 1 0,0-1 0,-7 36 0,2-33 0,2-11 0,7-29 0,-2 10 0,-1 0 0,1 0 0,0 0 0,0 0 0,0 1 0,0-1 0,1 1 0,-1-1 0,1 1 0,0 0 0,0 0 0,0 0 0,0 0 0,1 1 0,-1-1 0,1 1 0,0 0 0,-1 0 0,1 0 0,0 1 0,0-1 0,5 0 0,-7 1 0,1 1 0,0-1 0,0 0 0,0 1 0,0 0 0,0 0 0,0 0 0,0 0 0,0 0 0,0 0 0,0 1 0,0 0 0,0-1 0,0 1 0,0 0 0,-1 0 0,1 1 0,0-1 0,-1 1 0,1-1 0,-1 1 0,1 0 0,-1 0 0,0 0 0,0 0 0,0 0 0,0 0 0,0 1 0,0-1 0,-1 1 0,3 3 0,0 6 0,0 0 0,-1 0 0,0 1 0,-1-1 0,-1 0 0,0 1 0,0-1 0,-1 1 0,-1 0 0,0-1 0,-1 1 0,0-1 0,-1 0 0,0 0 0,-1 0 0,-1 0 0,-9 19 0,-1-4 30,-1 0 0,-1-2 0,-32 36 0,43-54-117,0 0-1,-1-1 1,0 1 0,0-2-1,0 1 1,-1-1 0,0 0-1,0 0 1,0-1-1,-1 0 1,1-1 0,-1 0-1,0 0 1,0-1 0,0 0-1,-10 1 1,2-4-6739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36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1 278 24575,'0'-1'0,"0"-1"0,0 1 0,0-1 0,1 0 0,-1 1 0,1-1 0,-1 1 0,1-1 0,0 1 0,0-1 0,-1 1 0,1 0 0,0-1 0,0 1 0,0 0 0,1 0 0,-1-1 0,0 1 0,0 0 0,3-1 0,33-17 0,-16 9 0,-2-2 0,-1-1 0,23-21 0,-30 23 0,0 1 0,1 1 0,0 0 0,1 1 0,0 0 0,26-11 0,-59 11 0,-32-17 0,-28-28 0,103 93 0,-1 1 0,16 44 0,-30-67 41,2-1 0,13 20 1,-12-20-787,17 35 1,-18-30-6082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5:38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1 247 24575,'0'-13'0,"1"0"0,0 0 0,1 0 0,1 0 0,0 1 0,6-16 0,-7 22 0,0 0 0,1 0 0,0 0 0,0 1 0,0-1 0,1 1 0,0 0 0,0 0 0,0 1 0,1-1 0,-1 1 0,1 0 0,0 0 0,10-6 0,5 0 0,-4 1 0,1 1 0,0 0 0,0 1 0,36-9 0,-49 15 0,1 1 0,-1-1 0,1 1 0,0 0 0,-1 0 0,1 0 0,0 0 0,-1 1 0,1 0 0,-1 0 0,1 0 0,-1 1 0,0-1 0,0 1 0,1 0 0,-1 1 0,0-1 0,0 1 0,-1-1 0,1 1 0,-1 0 0,1 0 0,-1 1 0,0-1 0,4 7 0,-3-3 0,0 0 0,-1 0 0,0 0 0,-1 1 0,1-1 0,-1 1 0,-1 0 0,1-1 0,-2 1 0,1 15 0,-1 8 0,-6 41 0,-2-39 0,6-29 0,0 1 0,1-1 0,0 1 0,0-1 0,0 1 0,1-1 0,-1 1 0,1 4 0,0-8 0,1-1 0,-1 0 0,0 0 0,0 0 0,0 1 0,0-1 0,0 0 0,0 0 0,1 0 0,-1 0 0,0 1 0,0-1 0,0 0 0,0 0 0,1 0 0,-1 0 0,0 0 0,0 0 0,0 0 0,1 0 0,-1 1 0,0-1 0,0 0 0,0 0 0,1 0 0,-1 0 0,0 0 0,0 0 0,1 0 0,-1 0 0,0 0 0,0 0 0,0 0 0,1-1 0,-1 1 0,0 0 0,0 0 0,0 0 0,1 0 0,-1 0 0,0 0 0,0 0 0,0 0 0,0-1 0,1 1 0,-1 0 0,0 0 0,0 0 0,0 0 0,0-1 0,0 1 0,1 0 0,10-10 0,-11 9 0,4-2 0,1-1 0,-1 0 0,0 1 0,1 0 0,0 0 0,0 1 0,0-1 0,0 1 0,0 0 0,1 0 0,-1 1 0,0-1 0,1 1 0,-1 0 0,1 1 0,-1 0 0,1 0 0,0 0 0,-1 0 0,1 1 0,-1 0 0,1 0 0,-1 0 0,1 1 0,-1 0 0,0 0 0,0 0 0,0 0 0,0 1 0,0 0 0,-1 0 0,1 0 0,-1 1 0,0 0 0,0 0 0,0 0 0,0 0 0,-1 0 0,1 1 0,-1-1 0,-1 1 0,1 0 0,0 0 0,-1 0 0,0 1 0,0-1 0,0 6 0,1 9 0,-1 0 0,-1 0 0,-1 0 0,-2 24 0,1-33 0,-1 1 0,0-1 0,-1 1 0,0-1 0,-1 0 0,0 0 0,-1-1 0,-9 17 0,10-22 11,-1 1 0,0-1 0,0 0 0,-1-1 0,1 1 0,-1-1-1,0 0 1,0 0 0,-1-1 0,-9 4 0,-10 3-754,-33 9 1,35-13-6084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6:21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24575,'4'0'0,"7"-5"0,6-1 0,5 0 0,-2-3 0,1 0 0,1 1 0,1 2 0,-2-3 0,-1 1 0,1 1 0,-3-2 0,0 0 0,-3 1-8191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6:22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24575,'5'0'0,"6"0"0,5 0 0,6 0 0,3 0 0,2 0 0,1 0 0,0 0 0,1 0 0,-6-5 0,-1-2 0,-4 1-8191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6:24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24575,'5'0'0,"6"0"0,6 0 0,0-5 0,2-1 0,2 0 0,2 2 0,2 0 0,2 2 0,0 1 0,-4 1-8191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6:26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24575,'5'0'0,"5"0"0,7 0 0,4 0 0,4 0 0,-3 0-8191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7:12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1 24575,'-167'0'0,"444"0"-1365,-254 0-5461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7:30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0 352 24575,'1'9'0,"0"-1"0,0 1 0,1 0 0,0-1 0,0 1 0,1-1 0,0 0 0,1 0 0,5 10 0,13 30 0,-20-40 0,1-1 0,1 0 0,-1 1 0,1-2 0,0 1 0,1 0 0,0-1 0,0 0 0,9 9 0,-13-14 0,1 0 0,0 1 0,-1-1 0,1 0 0,0 0 0,0 0 0,0 0 0,0 0 0,0-1 0,0 1 0,0 0 0,0-1 0,1 0 0,-1 1 0,0-1 0,0 0 0,0 0 0,0 0 0,1-1 0,-1 1 0,0 0 0,0-1 0,0 1 0,0-1 0,0 0 0,0 0 0,0 0 0,0 0 0,0 0 0,0 0 0,-1 0 0,1-1 0,0 1 0,-1-1 0,1 1 0,-1-1 0,0 1 0,1-1 0,1-3 0,58-76 0,-38 47 0,56-60 0,77-68 0,-56 46 0,-96 112-136,-1 0-1,0 0 1,0 0-1,0 0 1,-1-1-1,1 1 1,-1-1-1,0 1 0,2-10 1,1-5-6690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7:33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7:39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3 175 24575,'-1'31'0,"0"-19"0,1 1 0,0-1 0,0 1 0,4 19 0,-3-29 0,0 0 0,0-1 0,-1 1 0,1 0 0,1-1 0,-1 1 0,0-1 0,1 0 0,-1 1 0,1-1 0,0 0 0,0 0 0,0 0 0,0 0 0,0 0 0,0 0 0,0-1 0,1 1 0,-1-1 0,1 1 0,-1-1 0,1 0 0,-1 0 0,1 0 0,4 0 0,3 1 0,1 0 0,-1-1 0,1-1 0,-1 0 0,1 0 0,-1-1 0,1 0 0,-1-1 0,0 0 0,0-1 0,0 0 0,16-7 0,6-6 0,-1-2 0,42-30 0,-49 30 0,2 2 0,0 0 0,50-21 0,190-85-504,-226 102-357,-20 9-5965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8:00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24575,'10'0'0,"7"0"0,5 0 0,5 0 0,1 0 0,1 0 0,0 0 0,0 0 0,-1 0 0,1 0 0,-2 0 0,1 0 0,-1 0 0,0 0 0,1 0 0,-1 0 0,-4 0-8191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14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24575,'0'-1'0,"0"0"0,1 0 0,-1 0 0,0 0 0,1 0 0,-1 1 0,1-1 0,-1 0 0,1 0 0,-1 0 0,1 0 0,0 1 0,-1-1 0,1 0 0,0 1 0,0-1 0,0 1 0,-1-1 0,1 1 0,0-1 0,0 1 0,0-1 0,0 1 0,0 0 0,0-1 0,2 1 0,29-6 0,-29 6 0,5-1 0,49-4 0,-54 5 0,1 0 0,-1 0 0,0 0 0,1 1 0,-1-1 0,0 1 0,0 0 0,1-1 0,-1 2 0,0-1 0,0 0 0,0 1 0,4 2 0,-7-4 0,0 1 0,0-1 0,1 1 0,-1-1 0,0 0 0,0 1 0,0-1 0,0 1 0,0-1 0,0 1 0,0 0 0,0-1 0,0 1 0,0-1 0,0 1 0,0-1 0,0 1 0,0-1 0,0 0 0,0 1 0,-1-1 0,1 1 0,0-1 0,0 1 0,-1-1 0,1 1 0,0-1 0,-1 0 0,1 1 0,0-1 0,-1 0 0,0 1 0,-17 17 0,11-12 0,-7 10 0,-1-1 0,-30 24 0,45-39 0,-1 0 0,1 1 0,-1-1 0,1 0 0,-1 0 0,1 1 0,0-1 0,-1 0 0,1 0 0,0 1 0,-1-1 0,1 0 0,0 1 0,-1-1 0,1 1 0,0-1 0,0 0 0,-1 1 0,1-1 0,0 1 0,0-1 0,0 1 0,0-1 0,-1 1 0,1-1 0,0 0 0,0 1 0,0-1 0,0 1 0,0-1 0,0 1 0,0-1 0,1 1 0,14 5 0,35-5 0,-44-1 0,22 0-1365,-3-1-5461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1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24575,'5'5'0,"6"1"0,6 0 0,4-2 0,0 4 0,-1 5 0,2 0 0,2-2 0,-4 2 0,-4 3 0,-1 4 0,1-2 0,-1 1 0,-3 2 0,-4 2 0,-4 1 0,-2-2-8191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18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 24575,'-1'3'0,"0"1"0,1-1 0,-1 1 0,-1-1 0,1 1 0,0-1 0,-3 4 0,-6 20 0,5-1 0,0 0 0,-2-1 0,-1 0 0,-1 0 0,-16 32 0,18-40 33,0 0 1,1 0-1,-8 37 0,9-34-532,0 1-1,-12 26 1,10-32-6327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19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21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24575,'0'5'0,"0"6"0,0 6 0,0 4 0,0 4 0,0 2 0,0 1 0,0 1 0,0-5-8191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24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24575,'4'0'0,"0"0"0,1 0 0,-1 0 0,0 1 0,1-1 0,-1 1 0,0 0 0,0 1 0,0-1 0,5 3 0,-7-2 0,1-1 0,-1 1 0,0 0 0,0 0 0,-1 0 0,1 0 0,0 0 0,-1 0 0,1 1 0,-1-1 0,1 1 0,-1-1 0,0 1 0,0-1 0,-1 1 0,1-1 0,0 5 0,1 3 0,-1 0 0,-1 0 0,0 0 0,-1 0 0,1 0 0,-2 0 0,1-1 0,-2 1 0,1 0 0,-1-1 0,-6 14 0,-4 13 0,13-34 0,-1-1 0,0 1 0,1-1 0,-1 1 0,1-1 0,0 1 0,-1-1 0,1 1 0,0-1 0,0 1 0,0-1 0,0 1 0,0-1 0,0 1 0,0 0 0,1-1 0,-1 1 0,0-1 0,1 1 0,0-1 0,-1 0 0,1 1 0,0-1 0,-1 1 0,1-1 0,0 0 0,0 0 0,0 1 0,0-1 0,0 0 0,1 0 0,-1 0 0,0 0 0,0 0 0,1-1 0,-1 1 0,1 0 0,-1-1 0,0 1 0,1-1 0,-1 1 0,1-1 0,0 1 0,-1-1 0,1 0 0,-1 0 0,1 0 0,-1 0 0,1 0 0,1 0 0,10-1 0,1 0 0,-1-1 0,0 0 0,19-6 0,-31 7 0,22-4-1365,-2 0-5461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28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24575,'1'5'0,"1"-1"0,-1 1 0,1 0 0,0-1 0,0 0 0,1 1 0,4 6 0,-1-2 0,-4-6 0,47 90 0,-43-80 0,0 0 0,-2 0 0,1 1 0,-2 0 0,4 19 0,-6-15 0,2 0 0,0 0 0,1-1 0,0 1 0,2-1 0,12 28 0,-17-43 0,-1-1 0,1 1 0,0-1 0,0 1 0,-1-1 0,1 0 0,0 1 0,0-1 0,0 0 0,0 0 0,1 1 0,-1-1 0,0 0 0,0 0 0,1 0 0,-1-1 0,0 1 0,1 0 0,-1 0 0,1-1 0,-1 1 0,1-1 0,0 1 0,-1-1 0,1 0 0,-1 0 0,1 0 0,0 1 0,1-2 0,0 0 0,-1 0 0,1 0 0,-1-1 0,0 1 0,1-1 0,-1 0 0,0 1 0,0-1 0,0 0 0,0 0 0,0 0 0,-1-1 0,1 1 0,-1 0 0,1-1 0,0-2 0,6-12 0,-2-1 0,0 0 0,-1 0 0,-1 0 0,3-29 0,-1 10 0,1-14 0,-6 36 0,1 1 0,0-1 0,1 1 0,1 0 0,8-23 0,-6 81 0,-8-13 0,-2-1 0,-1 1 0,-2-1 0,-15 45 0,11-41 0,5-17 0,-1-1 0,0 0 0,-16 26 0,12-24 0,-16 36 0,1 0 0,20-42 0,0-1 0,0 1 0,1 1 0,-5 20 0,-17 100 0,21-110-1365,-1-5-5461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31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24575,'0'4'0,"0"7"0,0 5 0,0 6 0,0 3 0,0 2 0,0 1 0,0 0 0,0-4-8191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5:34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24575,'33'-4'0,"-27"2"0,0 1 0,0 0 0,0 1 0,0-1 0,0 1 0,8 1 0,-13 0 0,1-1 0,-1 0 0,0 1 0,1-1 0,-1 1 0,0 0 0,1 0 0,-1-1 0,0 1 0,0 0 0,0 0 0,0 0 0,0 0 0,0 0 0,0 0 0,0 0 0,0 1 0,-1-1 0,1 0 0,0 0 0,-1 1 0,1-1 0,-1 0 0,1 1 0,-1-1 0,0 0 0,1 1 0,-1-1 0,0 1 0,0-1 0,0 3 0,-1 8 0,0 0 0,-1 0 0,0 0 0,0 0 0,-2 0 0,1-1 0,-1 1 0,-1-1 0,0 0 0,-8 12 0,6-9 0,0 0 0,1 0 0,0 0 0,1 1 0,-4 21 0,9-35 0,0-1 0,-1 1 0,1-1 0,0 1 0,0-1 0,0 1 0,0 0 0,0-1 0,-1 1 0,1-1 0,0 1 0,0 0 0,0-1 0,1 1 0,-1-1 0,0 1 0,0 0 0,0-1 0,0 1 0,0-1 0,1 1 0,-1-1 0,0 1 0,1-1 0,-1 1 0,0-1 0,1 1 0,-1-1 0,1 1 0,13-9 0,1-2 0,0 1-120,-1 1-129,0 1 0,0 0 0,0 0 0,23-6 0,-16 9-6577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0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24575,'-1'74'0,"-1"-26"0,6 60 0,-3-99 0,1-1 0,0 1 0,1 0 0,6 14 0,-8-21 0,0 0 0,0 0 0,0 0 0,1 0 0,-1 0 0,0 0 0,1-1 0,0 1 0,-1 0 0,4 2 0,-4-4 0,0 1 0,0-1 0,0 0 0,-1 0 0,1 1 0,0-1 0,0 0 0,0 0 0,0 0 0,0 0 0,-1 0 0,1 0 0,0 0 0,0 0 0,0 0 0,0 0 0,0-1 0,-1 1 0,1 0 0,0-1 0,0 1 0,-1 0 0,1-1 0,0 1 0,0-1 0,-1 1 0,1-1 0,1 0 0,1-4 0,1 0 0,-1-1 0,0 1 0,0 0 0,-1-1 0,1 0 0,-1 0 0,-1 1 0,1-1 0,1-11 0,8-22 0,23-64 0,-31 125 0,-3 18 0,0 16 0,1-17 0,-3 0 0,0 0 0,-13 56 0,10-71 0,1-5 0,-1 1 0,-14 33 0,17-47 0,-1 0 0,0-1 0,0 0 0,-1 1 0,0-1 0,0-1 0,0 1 0,0-1 0,-1 1 0,1-1 0,-1 0 0,0-1 0,-9 6 0,4-4-105,-48 23 343,53-26-388,0-1 1,0 1-1,0-1 0,0 0 0,0 0 0,-1-1 0,1 1 1,0-1-1,-10-1 0,-1-3-6676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04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24575,'0'5'0,"0"6"0,0 5 0,0 6 0,0 2 0,0 3 0,0 1 0,0 1 0,0-1 0,0-4-8191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07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24575,'-4'1'0,"1"-1"0,-1 1 0,1 0 0,-1 1 0,1-1 0,0 0 0,-5 3 0,-19 7 0,24-10 0,0 0 0,0-1 0,0 1 0,0-1 0,0 1 0,0-1 0,0 0 0,0-1 0,0 1 0,0 0 0,0-1 0,0 0 0,0 0 0,0 1 0,-6-4 0,8-1 0,10 2 0,10 2 0,-3 5 0,1 0 0,-1 1 0,0 1 0,-1 0 0,1 2 0,-1 0 0,-1 0 0,26 20 0,-28-20 0,-8-6 0,-2 0 0,1 0 0,0 0 0,0 1 0,-1-1 0,1 1 0,-1 0 0,0 0 0,0 0 0,0 0 0,0 0 0,0 0 0,-1 0 0,1 1 0,-1-1 0,0 1 0,0-1 0,0 1 0,-1-1 0,1 1 0,-1 0 0,0-1 0,0 1 0,0-1 0,0 1 0,-1 0 0,1-1 0,-1 1 0,0-1 0,0 1 0,0-1 0,-1 0 0,1 1 0,-1-1 0,0 0 0,0 0 0,0 0 0,0 0 0,0 0 0,-1-1 0,1 1 0,-1-1 0,0 1 0,0-1 0,0 0 0,0 0 0,0 0 0,-3 1 0,-46 24 0,52-27 0,0 0 0,0 0 0,0 0 0,0 0 0,0 1 0,0-1 0,0 0 0,-1 0 0,1 0 0,0 0 0,0 1 0,0-1 0,0 0 0,0 0 0,0 0 0,0 0 0,0 1 0,0-1 0,0 0 0,0 0 0,0 0 0,0 1 0,0-1 0,0 0 0,1 0 0,-1 0 0,0 0 0,0 1 0,0-1 0,0 0 0,0 0 0,0 0 0,0 0 0,0 0 0,1 1 0,-1-1 0,0 0 0,0 0 0,0 0 0,0 0 0,0 0 0,1 0 0,-1 0 0,0 0 0,0 0 0,0 1 0,1-1 0,-1 0 0,0 0 0,0 0 0,0 0 0,0 0 0,1 0 0,-1 0 0,0 0 0,15 5 0,-12-5 0,26 7-273,0-1 0,0-2 0,0-1 0,47-1 0,-51-2-6553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09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 24575,'-1'4'0,"-1"0"0,0-1 0,0 1 0,0-1 0,-1 1 0,1-1 0,-1 0 0,0 0 0,0 0 0,0 0 0,-3 2 0,-4 5 0,-12 16 0,2 1 0,-28 49 0,4-5 0,37-61-151,2 0-1,-1 1 0,1 0 0,1 0 1,0 0-1,0 0 0,1 1 1,-3 20-1,5-20-6674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11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24575,'2'13'0,"-1"0"0,2-1 0,0 1 0,1-1 0,0 0 0,0 0 0,2 0 0,-1 0 0,2-1 0,9 14 0,-7-10 0,-1 0 0,0 0 0,0 1 0,8 29 0,-8-18 0,13 31 0,-1-2 0,-14-35-1365,-2-1-5461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1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24575,'1'-6'0,"0"1"0,0-1 0,0 1 0,1-1 0,0 1 0,0 0 0,0 0 0,0 0 0,1 0 0,5-7 0,-7 10 0,1-1 0,-1 1 0,1 0 0,0-1 0,0 1 0,0 0 0,0 0 0,0 0 0,0 1 0,0-1 0,1 0 0,-1 1 0,1 0 0,-1-1 0,1 1 0,0 0 0,-1 0 0,1 1 0,0-1 0,0 0 0,-1 1 0,4 0 0,-4 0 0,-1 1 0,1-1 0,-1 1 0,1 0 0,-1 0 0,1-1 0,-1 1 0,1 0 0,-1 0 0,0 1 0,0-1 0,1 0 0,-1 0 0,0 1 0,0-1 0,0 0 0,-1 1 0,1-1 0,0 1 0,0 0 0,-1-1 0,1 1 0,-1-1 0,1 1 0,-1 0 0,0 2 0,5 48 0,-5-46 0,0 6 0,0-3 0,0 1 0,1-1 0,0 0 0,0 1 0,1-1 0,3 10 0,-5-17 0,1 0 0,0 0 0,0-1 0,0 1 0,0 0 0,1 0 0,-1-1 0,0 1 0,1-1 0,-1 1 0,1-1 0,0 0 0,-1 1 0,1-1 0,0 0 0,0 0 0,0 0 0,-1 0 0,1-1 0,0 1 0,0 0 0,0-1 0,1 0 0,-1 1 0,0-1 0,0 0 0,0 0 0,0 0 0,0 0 0,0 0 0,0-1 0,0 1 0,3-1 0,-4 0 0,3 1 0,-1 0 0,0-1 0,0 0 0,0 1 0,1-1 0,-1-1 0,0 1 0,0 0 0,0-1 0,0 1 0,-1-1 0,4-3 0,-6 5 2,0-1-1,0 1 1,0-1-1,0 1 1,-1 0-1,1-1 1,0 1 0,0 0-1,-1-1 1,1 1-1,0-1 1,-1 1-1,1 0 1,-1 0-1,1-1 1,0 1-1,-1 0 1,1 0 0,-1-1-1,1 1 1,0 0-1,-1 0 1,1 0-1,-1 0 1,1 0-1,-1 0 1,1 0-1,-1 0 1,1 0-1,-1 0 1,1 0 0,-1 0-1,-18-3-1317,19 3 1216,-20-1-6726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56:18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24575,'0'12'0,"0"-1"0,0 1 0,1-1 0,1 1 0,0-1 0,0 1 0,1-1 0,1 0 0,0 0 0,0 0 0,1-1 0,1 1 0,9 14 0,-10-18 0,0 1 0,-1 0 0,7 17 0,-10-20 0,1 0 0,0 0 0,0 0 0,0 0 0,0-1 0,1 1 0,0-1 0,0 1 0,0-1 0,1 0 0,-1 0 0,1-1 0,0 1 0,7 4 0,-11-7 0,1-1 0,-1 0 0,1 1 0,-1-1 0,1 1 0,0-1 0,-1 0 0,1 1 0,0-1 0,-1 0 0,1 0 0,0 1 0,-1-1 0,1 0 0,0 0 0,0 0 0,-1 0 0,1 0 0,0 0 0,0 0 0,-1 0 0,1 0 0,0 0 0,-1-1 0,1 1 0,0 0 0,-1 0 0,1-1 0,0 1 0,-1 0 0,1-1 0,0 1 0,-1-1 0,1 1 0,-1-1 0,1 1 0,-1-1 0,1 1 0,-1-1 0,1 1 0,-1-1 0,0 0 0,1 1 0,-1-1 0,0 0 0,1 1 0,-1-1 0,0 0 0,0 0 0,0 1 0,0-1 0,0 0 0,0 1 0,0-1 0,0 0 0,0 0 0,0 1 0,0-1 0,0 0 0,-1 0 0,1-5 0,-1 0 0,0 0 0,-1 0 0,1 0 0,-5-10 0,2 8 0,-1 1 0,0 0 0,0 0 0,0 1 0,-8-8 0,8 9 0,0 1 0,1-1 0,0 0 0,0 0 0,0 0 0,1-1 0,0 1 0,0-1 0,0 0 0,1 0 0,-3-8 0,3 7 0,1 0 0,0-1 0,0 0 0,0 1 0,1-1 0,2-13 0,-2 21 0,0 0 0,0-1 0,0 1 0,0 0 0,0 0 0,0-1 0,0 1 0,0 0 0,0 0 0,0 0 0,1-1 0,-1 1 0,0 0 0,0 0 0,0-1 0,0 1 0,1 0 0,-1 0 0,0 0 0,0 0 0,0 0 0,1-1 0,-1 1 0,0 0 0,0 0 0,1 0 0,-1 0 0,0 0 0,0 0 0,0 0 0,1 0 0,-1 0 0,0 0 0,1 0 0,-1 0 0,0 0 0,0 0 0,1 0 0,-1 0 0,0 0 0,0 0 0,0 0 0,1 0 0,-1 0 0,0 0 0,0 0 0,1 1 0,-1-1 0,0 0 0,0 0 0,0 0 0,1 0 0,-1 1 0,0-1 0,0 0 0,0 0 0,0 0 0,1 1 0,-1-1 0,0 0 0,0 0 0,0 0 0,0 1 0,0-1 0,11 16 0,13 26 0,22 58 0,-31-47 76,-13-43-317,0-1 1,0 0 0,1 0 0,1 0 0,6 13 0,2-4-6586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5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24575,'4'0'0,"7"0"0,6 0 0,4 0 0,4 0 0,2 0 0,1 0 0,0 0 0,1 0 0,-1 0 0,0 0 0,0 0 0,0 0 0,-1 0 0,-4 0-8191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58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24575,'0'358'0,"-1"-354"0,1 0 0,0 0 0,1-1 0,-1 1 0,1 0 0,-1 0 0,1 0 0,0 0 0,1-1 0,-1 1 0,1-1 0,-1 1 0,1-1 0,4 7 0,-3-8 0,0 1 0,0-1 0,0 0 0,0 0 0,0 0 0,1-1 0,-1 1 0,0-1 0,1 0 0,-1 1 0,1-2 0,-1 1 0,1 0 0,0-1 0,-1 0 0,5 1 0,13-2 0,0 0 0,0-1 0,0-1 0,23-7 0,-15 4 0,37-4 0,-35 10 0,-22 1 0,0-1 0,0-1 0,0 1 0,0-1 0,13-4 0,-20 5 0,0-1 0,-1 0 0,1 1 0,0-1 0,-1 0 0,1 0 0,-1 0 0,1 0 0,-1 0 0,0-1 0,1 1 0,-1 0 0,0-1 0,0 1 0,0-1 0,0 1 0,0-1 0,0 1 0,0-1 0,-1 0 0,1 1 0,0-1 0,-1 0 0,0 1 0,1-1 0,-1 0 0,0 0 0,0 0 0,0 1 0,0-1 0,0 0 0,-1-3 0,1 4 0,0-3 0,0 1 0,0-1 0,-1 1 0,1 0 0,-1 0 0,0-1 0,0 1 0,0 0 0,0 0 0,0 0 0,-4-5 0,5 11 0,-1 0 0,1 0 0,0 1 0,0-1 0,1 0 0,-1 0 0,0 1 0,1-1 0,2 5 0,-3-6 0,8 50-263,-2 0 0,-2 1 0,-4 59 0,0-100-50,-1 11-6513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8:00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1 270 24575,'5'-1'0,"0"-1"0,1 1 0,-1-1 0,0 0 0,0 0 0,-1-1 0,1 0 0,8-5 0,12-7 0,151-56 0,-152 64 0,1 0 0,0 2 0,1 1 0,-1 0 0,35 2 0,-23 3 0,-29-1 0,-26 1 0,3-1 0,0-1 0,-1 0 0,1-1 0,0-1 0,0 0 0,0-1 0,0-1 0,-18-8 0,-9-3 0,33 13 0,-1-1 0,1 1 0,-1-1 0,1-1 0,0 0 0,1 0 0,-1-1 0,1 0 0,0 0 0,1-1 0,-1 0 0,-6-9 0,14 16 0,0-1 0,-1 1 0,1 0 0,0-1 0,0 1 0,0-1 0,0 1 0,0 0 0,-1-1 0,1 1 0,0 0 0,0 0 0,-1-1 0,1 1 0,0 0 0,-1-1 0,1 1 0,0 0 0,-1 0 0,1 0 0,0-1 0,-1 1 0,1 0 0,0 0 0,-1 0 0,1 0 0,0 0 0,-1 0 0,1 0 0,-1 0 0,1 0 0,0 0 0,-1 0 0,1 0 0,-1 0 0,1 0 0,0 0 0,-1 0 0,1 0 0,-1 0 0,1 0 0,-1 1 0,-4 19 0,7 30 0,3-21 0,0 0 0,2-1 0,2 0 0,11 27 0,0-1 0,31 118 0,-45-156-227,-2 1-1,0 0 1,-1 0-1,-1 0 1,1 30-1,-3-24-6598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8:07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0 169 24575,'0'-11'0,"0"0"0,1 1 0,1-1 0,-1 0 0,2 0 0,6-19 0,-7 26 0,-1 0 0,2 0 0,-1 0 0,0 0 0,1 0 0,0 0 0,0 0 0,0 1 0,0 0 0,1-1 0,-1 1 0,1 1 0,0-1 0,0 0 0,0 1 0,0 0 0,0 0 0,8-3 0,-5 3 0,0 0 0,0 0 0,0 1 0,0 0 0,0 0 0,0 1 0,0 0 0,0 0 0,1 1 0,-1 0 0,0 0 0,10 3 0,-13-3 0,0 1 0,-1 0 0,1-1 0,-1 1 0,1 1 0,-1-1 0,0 0 0,0 1 0,0 0 0,0-1 0,-1 1 0,1 0 0,-1 0 0,1 1 0,-1-1 0,0 1 0,-1-1 0,1 1 0,0-1 0,-1 1 0,0 0 0,0 0 0,1 6 0,1 8 0,-2-1 0,0 0 0,0 0 0,-2 1 0,0-1 0,-1 0 0,-1 0 0,0 0 0,-7 18 0,1-11 0,-1 0 0,0-1 0,-2 0 0,-1-1 0,-23 31 0,14-20 0,-23 45 0,-3 4 0,44-76 0,1 0 0,-1 0 0,1 1 0,0-1 0,-4 12 0,7-17 0,0-1 0,0 0 0,0 0 0,0 1 0,0-1 0,0 0 0,0 0 0,0 1 0,0-1 0,0 0 0,0 0 0,0 1 0,0-1 0,0 0 0,0 0 0,0 1 0,0-1 0,0 0 0,0 0 0,1 1 0,-1-1 0,0 0 0,0 0 0,0 0 0,0 1 0,0-1 0,1 0 0,-1 0 0,0 0 0,0 0 0,0 1 0,1-1 0,-1 0 0,0 0 0,0 0 0,1 0 0,-1 0 0,0 0 0,1 0 0,13 0 0,15-10 0,6-4 0,-9 5 0,0-2 0,0-1 0,-1-1 0,39-27 0,-57 35-97,0 1-1,1 0 1,-1 0-1,1 1 1,0 0-1,0 0 1,1 1-1,-1 0 1,1 0-1,-1 1 1,1 0-1,-1 0 0,15 2 1,0-1-6729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8:08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0 24575,'-3'5'0,"1"0"0,-1-1 0,0 1 0,0-1 0,0 0 0,-1 0 0,1 0 0,-1 0 0,0 0 0,-8 5 0,-57 31 0,16-11 0,27-13 0,-1 0 0,-29 24 0,34-20 0,1 1 0,2 1 0,-32 44 0,48-61 0,0 0 0,1 0 0,-1 0 0,1 0 0,0 0 0,0 0 0,1 1 0,-1-1 0,1 1 0,0 0 0,1-1 0,-1 1 0,1-1 0,0 1 0,1 0 0,0-1 0,-1 1 0,2-1 0,-1 1 0,1-1 0,-1 1 0,2-1 0,-1 0 0,0 0 0,1 0 0,0 0 0,0 0 0,4 4 0,1 1 0,1 0 0,0 0 0,0 0 0,1-1 0,1 0 0,-1-1 0,1 0 0,0-1 0,1 0 0,23 9 0,-3-3 0,-20-8 0,1 1 0,-1-2 0,1 0 0,0 0 0,1-1 0,-1-1 0,1 0 0,13 0 0,-26-2 0,0 0 0,1 0 0,-1 0 0,0 0 0,0 0 0,1 0 0,-1-1 0,0 1 0,0 0 0,0-1 0,0 1 0,1-1 0,-1 1 0,2-2 0,-3 1 0,0 1 0,0 0 0,0-1 0,0 1 0,0 0 0,0-1 0,0 1 0,0 0 0,0-1 0,0 1 0,-1-1 0,1 1 0,0 0 0,0-1 0,0 1 0,0 0 0,-1 0 0,1-1 0,0 1 0,0 0 0,-1-1 0,1 1 0,0 0 0,0 0 0,-1-1 0,1 1 0,0 0 0,-1 0 0,1 0 0,-1-1 0,-40-19 0,32 16 0,-91-52 0,79 43 0,-1-2 0,2-1 0,-38-35 0,47 40 0,-1-2-1365,1 0-5461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8:1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 24575,'43'-2'0,"57"-11"0,22 0 0,273 11 60,-207 3-1485,-165-1-5401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8:20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0 218 24575,'386'-19'0,"-278"11"0,-25-2 0,145-36 0,-158 30 0,-40 10 0,40-1 0,-50 6 0,1-1 0,-1-1 0,0 0 0,0-2 0,23-8 0,-26 7 0,1 1 0,30-6 0,-32 9 0,-1-1 0,1-1 0,-1-1 0,16-7 0,-17 6-455,1 0 0,28-8 0,-21 9-6371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9:04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24575,'1'-6'0,"0"1"0,0-1 0,1 0 0,0 1 0,0 0 0,1-1 0,0 1 0,0 0 0,5-8 0,8-13 0,-9 10 0,1 0 0,1 1 0,0 1 0,1-1 0,1 1 0,18-18 0,-26 29 0,0 0 0,0 0 0,0 0 0,1 1 0,-1-1 0,1 1 0,0 0 0,0 0 0,-1 1 0,1-1 0,0 1 0,0 0 0,1 0 0,-1 0 0,0 0 0,0 1 0,0-1 0,1 1 0,-1 0 0,0 1 0,0-1 0,0 1 0,1 0 0,-1 0 0,0 0 0,0 0 0,0 1 0,0-1 0,-1 1 0,1 0 0,0 0 0,3 3 0,10 10 0,0 0 0,-1 0 0,-1 2 0,17 22 0,-29-35 0,1 1 0,-1 0 0,0-1 0,0 1 0,-1 0 0,1 1 0,-1-1 0,0 0 0,-1 1 0,1-1 0,-1 1 0,0 0 0,0-1 0,-1 1 0,0 0 0,0-1 0,0 1 0,-1 0 0,1 0 0,-2-1 0,1 1 0,0-1 0,-1 1 0,0-1 0,0 0 0,-1 0 0,-3 6 0,-2 1 0,6-8 0,-1 1 0,1-1 0,-1 0 0,0 0 0,0 0 0,-1 0 0,1-1 0,-1 1 0,0-1 0,1 0 0,-2 0 0,1 0 0,0 0 0,0-1 0,-1 0 0,0 0 0,1 0 0,-1 0 0,-9 1 0,-27 1 0,-1-2 0,1-2 0,-53-7 0,91 7 0,1 0 0,0 0 0,-1-1 0,1 1 0,-1-1 0,1 1 0,0-1 0,-1 0 0,1 0 0,0 0 0,0 0 0,0 0 0,-1 0 0,1-1 0,1 1 0,-1-1 0,0 0 0,0 1 0,0-1 0,1 0 0,-3-4 0,3 4 0,0-1 0,0 0 0,0 0 0,1 0 0,-1 0 0,1 0 0,0 0 0,0 0 0,0 0 0,0 0 0,0-1 0,1 1 0,0 0 0,-1 0 0,2-3 0,2-4 0,0 1 0,0-1 0,1 1 0,0-1 0,1 1 0,0 1 0,0-1 0,1 1 0,8-8 0,-6 9 1,0 0 0,1 1 0,11-7-1,0 1-1368,-7 3-5458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9:10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9:44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186 515 24575,'-1'-64'0,"-15"-101"0,8 55 0,4 37 0,4 71 0,0 0 0,-1 0 0,1-1 0,0 1 0,-1 0 0,1 0 0,-1 0 0,0-1 0,0 1 0,0 0 0,0 0 0,0 0 0,0 0 0,-1 1 0,1-1 0,0 0 0,-1 0 0,0 1 0,1-1 0,-1 1 0,0-1 0,0 1 0,0 0 0,0 0 0,0 0 0,0 0 0,0 0 0,0 0 0,0 0 0,0 1 0,0-1 0,-1 1 0,-1 0 0,-3-1 0,0 1 0,0 1 0,0 0 0,1 0 0,-1 0 0,0 0 0,1 1 0,0 0 0,-12 6 0,17-8 0,0 1 0,0 0 0,-1-1 0,1 1 0,0-1 0,-1 1 0,1-1 0,-1 1 0,1-1 0,0 0 0,-1 0 0,1 0 0,-1 0 0,1 0 0,-1 0 0,-1-1 0,3 1 0,-1 0 0,1 0 0,0-1 0,-1 1 0,1 0 0,0-1 0,-1 1 0,1-1 0,0 1 0,0 0 0,-1-1 0,1 1 0,0-1 0,0 1 0,0-1 0,-1 1 0,1-1 0,0 1 0,0-1 0,0 1 0,0-1 0,0 1 0,0-1 0,0 1 0,0-1 0,0 1 0,0-1 0,0 1 0,1-1 0,0-2 0,0 0 0,0 0 0,0 0 0,1 0 0,-1 0 0,1 0 0,0 1 0,0-1 0,0 0 0,0 1 0,0 0 0,0 0 0,3-3 0,-1 3 0,-1 0 0,1 0 0,0 0 0,0 0 0,0 0 0,0 1 0,0 0 0,0 0 0,0 0 0,0 0 0,0 1 0,0-1 0,0 1 0,1 0 0,-1 0 0,0 1 0,0-1 0,0 1 0,0 0 0,0 0 0,0 1 0,0-1 0,0 1 0,0 0 0,0 0 0,3 2 0,0 1 0,-1-1 0,0 1 0,0 1 0,0-1 0,-1 1 0,1 0 0,-2 0 0,1 1 0,-1-1 0,1 1 0,-2 0 0,1 0 0,2 8 0,1 4-1365,1-3-5461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49:47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0 24575,'-1'3'0,"1"-1"0,-1 1 0,0-1 0,1 1 0,-1-1 0,0 1 0,-1-1 0,1 0 0,0 0 0,-1 1 0,1-1 0,-1 0 0,0 0 0,1-1 0,-4 3 0,-29 24 0,16-16 0,6-4 0,0 0 0,1 1 0,-13 12 0,20-17 0,1 0 0,0 0 0,0 0 0,0 1 0,1-1 0,-1 1 0,1-1 0,0 1 0,0 0 0,1-1 0,0 1 0,0 0 0,-1 6 0,2-9 0,-2 10 0,1 1 0,0 0 0,3 20 0,-2-29 0,0-1 0,1 0 0,0 0 0,-1 0 0,1 0 0,1 0 0,-1 0 0,0 0 0,1 0 0,-1-1 0,1 1 0,0 0 0,0-1 0,0 0 0,0 1 0,0-1 0,1 0 0,-1 0 0,1 0 0,2 2 0,16 7 0,-4-2 0,-1 0 0,0 1 0,27 22 0,-38-27 0,-1-1 0,0 1 0,0 0 0,0 0 0,-1 0 0,1 1 0,-1-1 0,0 1 0,-1 0 0,1-1 0,-1 1 0,-1 1 0,1-1 0,-1 0 0,1 10 0,-1-8 0,-1 0 0,1 0 0,-2 0 0,1 0 0,-1 0 0,0 0 0,-3 8 0,3-14 0,1 0 0,-1-1 0,0 1 0,1-1 0,-1 1 0,0-1 0,0 1 0,0-1 0,0 0 0,-1 1 0,1-1 0,0 0 0,0 0 0,-1 0 0,1 0 0,-1 0 0,1 0 0,-1 0 0,1-1 0,-1 1 0,1-1 0,-1 1 0,0-1 0,1 1 0,-1-1 0,0 0 0,0 0 0,1 0 0,-1 0 0,0 0 0,1 0 0,-1 0 0,0 0 0,0-1 0,1 1 0,-1-1 0,1 1 0,-4-2 0,-12-6-1365,2-2-5461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8:39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691 105 24575,'-630'0'0,"623"0"0,3 0 0,1 1 0,0-1 0,-1 0 0,1 0 0,-1-1 0,1 1 0,-1-1 0,1 1 0,0-1 0,-1 0 0,1-1 0,0 1 0,0 0 0,-3-3 0,6 4 0,0-1 0,0 0 0,0 1 0,1-1 0,-1 1 0,0-1 0,0 0 0,1 1 0,-1-1 0,0 1 0,1-1 0,-1 1 0,1-1 0,-1 1 0,0-1 0,1 1 0,-1 0 0,1-1 0,0 1 0,-1 0 0,1-1 0,-1 1 0,1 0 0,-1 0 0,1-1 0,1 1 0,23-13 0,-20 11 0,40-27 0,-35 22 0,0 1 0,0 0 0,20-9 0,-13 11 0,-19 12 0,-25 17 0,25-24 0,1 0 0,-1 0 0,1 0 0,-1 1 0,1-1 0,0 0 0,-1 1 0,1-1 0,0 1 0,0-1 0,0 1 0,0 0 0,0-1 0,1 1 0,-1 0 0,0 2 0,1-3 0,0 0 0,1 0 0,-1 0 0,1 0 0,-1 0 0,1 0 0,-1 0 0,1-1 0,0 1 0,-1 0 0,1 0 0,0-1 0,0 1 0,-1 0 0,1-1 0,0 1 0,0 0 0,0-1 0,0 1 0,0-1 0,0 0 0,0 1 0,0-1 0,0 0 0,0 0 0,0 1 0,0-1 0,0 0 0,0 0 0,0 0 0,2-1 0,63 15-1365,-47-9-5461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03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187 0 24575,'-4'2'0,"0"-1"0,0 1 0,0 0 0,0 1 0,0-1 0,1 1 0,-1-1 0,1 1 0,0 0 0,-1 0 0,1 1 0,-2 3 0,-5 3 0,-35 25 0,38-31 0,0 1 0,1 0 0,-1 0 0,1 1 0,0 0 0,0 0 0,0 0 0,1 1 0,0 0 0,-5 9 0,8-13 0,1 0 0,-1 0 0,1 0 0,0 1 0,0-1 0,0 0 0,0 1 0,1-1 0,-1 1 0,1-1 0,0 1 0,0-1 0,0 0 0,1 1 0,0 4 0,0-6 0,0 0 0,0 0 0,0 0 0,0 0 0,0 0 0,1 0 0,-1-1 0,1 1 0,-1 0 0,1-1 0,0 1 0,0-1 0,-1 1 0,1-1 0,0 0 0,0 0 0,0 0 0,1 0 0,-1 0 0,0-1 0,0 1 0,0 0 0,5 0 0,58 4 0,-52-5 0,1 0 0,-1 1 0,1 1 0,-1 0 0,0 1 0,14 5 0,-24-6 0,1-1 0,-1 1 0,0 0 0,0 0 0,0 0 0,0 1 0,0-1 0,-1 1 0,1-1 0,-1 1 0,1 0 0,-1 0 0,0 0 0,0 0 0,0 0 0,-1 1 0,1-1 0,-1 1 0,0-1 0,0 1 0,0-1 0,0 1 0,-1 0 0,1-1 0,-1 1 0,0 0 0,0 3 0,-1-2 6,1 0 0,-1-1-1,0 1 1,0 0 0,0-1-1,0 1 1,-1-1 0,0 0 0,0 0-1,0 1 1,0-1 0,-1 0-1,0-1 1,1 1 0,-2 0-1,1-1 1,0 0 0,-1 0 0,1 0-1,-7 4 1,-1 1-218,-1-2 0,1 0 0,-1 0-1,0-1 1,0-1 0,-15 4 0,8-3-6614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0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559 174 24575,'-493'0'0,"487"0"0,1 0 0,-1-1 0,1 1 0,0-1 0,-1-1 0,1 1 0,0-1 0,-6-2 0,10 4 0,1 0 0,-1-1 0,0 1 0,1-1 0,-1 1 0,0 0 0,1-1 0,-1 1 0,1-1 0,-1 0 0,1 1 0,-1-1 0,1 0 0,-1 1 0,1-1 0,0 0 0,-1 1 0,1-1 0,0 0 0,0 1 0,-1-1 0,1 0 0,0 0 0,0 0 0,0-1 0,1 0 0,-1 1 0,1-1 0,0 0 0,-1 1 0,1-1 0,0 1 0,0-1 0,0 1 0,0 0 0,0-1 0,0 1 0,1 0 0,-1 0 0,0 0 0,2-2 0,16-11 0,-13 9 0,1 0 0,-1 0 0,0-1 0,-1 0 0,0 0 0,8-10 0,9-11 0,2-4 0,-54 72 0,22-33 0,1 1 0,0-1 0,1 1 0,0 1 0,0-1 0,-5 15 0,2 1 0,4-12 0,0 1 0,1 0 0,-4 28 0,7-38 0,1 1 0,0-1 0,0 1 0,1-1 0,-1 0 0,1 1 0,0-1 0,0 0 0,1 1 0,-1-1 0,1 0 0,0 0 0,0 0 0,0 0 0,0 0 0,1-1 0,3 5 0,9 8-682,30 28-1,-28-31-6143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26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24575,'4'0'0,"3"5"0,-2 5 0,0 7 0,3 5 0,1 7 0,3 4 0,-1 1 0,3-1 0,-1-1 0,-3-1 0,-3-2 0,2-5 0,4-3 0,0 0 0,2 2 0,-2-4-8191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27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 24575,'-1'6'0,"0"-1"0,-1 1 0,0 0 0,0 0 0,0-1 0,-1 1 0,1-1 0,-1 0 0,-5 7 0,-7 15 0,0-1 0,-18 29 0,21-38 0,2 0 0,0 0 0,1 0 0,1 1 0,-9 28 0,8-13-117,1-7-195,2 1 0,0 0 0,-2 49 0,8-53-6514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30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24575,'-1'70'0,"3"78"0,1-127 0,1-1 0,1 0 0,1 0 0,1 0 0,1-1 0,0 0 0,2-1 0,0 1 0,16 20 0,-23-32 0,1 0 0,-1 0 0,-1 1 0,1-1 0,1 11 0,-4-14 0,1 1 0,0-1 0,0 1 0,0-1 0,0 0 0,1 1 0,0-1 0,0 0 0,0 0 0,0 0 0,1 0 0,0 0 0,-1-1 0,1 1 0,0-1 0,1 0 0,4 4 0,-6-6 0,-1-1 0,0 1 0,1-1 0,-1 0 0,0 0 0,1 0 0,-1 1 0,0-1 0,1-1 0,-1 1 0,0 0 0,1 0 0,-1 0 0,0-1 0,1 1 0,-1-1 0,0 1 0,2-2 0,27-15 0,-10 4 0,2 2 0,-1-2 0,35-27 0,-33 23 0,41-24 0,-44 31 0,-10 5 0,0 0 0,0-1 0,-1 0 0,11-8 0,-17 11 0,0 0 0,0 0 0,-1 0 0,1-1 0,-1 1 0,0 0 0,0-1 0,0 0 0,0 1 0,-1-1 0,1 0 0,-1 0 0,0 0 0,0 0 0,0-6 0,2-30 0,-2-1 0,-8-68 0,0 81 0,-1 23 0,-2 15 0,1 5 0,0 1 0,2 0 0,0 1 0,1 0 0,0 0 0,2 0 0,0 1 0,1 0 0,0-1 0,2 1 0,0 0 0,1 0 0,1 0 0,0 0 0,2 0 0,0-1 0,8 27 0,4-1 0,60 157 0,-68-178 0,0 1 0,5 28 0,2 7 0,-13-54-195,0 1 0,1-1 0,0 0 0,0 0 0,0 1 0,4 5 0,4 1-6631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3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24575,'2'20'0,"-1"0"0,9 33 0,2 22 0,18 202 0,-18-196 0,3 47 0,-13-90 0,2 0 0,12 55 0,-15-90 0,-1-1 0,1 0 0,-1 1 0,1-1 0,0 0 0,0 1 0,0-1 0,0 0 0,0 0 0,0 0 0,1 0 0,-1 0 0,1 0 0,-1 0 0,1-1 0,0 1 0,0 0 0,0-1 0,3 3 0,-3-4 0,1 1 0,-1-1 0,0 1 0,0-1 0,1 0 0,-1 0 0,0 0 0,1 0 0,-1 0 0,0 0 0,1-1 0,-1 1 0,0-1 0,0 1 0,1-1 0,2-2 0,6-3 0,0 0 0,0-1 0,-1-1 0,0 0 0,17-17 0,1-3 0,-3 5 0,-1-1 0,-2-1 0,35-49 0,-53 66 0,0 0 0,-1 0 0,0-1 0,0 1 0,-1-1 0,0 1 0,0-1 0,-1 0 0,0 0 0,-1 0 0,0 0 0,0 1 0,-1-1 0,0 0 0,0 0 0,-1 1 0,0-1 0,-1 0 0,-4-8 0,7 17 0,0 0 0,0 0 0,0 0 0,0 0 0,0 0 0,1 0 0,-1 0 0,0 0 0,0-1 0,0 1 0,0 0 0,0 0 0,-1 0 0,1 0 0,0 0 0,0 0 0,0 0 0,0 0 0,0-1 0,0 1 0,0 0 0,0 0 0,0 0 0,0 0 0,0 0 0,0 0 0,0 0 0,0 0 0,0 0 0,0 0 0,-1-1 0,1 1 0,0 0 0,0 0 0,0 0 0,0 0 0,0 0 0,0 0 0,0 0 0,0 0 0,0 0 0,-1 0 0,1 0 0,0 0 0,0 0 0,0 0 0,0 0 0,0 0 0,0 0 0,0 0 0,-1 0 0,1 0 0,0 0 0,0 0 0,0 0 0,0 0 0,0 0 0,0 0 0,0 1 0,0-1 0,0 0 0,-1 0 0,1 0 0,0 0 0,0 0 0,0 0 0,-3 11 0,1 18 0,3 395 0,0-397 43,1-1 0,8 32 0,-4-29-790,2 44 0,-7-51-6079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37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24575,'4'0'0,"7"0"0,6 0 0,-1 5 0,-2 5 0,-4 7 0,-3 5 0,-3 3 0,-3 2 0,-1 1 0,0 0 0,-1 0 0,1 1 0,-1-1 0,1 0 0,-1-1 0,1-4-8191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39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24575,'7'0'0,"-1"0"0,1 0 0,0 1 0,0 0 0,0 0 0,-1 1 0,1 0 0,0 0 0,-1 0 0,0 1 0,1 0 0,-1 0 0,-1 1 0,1 0 0,0 0 0,-1 0 0,0 1 0,0-1 0,0 1 0,0 0 0,-1 1 0,0-1 0,0 1 0,0 0 0,-1 0 0,0 0 0,0 0 0,-1 1 0,0-1 0,0 1 0,0 0 0,1 9 0,1 26 0,-2 0 0,-2-1 0,-6 53 0,-8-26 0,10-55 0,1 1 0,1-1 0,0 1 0,0-1 0,1 1 0,2 16 0,-1-30 0,-1 0 0,1 0 0,0 0 0,0 0 0,0 0 0,0 0 0,0 1 0,0-1 0,0 0 0,0 0 0,0 0 0,0 0 0,0 0 0,0 0 0,0 0 0,0 1 0,0-1 0,1 0 0,-1 0 0,0 0 0,0 0 0,0 0 0,0 0 0,0 0 0,0 0 0,0 0 0,0 1 0,0-1 0,0 0 0,0 0 0,0 0 0,1 0 0,-1 0 0,0 0 0,0 0 0,0 0 0,0 0 0,0 0 0,0 0 0,0 0 0,0 0 0,1 0 0,-1 0 0,0 0 0,0 0 0,0 0 0,0 0 0,0 0 0,0 0 0,0 0 0,1 0 0,-1 0 0,0 0 0,0 0 0,0 0 0,0 0 0,0 0 0,7-8 0,6-17 0,-11 22 0,7-15 0,2 1 0,0 0 0,0 0 0,17-17 0,-20 26 0,0-1 0,1 1 0,0 1 0,0 0 0,1 0 0,0 0 0,0 2 0,17-9 0,-20 11 26,-1 0 1,0 0-1,0-1 0,8-7 0,13-7-1522,-12 10-5330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44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24575,'6'2'0,"0"-1"0,0 1 0,0 0 0,0 1 0,0 0 0,0 0 0,-1 0 0,1 0 0,-1 1 0,0 0 0,0 0 0,0 0 0,0 1 0,-1 0 0,0-1 0,6 10 0,6 17 0,-13-23 0,0 0 0,1 0 0,0-1 0,0 0 0,1 0 0,0 0 0,1 0 0,-1-1 0,1 0 0,11 9 0,-13-12 0,0 0 0,-1 0 0,1 0 0,-1 0 0,0 1 0,0-1 0,0 1 0,0 0 0,-1 0 0,1 0 0,-1 0 0,0 0 0,-1 1 0,1-1 0,-1 1 0,1-1 0,-1 1 0,-1-1 0,1 1 0,-1 0 0,1-1 0,-1 1 0,-1 0 0,1-1 0,-1 1 0,0-1 0,0 1 0,0-1 0,-2 6 0,-6 14 0,0-1 0,-2-1 0,0 0 0,-19 27 0,11-18 0,25-38 0,0 1 0,0 0 0,1 1 0,0-1 0,0 1 0,0 1 0,0-1 0,1 1 0,10-4 0,-12 5 0,1 0 0,-1 0 0,1 1 0,0 0 0,0 0 0,0 1 0,0 0 0,1 0 0,-1 0 0,0 1 0,0 0 0,1 0 0,-1 1 0,13 3 0,-18-3 0,0 0 0,1 0 0,-1 0 0,0 1 0,0-1 0,1 1 0,-1-1 0,0 1 0,-1 0 0,1 0 0,0 0 0,0 0 0,-1 0 0,1 0 0,-1 0 0,0 1 0,0-1 0,0 1 0,0-1 0,0 1 0,0-1 0,-1 1 0,1-1 0,-1 1 0,1-1 0,-1 1 0,0 0 0,0-1 0,0 1 0,-1 0 0,1-1 0,-2 4 0,-1 9 0,-1-1 0,0 1 0,-1-1 0,-9 17 0,11-26 0,-11 27-106,-1 2 186,-1-1 0,-30 45-1,39-68-203,-1 0-1,0 0 0,-1-1 0,0 0 0,0-1 0,-1 0 0,0-1 0,0 0 1,0 0-1,-1-1 0,-15 6 0,5-3-6701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46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1 340 24575,'2'-5'0,"0"-1"0,1 1 0,0 0 0,0 0 0,0 1 0,0-1 0,1 0 0,0 1 0,0 0 0,4-4 0,-1 1 0,10-10 0,0 1 0,1 1 0,1 1 0,0 0 0,1 2 0,0 0 0,1 1 0,0 1 0,1 1 0,0 1 0,43-10 0,48-8 0,-76 16 0,-35 9 0,-1 1 0,1-1 0,0 1 0,-1-1 0,1 0 0,-1 0 0,0 0 0,1 0 0,-1 0 0,0 0 0,1 0 0,-1 0 0,0 0 0,0-1 0,0 1 0,0 0 0,0-1 0,-1 1 0,2-3 0,-2 3 0,0 0 0,0 0 0,0 1 0,-1-1 0,1 0 0,0 0 0,-1 1 0,1-1 0,-1 0 0,1 1 0,-1-1 0,1 0 0,-1 1 0,1-1 0,-1 0 0,1 1 0,-1-1 0,0 1 0,1-1 0,-1 1 0,0 0 0,0-1 0,1 1 0,-1 0 0,0-1 0,0 1 0,1 0 0,-2 0 0,-31-9 0,23 7 0,-122-31 0,131 33 0,-1-1 0,1 1 0,-1 0 0,1 0 0,0-1 0,-1 1 0,1 0 0,-1 1 0,1-1 0,-1 0 0,1 0 0,0 1 0,-1-1 0,1 0 0,0 1 0,-1 0 0,1-1 0,0 1 0,0 0 0,-1-1 0,1 1 0,0 0 0,0 0 0,0 0 0,0 0 0,0 0 0,0 0 0,0 1 0,1-1 0,-1 0 0,0 0 0,0 0 0,1 1 0,-1-1 0,1 0 0,0 1 0,-1-1 0,1 1 0,0-1 0,-1 3 0,0 7 0,0 1 0,0 0 0,1-1 0,2 13 0,-2-9 0,1 71 0,3 52 0,7-84-1365,-5-30-5461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49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24575,'1'-2'0,"-1"1"0,1 0 0,-1 0 0,1-1 0,-1 1 0,1 0 0,0 0 0,0 0 0,-1 0 0,1 0 0,0 0 0,0 0 0,0 0 0,0 1 0,0-1 0,0 0 0,1 0 0,-1 1 0,0-1 0,2 0 0,28-12 0,-28 11 0,13-3 0,0 0 0,0 1 0,0 1 0,0 1 0,1 0 0,21 0 0,-31 2 0,-1 0 0,1 0 0,-1 1 0,0 0 0,1 0 0,-1 0 0,0 1 0,0 0 0,0 0 0,0 0 0,0 1 0,0 0 0,-1 0 0,1 1 0,-1 0 0,0-1 0,0 2 0,0-1 0,4 6 0,-5-4 0,-1 1 0,0 0 0,0 0 0,0 0 0,-1 0 0,0 0 0,-1 0 0,1 1 0,-1-1 0,-1 1 0,0 12 0,0-6 0,-1 0 0,-1 0 0,0 0 0,-1 0 0,-5 17 0,-1-9 0,-1-1 0,-16 26 0,14-26 0,-19 44 0,29-62 0,1 0 0,0 1 0,0-1 0,1 1 0,-1-1 0,1 1 0,0-1 0,0 1 0,0 3 0,0-6 0,0 0 0,1 0 0,-1-1 0,0 1 0,1 0 0,-1 0 0,0-1 0,1 1 0,-1 0 0,1-1 0,-1 1 0,1-1 0,-1 1 0,1 0 0,-1-1 0,1 1 0,0-1 0,-1 1 0,1-1 0,0 0 0,-1 1 0,1-1 0,0 0 0,0 1 0,-1-1 0,1 0 0,0 0 0,0 0 0,0 0 0,-1 0 0,1 0 0,0 0 0,0 0 0,0 0 0,-1 0 0,1 0 0,0 0 0,0 0 0,-1-1 0,1 1 0,0 0 0,0-1 0,-1 1 0,1 0 0,1-2 0,156-62 0,-59 22 0,-76 30 0,1 1 0,0 2 0,1 0 0,0 1 0,26-3 0,3 6-1365,-30 4-5461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49:52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24575,'520'0'-1365,"-497"0"-5461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23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1 190 24575,'53'-62'0,"-11"12"0,-15 25 0,-20 19 0,0-1 0,0 1 0,-1-1 0,9-11 0,-15 17 0,0 1 0,0 0 0,1 0 0,-1 0 0,0 0 0,0-1 0,0 1 0,0 0 0,1 0 0,-1 0 0,0-1 0,0 1 0,0 0 0,0 0 0,0-1 0,0 1 0,0 0 0,0 0 0,0-1 0,0 1 0,0 0 0,0 0 0,0-1 0,0 1 0,0 0 0,0 0 0,0-1 0,0 1 0,0 0 0,0 0 0,0-1 0,0 1 0,-1 0 0,1 0 0,0 0 0,0-1 0,0 1 0,-11 0 0,-12 11 0,-19 19 0,32-24 0,0 1 0,1 0 0,-1 0 0,1 1 0,0 1 0,-8 10 0,15-16 0,0 0 0,1-1 0,-1 1 0,1 0 0,0 0 0,0 0 0,0 1 0,0-1 0,0 0 0,1 0 0,-1 0 0,1 1 0,0-1 0,0 0 0,0 0 0,1 1 0,-1-1 0,1 0 0,0 0 0,-1 0 0,2 0 0,-1 0 0,0 0 0,0 0 0,1 0 0,0 0 0,-1 0 0,4 2 0,-3-1 0,1-1 0,-1 1 0,1-1 0,0 0 0,1 1 0,-1-2 0,0 1 0,1 0 0,0-1 0,-1 1 0,1-1 0,0 0 0,0 0 0,7 2 0,1-2 0,-1 0 0,0 0 0,0-1 0,14-1 0,-12 0 0,0 1 0,-1 0 0,21 4 0,-29-4 0,-1 0 0,0 0 0,-1 1 0,1-1 0,0 1 0,0-1 0,0 1 0,-1 0 0,1 0 0,-1 0 0,0 0 0,1 0 0,-1 1 0,0-1 0,3 6 0,-2-3 0,-1 0 0,1 1 0,-1 0 0,0-1 0,-1 1 0,1 0 0,1 11 0,-2 0 0,-1-1 0,0 0 0,-1 0 0,-1 1 0,-5 22 0,5-34 7,1 0 0,-1 1 0,0-1 0,0 0 0,0 0 1,-1 0-1,0 0 0,0-1 0,0 1 0,0-1 0,-1 1 0,0-1 0,0 0 0,0-1 0,0 1 0,-9 5 0,5-5-172,-1 0 0,0 0 0,0 0 0,0-1 0,0-1 0,-1 1 0,1-2 0,-19 2 0,4-2-6661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27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24575,'2'27'0,"0"0"0,8 33 0,-4-31 0,2 47 0,-6-42 0,9 41 0,-6-50 0,-1 1 0,-2 1 0,0 32 0,-2-57 0,1 0 0,-1 0 0,0-1 0,0 1 0,-1 0 0,1 0 0,0 0 0,-1-1 0,1 1 0,-1 0 0,1 0 0,-1-1 0,0 1 0,0 0 0,0-1 0,1 1 0,-2-1 0,1 1 0,0-1 0,0 0 0,0 1 0,-1-1 0,1 0 0,-1 0 0,1 0 0,-1 0 0,1 0 0,-1 0 0,0 0 0,1 0 0,-1-1 0,0 1 0,1-1 0,-1 1 0,0-1 0,0 0 0,0 0 0,1 0 0,-1 0 0,0 0 0,0 0 0,0 0 0,0 0 0,-2-2 0,-3 0 0,-1 0 0,0-1 0,1 0 0,-1 0 0,1-1 0,0 0 0,1 0 0,-13-10 0,9 0 0,13 6 0,-2 7 0,0 1 0,0 0 0,0 0 0,1 0 0,-1 0 0,0 0 0,0 0 0,0 0 0,0 0 0,0 0 0,0 0 0,0 1 0,0-1 0,0 0 0,1 1 0,-1-1 0,0 1 0,-1-1 0,1 1 0,0 0 0,0-1 0,0 1 0,0 0 0,1 1 0,8 7 0,-4-3 0,0 0 0,0-1 0,1 0 0,0 0 0,-1 0 0,1-1 0,1 0 0,14 6 0,-8-6 0,-6 0 0,0-2 0,0 1 0,0-1 0,17 2 0,-22-4 0,1-1 0,-1 1 0,1-1 0,0 1 0,-1-1 0,1 0 0,-1 0 0,1-1 0,-1 1 0,0-1 0,0 1 0,1-1 0,-1 0 0,4-4 0,5-4-341,-1 0 0,0 0-1,11-16 1,-7 7-6485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3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286 902 24345,'-245'-901'0,"204"1103"0,82-404 0,96 356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50:47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1 24575,'-3'0'0,"1"1"0,-1-1 0,1 1 0,-1-1 0,1 1 0,-1 0 0,1 0 0,0 0 0,-1 1 0,1-1 0,0 0 0,0 1 0,0-1 0,0 1 0,-3 3 0,-26 34 0,26-32 0,-225 365 0,212-337 0,12-23 0,0 0 0,-1 0 0,0-1 0,0 0 0,-1 0 0,-1 0 0,-12 11 0,20-22 0,1 1 0,-1 0 0,0 0 0,1-1 0,-1 1 0,0-1 0,0 1 0,0-1 0,1 1 0,-1-1 0,0 1 0,0-1 0,0 0 0,0 0 0,0 1 0,0-1 0,0 0 0,0 0 0,0 0 0,0 0 0,0 0 0,0 0 0,0 0 0,0 0 0,1-1 0,-1 1 0,0 0 0,0-1 0,0 1 0,0 0 0,0-1 0,0 1 0,1-1 0,-1 1 0,0-1 0,0 0 0,0 1 0,1-1 0,-1 0 0,1 1 0,-1-1 0,0 0 0,1 0 0,-1 0 0,1 1 0,0-1 0,-1 0 0,1 0 0,0 0 0,-1 0 0,1 0 0,0 0 0,0 0 0,0 0 0,0-1 0,-3-8 0,2-1 0,-1 1 0,1-19 0,1 27 0,0-6 0,4-180 0,-4 187 0,-1-1 0,1 1 0,0-1 0,0 1 0,1-1 0,-1 1 0,0 0 0,0-1 0,1 1 0,-1-1 0,1 1 0,-1 0 0,1-1 0,-1 1 0,1 0 0,0 0 0,0-1 0,0 1 0,-1 0 0,1 0 0,0 0 0,0 0 0,1 0 0,-1 0 0,0 0 0,2-1 0,-1 3 0,0-1 0,0 0 0,0 1 0,0-1 0,0 1 0,0 0 0,0 0 0,-1-1 0,1 1 0,0 0 0,-1 1 0,1-1 0,-1 0 0,1 0 0,-1 1 0,1-1 0,-1 1 0,0-1 0,2 3 0,36 40 0,85 76 0,-68-77 41,-28-23-744,30 29 0,-45-35-6123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50:59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24575,'5'0'0,"5"0"0,7 0 0,4 0 0,4 0 0,2 0 0,1-5 0,1-1 0,-1 0 0,-4-3 0,-3-1 0,1 2 0,1 2 0,2 3 0,0 1 0,-4 1-8191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51:10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2 24575,'-24'-1'0,"3"1"0,1 0 0,-1 1 0,0 1 0,-35 8 0,51-9 0,0 0 0,1 1 0,-1 0 0,1 0 0,-1 0 0,1 0 0,0 1 0,0 0 0,0 0 0,0 0 0,0 0 0,1 1 0,0-1 0,-1 1 0,1 0 0,1 0 0,-1 0 0,1 0 0,-1 1 0,1-1 0,0 0 0,1 1 0,-1 0 0,1-1 0,-2 9 0,2-2 0,-1-1 0,2 1 0,-1-1 0,1 1 0,1-1 0,0 1 0,1-1 0,2 12 0,-2-17 0,0 1 0,0-1 0,0 1 0,1-1 0,0 0 0,0 0 0,0 0 0,1 0 0,-1-1 0,1 1 0,0-1 0,1 0 0,-1 0 0,1 0 0,8 5 0,-1-3 0,-1-1 0,1 0 0,0-1 0,1 0 0,-1-1 0,1 0 0,0-1 0,-1-1 0,25 1 0,-3 0 0,-31-2 0,-1 0 0,0 0 0,0 0 0,0 1 0,0-1 0,1 1 0,-1-1 0,0 1 0,0 0 0,0 0 0,0 0 0,0 0 0,-1 0 0,1 0 0,0 0 0,0 1 0,-1-1 0,1 1 0,0-1 0,-1 1 0,0 0 0,1-1 0,-1 1 0,0 0 0,0 0 0,0 0 0,0 0 0,0 0 0,-1 0 0,1 0 0,-1 0 0,1 0 0,-1 1 0,0-1 0,1 0 0,-1 0 0,0 0 0,-1 3 0,1-2 0,-1 1 0,0 0 0,0-1 0,0 1 0,0 0 0,0-1 0,-1 0 0,1 1 0,-1-1 0,0 0 0,0 0 0,-1 0 0,1 0 0,0 0 0,-1-1 0,0 1 0,0-1 0,0 1 0,0-1 0,0 0 0,0 0 0,-4 1 0,-2 1 14,0-2-1,-1 1 0,1-1 1,-13 0-1,16-1-156,-1 0 0,0 0 0,0 0-1,0 1 1,1-1 0,-1 2 0,1-1-1,0 1 1,-12 7 0,4 0-6683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45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57 160 24575,'3'-3'0,"-1"0"0,1-1 0,-1 0 0,0 1 0,0-1 0,-1 0 0,1 0 0,-1 0 0,2-7 0,-2 7 0,0 0 0,0-1 0,1 1 0,-1 0 0,1 0 0,0 0 0,0 1 0,1-1 0,4-6 0,0 4 0,24-28 0,-31 34 0,1 0 0,-1-1 0,1 1 0,-1-1 0,1 0 0,-1 1 0,1-1 0,-1 1 0,0-1 0,1 1 0,-1-1 0,0 0 0,1 1 0,-1-1 0,0 0 0,0 1 0,0-1 0,0 0 0,0 0 0,0 1 0,0-1 0,0 0 0,0 1 0,0-1 0,0 0 0,0 1 0,0-1 0,-1 0 0,1 0 0,0 1 0,0-1 0,-1 1 0,1-1 0,0 0 0,-1 1 0,1-1 0,-1 1 0,1-1 0,-1 1 0,1-1 0,-1 1 0,1-1 0,-1 1 0,0 0 0,1-1 0,-1 1 0,1 0 0,-1-1 0,0 1 0,-3-1 0,1 1 0,-1-1 0,1 1 0,-1 0 0,1 0 0,-1 1 0,1-1 0,-1 1 0,1 0 0,0-1 0,-1 1 0,-5 3 0,2-1 0,1 0 0,0 0 0,0 0 0,0 1 0,-8 7 0,11-8 0,0 0 0,-1 0 0,1 0 0,1 0 0,-1 1 0,1 0 0,-1-1 0,1 1 0,0 0 0,0 0 0,1 0 0,-1 1 0,1-1 0,0 0 0,0 1 0,0-1 0,1 0 0,-1 1 0,1-1 0,0 1 0,0-1 0,1 0 0,-1 1 0,1-1 0,0 0 0,0 1 0,1-1 0,-1 0 0,1 0 0,0 0 0,0 0 0,0 0 0,1 0 0,-1-1 0,1 1 0,0-1 0,0 0 0,0 0 0,1 0 0,-1 0 0,1 0 0,-1-1 0,1 1 0,0-1 0,0 0 0,0 0 0,0-1 0,0 1 0,0-1 0,8 2 0,16 0 0,-22-3 0,1 1 0,-1 0 0,1 0 0,-1 0 0,13 5 0,-17-5 0,0 1 0,0-1 0,0 0 0,0 1 0,0-1 0,-1 1 0,1 0 0,0-1 0,-1 1 0,1 0 0,-1 0 0,0 0 0,1 0 0,-1 0 0,0 1 0,0-1 0,0 0 0,-1 1 0,1-1 0,0 4 0,0 0 0,0-1 0,0 1 0,0 0 0,-1 0 0,0 0 0,0 0 0,-1 0 0,0 0 0,0 0 0,0 0 0,0 0 0,-1 0 0,-3 7 0,3-10 0,0 1 0,-1-1 0,1 0 0,0 0 0,-1 0 0,0 0 0,1 0 0,-1-1 0,0 1 0,0-1 0,-1 0 0,1 0 0,0 0 0,-1 0 0,0-1 0,1 1 0,-1-1 0,0 0 0,1 0 0,-1 0 0,-6 0 0,-70 0-1365,55-2-5461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52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50 24575,'-3'0'0,"-1"1"0,1 0 0,-1 0 0,1 0 0,-1 0 0,-5 4 0,-18 6 0,-25-5 0,1-2 0,-98-6 0,47 0 0,71 2 0,16 1 0,0-1 0,-23-2 0,38 2 0,0 0 0,0 0 0,-1 0 0,1 0 0,0 0 0,0 0 0,-1 0 0,1 0 0,0 0 0,-1 0 0,1 0 0,0 0 0,0-1 0,-1 1 0,1 0 0,0 0 0,0 0 0,-1 0 0,1 0 0,0-1 0,0 1 0,0 0 0,-1 0 0,1 0 0,0-1 0,0 1 0,0 0 0,0 0 0,-1-1 0,1 1 0,0 0 0,0 0 0,0-1 0,0 1 0,0 0 0,0-1 0,0 1 0,0 0 0,8-11 0,26-13 0,-24 18 0,38-22 0,-68 38 0,-36 21 0,43-21 0,9-8 0,0 1 0,0-1 0,1 1 0,-1 0 0,1 1 0,0-1 0,-6 8 0,8-10 0,1 1 0,-1 0 0,1-1 0,-1 1 0,1 0 0,0-1 0,0 1 0,0 0 0,0-1 0,0 1 0,0 0 0,0-1 0,0 1 0,1 0 0,-1-1 0,1 1 0,-1-1 0,1 1 0,0-1 0,-1 1 0,1-1 0,0 1 0,0-1 0,0 0 0,0 1 0,0-1 0,2 2 0,58 58-1365,-48-49-5461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0:56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239 768 24575,'-2'-24'0,"0"1"0,-2-1 0,-1 1 0,-10-33 0,7 31 0,2 0 0,0 0 0,-2-36 0,9-116 0,-2-44 0,0 219 0,1-1 0,0 0 0,-1 1 0,0 0 0,1-1 0,-1 1 0,0-1 0,0 1 0,0 0 0,-1 0 0,1-1 0,0 1 0,-1 0 0,0 0 0,1 0 0,-1 1 0,0-1 0,0 0 0,0 1 0,0-1 0,0 1 0,0-1 0,0 1 0,-1 0 0,1 0 0,-1 0 0,1 0 0,0 1 0,-1-1 0,-3 0 0,3 1 0,0 0 0,0 0 0,0 0 0,0 0 0,0 0 0,0 1 0,0-1 0,0 1 0,0 0 0,0 0 0,0 0 0,1 0 0,-1 1 0,0-1 0,1 1 0,-1-1 0,1 1 0,-1 0 0,1 0 0,0 0 0,0 0 0,-1 1 0,2-1 0,-1 0 0,-2 4 0,-50 83 0,53-89 0,1 0 0,0 1 0,-1-1 0,1 0 0,0 1 0,-1-1 0,1 0 0,0 1 0,-1-1 0,1 0 0,0 1 0,0-1 0,-1 1 0,1-1 0,0 1 0,0-1 0,0 0 0,0 1 0,0-1 0,0 1 0,0-1 0,0 1 0,0-1 0,0 1 0,0-1 0,0 1 0,0-1 0,0 1 0,0-1 0,0 1 0,0-1 0,0 0 0,1 1 0,-1 0 0,17-6 0,22-20 0,-26 13 0,0 0 0,0 0 0,15-22 0,4-3 0,-29 34 6,0 0 0,0 0-1,1 1 1,-1-1 0,1 1-1,-1 0 1,1 0 0,0 0 0,0 0-1,0 1 1,0-1 0,0 1-1,0 0 1,1 0 0,-1 1-1,0-1 1,0 1 0,1 0 0,-1 0-1,7 2 1,-5-1-105,0 0 0,0 0 0,-1 1 0,1 0 0,-1 1 0,1-1 0,-1 1 0,0 0 0,0 0 0,0 0 0,0 1 0,-1 0 0,1 0 0,4 6 0,2 4-6727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1:00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51:33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0 264 24575,'1'14'0,"0"-1"0,1 0 0,6 21 0,2 14 0,22 104 0,-2-15 0,-29-131 0,0-1 0,0 0 0,1 1 0,-1-1 0,1 0 0,0 0 0,1 0 0,-1-1 0,4 6 0,-5-9 0,-1-1 0,1 1 0,0 0 0,0 0 0,0 0 0,-1-1 0,1 1 0,0 0 0,0-1 0,0 1 0,0-1 0,0 1 0,0-1 0,0 0 0,0 1 0,1-1 0,-1 0 0,0 0 0,1 1 0,0-2 0,0 1 0,-1 0 0,1-1 0,0 0 0,-1 1 0,1-1 0,-1 0 0,1 0 0,-1 0 0,1 1 0,-1-2 0,1 1 0,-1 0 0,0 0 0,0 0 0,2-3 0,7-10 0,-2 1 0,1-2 0,-2 1 0,0-1 0,8-25 0,8-18 0,-6 29 0,0 0 0,2 2 0,1 0 0,1 1 0,2 2 0,0 0 0,1 1 0,34-24 0,-39 33 0,1 1 0,1 0 0,0 1 0,30-11 0,94-29 0,-123 45 0,298-92 0,-299 92-341,1-2 0,-1 0-1,39-24 1,-45 25-6485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1:20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 2 24575,'-59'-1'0,"-71"3"0,126-1 0,-1 0 0,1 0 0,-1 0 0,1 1 0,0 0 0,0 0 0,-1 0 0,1 1 0,1-1 0,-1 1 0,0 0 0,1 0 0,-1 0 0,1 1 0,0-1 0,0 1 0,0 0 0,-4 7 0,6-8 0,-1 0 0,1-1 0,-1 1 0,1 0 0,0 0 0,0 0 0,0 0 0,0 0 0,0 0 0,1 1 0,0-1 0,-1 0 0,1 0 0,0 0 0,1 0 0,-1 1 0,1-1 0,-1 0 0,1 0 0,0 0 0,0 0 0,0 0 0,0 0 0,1 0 0,-1-1 0,1 1 0,0 0 0,2 2 0,-1-2 0,0-1 0,-1 1 0,1-1 0,0 0 0,0 0 0,1 0 0,-1-1 0,0 1 0,1-1 0,-1 0 0,1 0 0,-1 0 0,1 0 0,4 0 0,6 0 0,-1-1 0,23-3 0,-29 2 0,0 0 0,-1 0 0,1 1 0,0 0 0,0 0 0,0 0 0,0 1 0,0 0 0,-1 0 0,1 1 0,0 0 0,-1 0 0,9 5 0,-11-4 0,0 0 0,-1 0 0,1 1 0,-1 0 0,0-1 0,0 1 0,0 0 0,-1 1 0,1-1 0,-1 0 0,0 1 0,0 0 0,0-1 0,-1 1 0,0 0 0,0 0 0,1 8 0,0 10 0,-2-1 0,-2 39 0,0-21 0,1-27 0,2-5 0,-1 0 0,-1 0 0,0 0 0,0 0 0,-4 14 0,4-19 0,0-1 0,0 0 0,0 0 0,-1 0 0,1 0 0,-1 0 0,1 0 0,-1 0 0,0 0 0,1 0 0,-1-1 0,0 1 0,0-1 0,0 1 0,0-1 0,-1 0 0,1 0 0,0 0 0,-1 0 0,1 0 0,0-1 0,-1 1 0,-3 0 0,-2 1 15,-1-1 0,1 0 0,-1-1 0,1 1 0,-1-2 0,0 1 0,-15-4 0,21 3-74,0 1-1,0-1 1,1-1-1,-1 1 1,0 0 0,0-1-1,1 1 1,-1-1-1,1 0 1,-1 0 0,1 0-1,0 0 1,-1 0-1,1 0 1,0-1 0,1 1-1,-1-1 1,0 1-1,1-1 1,-1 0 0,1 0-1,0 0 1,0 1-1,-1-7 1,-2-11-6767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1:37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26 24575,'-3'-1'0,"-1"0"0,1 1 0,-1-1 0,1-1 0,0 1 0,-1 0 0,-2-3 0,-21-6 0,17 8 0,-1 0 0,1 2 0,-1-1 0,0 1 0,1 1 0,-20 2 0,28-2 0,0-1 0,0 0 0,0 1 0,0-1 0,0 1 0,0 0 0,0-1 0,0 1 0,0 0 0,1 0 0,-1 0 0,0 1 0,1-1 0,-1 0 0,1 1 0,-1-1 0,1 1 0,-1-1 0,1 1 0,0 0 0,0-1 0,0 1 0,0 0 0,0 0 0,0 0 0,1 0 0,-1 0 0,1 0 0,-1 0 0,1 0 0,0 0 0,-1 0 0,1 0 0,0 0 0,0 0 0,1 0 0,-1 0 0,0 0 0,1 0 0,-1 0 0,1 0 0,1 2 0,-1 0 0,0-1 0,1 0 0,-1 0 0,1-1 0,0 1 0,0 0 0,0 0 0,0-1 0,0 1 0,0-1 0,1 0 0,-1 0 0,5 3 0,42 20 0,-43-23 0,1 1 0,-1 0 0,1 0 0,-1 0 0,0 1 0,-1 0 0,1 0 0,-1 0 0,9 9 0,-7-2 0,-1 1 0,-1-1 0,0 1 0,0 0 0,-1 0 0,0 0 0,-1 1 0,-1-1 0,0 1 0,0 0 0,-2 0 0,1-1 0,-2 1 0,-2 17 0,3-27 5,0 0 1,-1-1-1,1 1 0,-1-1 0,0 1 0,0 0 1,0-1-1,0 1 0,0-1 0,-1 0 1,1 1-1,-1-1 0,0 0 0,1 0 0,-1 0 1,0 0-1,0 0 0,0-1 0,0 1 0,-1 0 1,1-1-1,-3 2 0,1-2-104,0 1 0,0-1 0,0 0 0,0 0 0,0 0 0,0-1 0,0 1 0,0-1 0,0 0 0,0 0 0,0 0 0,0-1 0,0 1 0,-5-3 0,-9-3-6727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1:39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405 133 24575,'-115'2'0,"-127"-5"0,240 3 0,0 0 0,0 0 0,-1 0 0,1-1 0,0 1 0,0-1 0,0 0 0,0 0 0,0 0 0,-1 0 0,2 0 0,-1 0 0,0 0 0,0 0 0,0-1 0,0 1 0,1-1 0,-1 0 0,1 1 0,-1-1 0,1 0 0,-2-3 0,2 3 0,1 0 0,-1 0 0,1 0 0,0 0 0,-1 0 0,1 0 0,0 0 0,0 0 0,1 0 0,-1 1 0,0-1 0,1 0 0,-1 0 0,1 0 0,-1 0 0,1 0 0,0 0 0,0 1 0,0-1 0,0 0 0,0 1 0,0-1 0,1 1 0,-1-1 0,0 1 0,2-2 0,5-4 0,-1 0 0,1 1 0,0-1 0,0 2 0,0-1 0,1 1 0,15-6 0,-33 17 0,0 1 0,0 1 0,1 0 0,0 0 0,1 0 0,0 1 0,-8 12 0,12-18 0,0 1 0,1 0 0,0-1 0,-1 1 0,1 0 0,1 0 0,-1 0 0,0 0 0,1 1 0,0-1 0,0 0 0,0 1 0,1-1 0,-1 0 0,1 1 0,0-1 0,1 1 0,-1-1 0,1 1 0,-1-1 0,1 0 0,1 0 0,-1 1 0,1-1 0,-1 0 0,1 0 0,0 0 0,1 0 0,-1-1 0,1 1 0,-1-1 0,1 1 0,0-1 0,0 0 0,1 0 0,-1 0 0,1-1 0,-1 1 0,8 3 0,3 2 33,0-2 0,21 8 0,0 0-1497,-19-7-5362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1:43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0 169 24575,'5'-4'0,"-1"0"0,1 1 0,0 0 0,0-1 0,11-3 0,13-9 0,-16 8 0,0 1 0,1 1 0,0 0 0,1 1 0,-1 0 0,1 1 0,0 1 0,29-3 0,15-4 0,-10 3 0,0 3 0,0 1 0,69 6 0,-22-1 0,-112-1 0,-43-1 0,53 0 0,0-1 0,0 0 0,0 0 0,0 0 0,1-1 0,-1 0 0,0 0 0,-7-4 0,-1-2 0,10 6 0,-1-1 0,1 1 0,0-1 0,0 0 0,-6-6 0,10 9 0,0-1 0,-1 1 0,1 0 0,0 0 0,0 0 0,0-1 0,0 1 0,0 0 0,0 0 0,0-1 0,0 1 0,0 0 0,0 0 0,0-1 0,0 1 0,0 0 0,0 0 0,0-1 0,0 1 0,0 0 0,0 0 0,1-1 0,-1 1 0,0 0 0,0 0 0,0 0 0,0-1 0,0 1 0,1 0 0,-1 0 0,0 0 0,0-1 0,0 1 0,1 0 0,-1 0 0,0 0 0,0 0 0,0 0 0,1 0 0,-1-1 0,0 1 0,0 0 0,1 0 0,-1 0 0,0 0 0,0 0 0,1 0 0,-1 0 0,0 0 0,0 0 0,1 0 0,-1 0 0,0 0 0,1 0 0,16-2 0,-16 2 0,11 0 0,2-1 0,0 0 0,0 1 0,0 1 0,0 0 0,20 4 0,-31-4 0,-1 0 0,1 0 0,0 0 0,0 0 0,-1 0 0,1 1 0,0-1 0,-1 1 0,0 0 0,1 0 0,-1 0 0,0 0 0,0 0 0,0 0 0,0 0 0,0 1 0,-1-1 0,1 1 0,-1-1 0,1 1 0,-1 0 0,0-1 0,0 1 0,0 0 0,-1 0 0,1 0 0,-1 0 0,1 0 0,-1 0 0,0 0 0,0 5 0,-1-3 6,1-1-1,-1 1 0,0 0 1,0 0-1,0-1 1,0 1-1,-1-1 0,0 1 1,0-1-1,0 1 0,-4 4 1,-2 2-148,-1-1-1,-15 16 1,7-9-861,0 1-5823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1:45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51:56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417 8 24575,'-2'5'0,"0"0"0,0 0 0,-1 0 0,0-1 0,0 1 0,0-1 0,-1 0 0,1 0 0,-1 0 0,0 0 0,0-1 0,-5 4 0,-17 11 0,11-8 0,0 1 0,1 0 0,0 1 0,1 1 0,-21 26 0,19-20 0,-1-1 0,-21 19 0,-15 16 0,47-47 0,0 0 0,-1 0 0,0-1 0,-1 1 0,1-2 0,-12 7 0,17-10 0,0 0 0,0 0 0,-1 0 0,1-1 0,0 1 0,-1-1 0,1 1 0,-1-1 0,1 1 0,-1-1 0,1 0 0,-1 0 0,1 0 0,-1 0 0,1 0 0,-1 0 0,1 0 0,-1 0 0,1 0 0,-1-1 0,1 1 0,0-1 0,-1 1 0,1-1 0,0 0 0,-1 1 0,1-1 0,0 0 0,-1 0 0,1 0 0,0 0 0,0 0 0,0 0 0,0 0 0,0 0 0,0 0 0,0-1 0,1 1 0,-1 0 0,0-1 0,1 1 0,-1-2 0,-3-11 0,1-1 0,0 0 0,1 1 0,1-1 0,0 0 0,1 0 0,4-29 0,-1-4 0,-3 38 0,0 0 0,1 1 0,0-1 0,1 0 0,0 1 0,6-18 0,-6 24 0,-1-1 0,1 1 0,0 0 0,0 0 0,0 0 0,1 0 0,-1 1 0,1-1 0,-1 1 0,1-1 0,0 1 0,0 0 0,0 0 0,0 0 0,0 1 0,1-1 0,-1 1 0,0-1 0,1 1 0,-1 0 0,8-1 0,0 0 0,1 1 0,0 0 0,0 1 0,0 0 0,0 1 0,0 0 0,0 0 0,-1 2 0,1-1 0,0 2 0,-1-1 0,0 1 0,0 1 0,0 0 0,-1 1 0,1 0 0,-1 1 0,11 9 0,92 61 0,-65-47 0,-24-16 0,-18-11 0,0 0 0,0 1 0,-1-1 0,1 1 0,8 8 0,58 49-1365,-61-48-5461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51:5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0 528 24575,'55'-54'0,"-22"24"0,-1-1 0,-2-2 0,49-71 0,-56 73 0,1 1 0,2 1 0,1 1 0,38-32 0,38-24-1365,-90 71-5461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2:06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331 60 24575,'-1'-2'0,"1"0"0,-1-1 0,1 1 0,-1 0 0,0 0 0,0 0 0,0 0 0,0 0 0,0 0 0,0 0 0,0 1 0,-1-1 0,1 0 0,-1 1 0,0-1 0,1 1 0,-1-1 0,0 1 0,0 0 0,0 0 0,1 0 0,-1 0 0,0 0 0,-1 0 0,1 0 0,0 1 0,-2-1 0,-8-2 0,1 0 0,0 1 0,-20-2 0,16 3 0,-71-2 0,76 3 0,0 1 0,0 0 0,1 0 0,-1 1 0,1 1 0,-16 5 0,22-7 0,1 1 0,-1 0 0,1-1 0,-1 1 0,1 0 0,0 0 0,-1 1 0,1-1 0,0 0 0,0 1 0,1-1 0,-1 1 0,1 0 0,-1-1 0,1 1 0,0 0 0,0 0 0,0 0 0,0 0 0,0 0 0,0 5 0,1-6 0,0 1 0,0-1 0,0 1 0,0-1 0,0 1 0,0-1 0,1 1 0,-1-1 0,1 0 0,-1 1 0,1-1 0,0 0 0,0 1 0,0-1 0,1 0 0,-1 0 0,0 0 0,1 0 0,-1 0 0,1 0 0,0 0 0,0-1 0,0 1 0,-1-1 0,2 1 0,-1-1 0,2 2 0,18 5 0,-1-1 0,1-1 0,45 7 0,-63-12 0,3 1 0,0 0 0,-1 1 0,1-1 0,-1 1 0,0 1 0,0-1 0,7 6 0,19 10 0,-27-16 0,0 0 0,0 1 0,-1 0 0,1 0 0,-1 0 0,1 0 0,-1 1 0,-1 0 0,1-1 0,-1 1 0,1 1 0,-2-1 0,1 0 0,0 1 0,-1 0 0,0-1 0,-1 1 0,2 7 0,-1-8 0,-1 0 0,0 0 0,-1 0 0,1 0 0,-1 0 0,0 1 0,0-1 0,-1 0 0,1 0 0,-1 0 0,0 0 0,-1 0 0,1 0 0,-1 0 0,0 0 0,0 0 0,0-1 0,-1 1 0,0-1 0,0 1 0,-4 3 0,1-2 15,-1-1 0,-1 1 0,1-1 0,-1-1 0,0 0 0,0 0 0,-15 5 0,-61 12-1500,60-17-5341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2:20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165 582 24575,'1'-106'0,"-3"-117"0,-1 206 0,0 0 0,-1 0 0,0 1 0,-2-1 0,0 1 0,-1 1 0,-15-28 0,20 41 0,0-1 0,0 1 0,0 0 0,0-1 0,0 1 0,-1 0 0,1 1 0,-1-1 0,1 0 0,-1 1 0,0-1 0,0 1 0,1 0 0,-1 0 0,0 0 0,0 0 0,0 0 0,0 1 0,-1-1 0,-3 1 0,5 0 0,0 0 0,0 0 0,0 1 0,0-1 0,0 1 0,-1-1 0,1 1 0,1 0 0,-1-1 0,0 1 0,0 0 0,0 0 0,0 0 0,1 1 0,-1-1 0,0 0 0,1 1 0,-1-1 0,1 1 0,0-1 0,-1 1 0,1 0 0,0 0 0,0 0 0,0-1 0,0 1 0,0 0 0,1 0 0,-2 4 0,2-6 0,0 1 0,0-1 0,0 0 0,-1 0 0,1 0 0,0 1 0,0-1 0,0 0 0,0 0 0,0 1 0,0-1 0,0 0 0,0 0 0,0 1 0,0-1 0,0 0 0,0 0 0,0 1 0,0-1 0,0 0 0,0 0 0,0 0 0,0 1 0,0-1 0,1 0 0,-1 0 0,0 0 0,0 1 0,0-1 0,0 0 0,0 0 0,0 0 0,1 1 0,-1-1 0,0 0 0,0 0 0,0 0 0,1 0 0,-1 0 0,0 1 0,0-1 0,0 0 0,1 0 0,-1 0 0,0 0 0,14-5 0,11-13 0,-22 14 0,0 0 0,0 0 0,0 0 0,0 0 0,-1 0 0,0 0 0,0-1 0,2-5 0,-3 6 0,1 0 0,-1 1 0,1-1 0,0 0 0,0 1 0,1-1 0,-1 1 0,0 0 0,1-1 0,3-2 0,-5 6 0,-1-1 0,1 1 0,-1 0 0,1-1 0,-1 1 0,1 0 0,0 0 0,-1-1 0,1 1 0,-1 0 0,1 0 0,0 0 0,-1 0 0,1-1 0,0 1 0,-1 0 0,1 0 0,0 0 0,-1 1 0,1-1 0,0 0 0,-1 0 0,1 0 0,0 0 0,-1 1 0,2-1 0,12 17 0,6 31 0,-18-41 0,5 15-1365,-2-3-5461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2:23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1 143 24575,'9'-7'0,"0"1"0,1 0 0,0 1 0,0 0 0,0 1 0,21-6 0,-3 4 0,0 1 0,1 1 0,-1 2 0,1 1 0,49 5 0,-3-2 0,-59-1 0,-11 0 0,-1-1 0,1 1 0,-1-1 0,1 0 0,0 0 0,-1-1 0,1 0 0,0 1 0,-1-1 0,1-1 0,-1 1 0,1-1 0,6-3 0,-31-14 0,4 5 0,15 12 0,-1 1 0,1-1 0,0 0 0,0 0 0,0 0 0,0 0 0,0 0 0,1 0 0,-1 0 0,0-1 0,1 1 0,0 0 0,-1 0 0,1 0 0,0-4 0,1 5 0,-1 1 0,0-1 0,0 1 0,0 0 0,0-1 0,0 1 0,0 0 0,1-1 0,-1 1 0,0-1 0,0 1 0,0 0 0,1-1 0,-1 1 0,0 0 0,1 0 0,-1-1 0,0 1 0,1 0 0,-1 0 0,0-1 0,1 1 0,-1 0 0,0 0 0,1 0 0,-1 0 0,0 0 0,1-1 0,-1 1 0,1 0 0,1 0 0,-1 1 0,1-1 0,-1 0 0,1 1 0,-1-1 0,1 1 0,-1 0 0,1-1 0,-1 1 0,0 0 0,1 0 0,1 2 0,0-1-65,0 1 0,0-1 0,-1 1 0,1 0 0,-1 0 0,0 0 0,0 1 0,0-1 0,0 0 0,-1 1 0,1-1 0,-1 1 0,0 0 0,0-1 0,0 1 0,0 0 0,-1-1 0,0 1 0,0 0 0,0 5 0,-3 14-6761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4:52:26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24575,'0'520'0,"0"-515"0,0 0 0,-1 0 0,1 0 0,-1 0 0,0 0 0,0 0 0,0-1 0,-1 1 0,0 0 0,-3 6 0,4-9 0,0-1 0,0 0 0,-1 1 0,1-1 0,0 0 0,-1 1 0,1-1 0,-1 0 0,1 0 0,-1 0 0,0 0 0,1-1 0,-1 1 0,0 0 0,1-1 0,-1 1 0,0-1 0,0 0 0,0 1 0,0-1 0,1 0 0,-1 0 0,0 0 0,0 0 0,0 0 0,0-1 0,1 1 0,-1-1 0,0 1 0,0-1 0,-2-1 0,-3-1 0,1 0 0,-1 0 0,1-1 0,0 0 0,0 0 0,-7-7 0,11 10 0,0 0 0,1-1 0,-1 1 0,0-1 0,1 1 0,0-1 0,-1 0 0,1 1 0,0-1 0,0 0 0,0 0 0,0 0 0,0 0 0,0 0 0,0 0 0,1 0 0,-1 0 0,1 0 0,0 0 0,-1-1 0,1 1 0,0 0 0,0 0 0,1-4 0,0 5 0,-1 0 0,1 0 0,0 0 0,-1 0 0,1 0 0,0 0 0,0 0 0,0 0 0,0 1 0,0-1 0,0 0 0,0 1 0,0-1 0,0 1 0,0-1 0,0 1 0,0-1 0,0 1 0,1 0 0,-1-1 0,0 1 0,0 0 0,0 0 0,1 0 0,-1 0 0,0 0 0,0 0 0,0 1 0,0-1 0,1 0 0,-1 0 0,0 1 0,0-1 0,0 1 0,1 0 0,45 21 0,-42-19 0,3 2 0,-1 0 0,0 1 0,12 11 0,-15-13 0,0 0 0,0 0 0,0-1 0,1 1 0,-1-1 0,1 0 0,0 0 0,0 0 0,0-1 0,1 0 0,-1 0 0,8 2 0,-8-4 5,0 1 0,0-1 1,-1 0-1,1 0 0,0 0 0,0-1 0,0 0 0,0 0 0,0 0 0,0 0 0,8-5 1,2-1-137,-1-1 1,17-13 0,-7 5-906,-9 7-5790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5:50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0 110 24160,'710'-110'0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5:55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6:0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24575,'0'10'0,"1"0"0,1 0 0,0 0 0,0 0 0,0-1 0,2 1 0,-1-1 0,1 0 0,0 1 0,1-2 0,7 11 0,8 10 0,46 48 0,-28-34 0,27 43 0,-44-57 0,0 0 0,40 39 0,-44-51 0,-2 1 0,0 1 0,23 39 0,-27-40 0,0 0 0,2 0 0,0-1 0,1-1 0,20 20 0,-21-25 0,-1 1 0,0 1 0,-1 0 0,0 1 0,-1 0 0,0 0 0,-2 1 0,9 19 0,32 135 0,-7-31 0,-2-3 0,-35-123 0,-1 1 0,0-1 0,-1 1 0,-1 0 0,0 0 0,0 13 0,-2-24 0,0-1 0,-1 0 0,1 0 0,-1 0 0,0 0 0,1 1 0,-1-1 0,0 0 0,0 0 0,1-1 0,-1 1 0,0 0 0,0 0 0,0 0 0,0 0 0,0-1 0,-1 1 0,1 0 0,0-1 0,0 1 0,0-1 0,0 0 0,-1 1 0,1-1 0,0 0 0,0 0 0,-1 1 0,1-1 0,0 0 0,-1 0 0,-1-1 0,-42-4 0,29 0 0,1 0 0,0-1 0,0 0 0,0-1 0,1-1 0,0 0 0,-20-16 0,34 24 0,0 0 0,0 0 0,-1 0 0,1 0 0,0 0 0,0-1 0,0 1 0,0 0 0,-1 0 0,1 0 0,0 0 0,0 0 0,0-1 0,0 1 0,0 0 0,0 0 0,-1 0 0,1-1 0,0 1 0,0 0 0,0 0 0,0 0 0,0-1 0,0 1 0,0 0 0,0 0 0,0-1 0,0 1 0,0 0 0,0 0 0,0 0 0,0-1 0,0 1 0,0 0 0,0 0 0,1 0 0,-1-1 0,0 1 0,0 0 0,0 0 0,0 0 0,0-1 0,12-3 0,17 2 0,-28 2 0,13 1 0,1 0 0,-1 1 0,24 8 0,-23-6 0,0-1 0,0 0 0,30 1 0,-41-4 0,0 0 0,1 0 0,-1-1 0,0 0 0,0 0 0,0 0 0,0 0 0,0-1 0,0 1 0,0-1 0,0 0 0,-1 0 0,1-1 0,-1 1 0,1-1 0,-1 1 0,0-1 0,5-6 0,-2 2 3,0-2 0,-1 1 0,0-1 0,0 1 0,-1-2 0,0 1 0,4-14 0,-1-4-47,4-36 1,0-1-1259,-6 41-5524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6:36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1421 24575,'0'-22'0,"1"1"0,1 0 0,1 0 0,1 0 0,1 0 0,0 1 0,2-1 0,0 1 0,1 1 0,11-20 0,58-77 0,-51 78 0,-15 21 0,-2-1 0,0 0 0,9-25 0,7-17 0,10-18 0,-33 71 0,1 1 0,1 0 0,-1 0 0,1 0 0,6-8 0,15-26 0,-1-12 0,2 2 0,40-59 0,-52 84 0,-11 19 0,0 0 0,0 1 0,1-1 0,-1 1 0,9-9 0,-3 3 0,0 0 0,-1-1 0,0 0 0,-1 0 0,0-1 0,-1 0 0,5-17 0,19-34 0,-22 49 0,0-1 0,-1 1 0,-1-1 0,0-1 0,-1 1 0,-1-1 0,-1 0 0,2-19 0,-5 33 0,-1-1 0,1 1 0,-1 0 0,0 0 0,1 0 0,-1 0 0,-1 0 0,1 0 0,0 0 0,-1 0 0,0 0 0,1 0 0,-1 1 0,0-1 0,-1 1 0,1-1 0,0 1 0,-1 0 0,-3-3 0,3 3 0,-1-1 0,0 1 0,0-1 0,0 1 0,0 1 0,-1-1 0,1 0 0,0 1 0,-1 0 0,1 0 0,-1 0 0,-8 0 0,13 1 0,0 0 0,0 0 0,-1 0 0,1 0 0,0 0 0,0 0 0,0 0 0,-1 0 0,1 0 0,0 0 0,0 0 0,-1 0 0,1 0 0,0 1 0,0-1 0,0 0 0,-1 0 0,1 0 0,0 0 0,0 0 0,0 0 0,-1 0 0,1 1 0,0-1 0,0 0 0,0 0 0,0 0 0,0 0 0,-1 1 0,1-1 0,0 0 0,0 0 0,0 0 0,0 1 0,0-1 0,0 0 0,0 0 0,0 1 0,0-1 0,0 0 0,0 0 0,0 0 0,0 1 0,6 11 0,14 8 0,13 0 0,-27-17 0,-1-1 0,-1 1 0,1-1 0,0 1 0,-1 1 0,1-1 0,-1 1 0,0 0 0,0-1 0,0 2 0,-1-1 0,0 0 0,1 1 0,2 5 0,7 30 41,-10-26-510,2 0 1,9 20-1,-6-20-6357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6:39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0 273 24325,'4425'-272'0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6:42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0 115 24575,'0'-4'0,"0"0"0,1 0 0,-1 0 0,1 0 0,0 0 0,0 1 0,0-1 0,0 0 0,1 0 0,-1 1 0,1-1 0,0 1 0,0 0 0,0-1 0,1 1 0,4-5 0,-1 3 0,-1 1 0,0 0 0,1 1 0,0-1 0,-1 1 0,1 0 0,1 0 0,-1 1 0,8-2 0,5 0 0,-1 0 0,0 2 0,1 0 0,-1 1 0,1 1 0,23 3 0,-35-2 0,0 0 0,0 1 0,0-1 0,0 1 0,-1 0 0,1 1 0,-1 0 0,1 0 0,-1 0 0,0 1 0,7 5 0,-11-7 0,0-1 0,-1 1 0,1 0 0,0 0 0,-1 0 0,0 0 0,1 0 0,-1 0 0,0 1 0,0-1 0,0 0 0,0 1 0,-1-1 0,1 0 0,-1 1 0,1-1 0,-1 1 0,0-1 0,0 1 0,0-1 0,0 1 0,0-1 0,-1 1 0,1-1 0,-1 1 0,0-1 0,0 0 0,1 1 0,-1-1 0,-1 0 0,1 0 0,0 0 0,-1 0 0,-1 3 0,-11 14 0,10-15 0,1-1 0,0 1 0,0 0 0,1 1 0,-1-1 0,1 0 0,-3 8 0,7-11 0,0-1 0,0 1 0,0-1 0,-1 1 0,1-1 0,0 0 0,0 0 0,0 0 0,0 0 0,0-1 0,0 1 0,3-1 0,-3 1 0,13-2 0,-1 0 0,1 1 0,0 1 0,0 1 0,14 2 0,-26-3 0,-1 0 0,1 1 0,0-1 0,-1 1 0,1 0 0,-1 0 0,0 0 0,1 0 0,-1 0 0,0 0 0,1 0 0,-1 1 0,0 0 0,0-1 0,0 1 0,0 0 0,0 0 0,-1 0 0,1 0 0,-1 0 0,1 0 0,-1 0 0,0 1 0,0-1 0,0 0 0,0 1 0,0-1 0,0 1 0,-1-1 0,1 1 0,-1 0 0,1-1 0,-1 1 0,0-1 0,0 1 0,-1 4 0,0-1 0,0-1 0,0 0 0,-1 0 0,0 0 0,0 0 0,0-1 0,0 1 0,-1 0 0,1-1 0,-1 1 0,0-1 0,-1 0 0,1 0 0,-1 0 0,0-1 0,0 1 0,-6 4 0,-8 3 0,0 0 0,-1-2 0,-23 10 0,-18 9 0,39-16-1365,3-2-5461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07:26:52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24309,'4425'110'0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2:44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1764 24575,'1'-14'0,"0"1"0,0-1 0,1 0 0,1 0 0,0 1 0,1-1 0,0 1 0,1 0 0,1 1 0,8-15 0,4-8 0,-1-1 0,3 1 0,35-50 0,-45 73 0,-1 0 0,-1 0 0,0-1 0,-1-1 0,0 1 0,7-23 0,-3 8 0,2 1 0,0 1 0,27-38 0,-25 40 0,38-47 0,-10 17 0,15-18 0,-38 49 0,30-44 0,-30 38 0,30-33 0,-14 18 0,-19 21 0,21-42 0,-28 47 0,0 0 0,2 0 0,0 1 0,20-22 0,-12 15 0,0 0 0,-2-1 0,21-37 0,14-20 0,-21 35 0,-20 27 0,2 1 0,27-31 0,-39 48 0,11-12 0,0 2 0,29-22 0,-36 30 0,1 1 0,-1-1 0,1 1 0,-1 1 0,1-1 0,0 1 0,0 1 0,0-1 0,0 1 0,12-1 0,-7 2 0,-5 0 0,0 0 0,0 0 0,1-1 0,-1 0 0,0 0 0,0-1 0,0 0 0,0 0 0,0-1 0,-1 1 0,1-1 0,7-6 0,24-5 0,-34 13 0,0 0 0,0 0 0,0 0 0,0-1 0,0 0 0,0 1 0,0-1 0,-1-1 0,1 1 0,-1 0 0,4-4 0,-7 1 0,-8 6 0,-8 5 0,-23 13-1365,19-10-5461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3:19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28 24575,'466'0'0,"-680"-14"0,-14 0 0,11 15 0,1011-1-1365,-770 0-5461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3:34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24575,'29'0'0,"591"-26"0,-382-3 0,257 0 0,-338 32 0,240-5 0,-260-11 0,50-2 0,749 16-1365,-912-1-5461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3:59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24575,'13'-1'0,"0"0"0,0-1 0,23-6 0,22-4 0,248 7 0,-170 7 0,-67-3 0,80 3 0,-83 11 0,-49-9 0,0 0 0,21 1 0,45-5 0,-61-1 0,1 1 0,-1 0 0,1 2 0,38 8 0,-27-3 0,0-1 0,45 2 0,30 5 0,-39 1 0,1-3 0,100 2 0,365-14 0,-516 2 0,-1 1 0,1 1 0,19 5 0,-19-3 0,1-1 0,30 2 0,-26-4 0,44 9 0,-45-6 0,49 4 0,200-10-1365,-250 1-5461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10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1 384 24575,'8'-7'0,"1"1"0,1-1 0,0 2 0,-1 0 0,2 0 0,-1 1 0,12-4 0,6-2 0,309-116 0,-188 73 0,149-58 0,-266 99-59,-19 7-267,1 0-1,1 1 1,24-5-1,-18 8-6499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17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24575,'0'411'0,"-2"-385"0,1-22 0,0 0 0,1 1 0,0-1 0,0 0 0,0 0 0,0 1 0,2 5 0,-2-9 0,1 0 0,-1 0 0,1 0 0,0 1 0,-1-1 0,1 0 0,0 0 0,0 0 0,0 0 0,0 0 0,0 0 0,0 0 0,0-1 0,0 1 0,0 0 0,0-1 0,1 1 0,-1 0 0,0-1 0,0 1 0,1-1 0,-1 0 0,0 0 0,1 1 0,-1-1 0,0 0 0,1 0 0,1 0 0,158-2 0,-61-1 0,-92 3 0,-1 0 0,1 0 0,-1-1 0,1 0 0,-1-1 0,0 1 0,1-1 0,11-6 0,-16 6 0,0 1 0,0-1 0,0-1 0,0 1 0,-1 0 0,1-1 0,-1 1 0,1-1 0,-1 0 0,0 0 0,0 0 0,0 0 0,-1 0 0,1 0 0,-1 0 0,0-1 0,0 1 0,0-1 0,0 1 0,1-6 0,0-25 0,0 1 0,-6-64 0,0 21 0,3 190 0,3 115 0,11-140 0,-7-58 0,2 45 0,-8-59 0,1 14 0,0-1 0,2 0 0,9 36 0,-8-42-341,0-1 0,-2 1-1,0 29 1,-2-29-6485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18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24575,'438'0'0,"-395"-2"0,58-10 0,29-2 0,13 1 0,13-1 0,-100 14-1365,-33 0-5461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0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555 1 24575,'-1'4'0,"0"0"0,0 0 0,0 1 0,0-1 0,-1 0 0,1 0 0,-1 0 0,0 0 0,-4 4 0,-4 13 0,8-17 0,-103 262 0,-110 311 0,124-361 0,62-141 0,-49 116 0,72-172 0,10-22 0,19-29 0,-20 28 0,211-297 0,10-79 0,-197 333 0,-18 26 0,0-1 0,-1 1 0,-2-1 0,0 0 0,3-26 0,15-50 0,-21 90 0,-1-1 0,0 1 0,-1 0 0,1-1 0,-2 1 0,1-1 0,-1 0 0,0 1 0,-1-1 0,0 1 0,-1-1 0,1 1 0,-5-11 0,5 11 0,7 11 0,15 22 0,2 1 0,165 160 0,-7-7 0,-128-126 0,-1 2 0,43 63 0,-79-97 0,0 2 0,2-1 0,0-1 0,27 24 0,-43-43 0,0 0 0,0-1 0,0 1 0,0-1 0,0 0 0,0 1 0,0-1 0,1 0 0,-1 0 0,0-1 0,1 1 0,-1 0 0,1-1 0,-1 1 0,1-1 0,-1 0 0,1 0 0,-1 0 0,1 0 0,-1 0 0,6-2 0,-7 1 0,1 0 0,-1 0 0,1 0 0,-1 0 0,1-1 0,-1 1 0,0 0 0,0-1 0,0 1 0,1-1 0,-1 1 0,-1-1 0,1 0 0,0 0 0,0 1 0,-1-1 0,1 0 0,-1 0 0,1 0 0,-1 1 0,0-1 0,0 0 0,0 0 0,0 0 0,0 0 0,0 0 0,0 0 0,-1 1 0,1-1 0,-1-2 0,-1-6 0,0 1 0,-1-1 0,0 1 0,-1 0 0,1 0 0,-2 1 0,1-1 0,-10-12 0,2 5 0,-1 1 0,-1 0 0,-17-14 0,21 19-12,1-1-1,1 0 1,0 0-1,0-1 1,1 0-1,1 0 1,0 0-1,-6-19 1,-5-10-1241,9 25-5573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24575,'24'2'0,"-1"1"0,0 1 0,0 1 0,-1 2 0,0 0 0,0 1 0,32 17 0,38 13 0,162 34 0,13 5 0,-186-53 0,2-3 0,84 9 0,-157-28 0,10 3 0,-1 0 0,-1 1 0,1 1 0,27 14 0,16 7 0,-51-24-273,-1-1 0,1-1 0,-1 0 0,21 2 0,-9-3-6553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3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5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26 353 24575,'10'-20'0,"-1"0"0,-1-1 0,-1 0 0,0 0 0,3-26 0,-1-5 0,16-72 0,-17 104 0,-2 13 0,-2 12 0,-5 0 0,0 0 0,0 0 0,-1 0 0,0 0 0,0 0 0,0 0 0,0 0 0,-1 0 0,-4 7 0,-2 2 0,2 2 0,-3 2 0,-13 39 0,-2-7 0,-1 2 0,25-49 0,0 0 0,0 1 0,0-1 0,0 1 0,1-1 0,0 1 0,-1-1 0,1 1 0,0-1 0,1 1 0,-1 0 0,1-1 0,0 4 0,0-4 0,0-1 0,1 0 0,-1 0 0,0 0 0,1 0 0,-1 0 0,1-1 0,-1 1 0,1 0 0,0-1 0,0 1 0,0-1 0,0 1 0,0-1 0,0 0 0,0 0 0,0 0 0,1 0 0,-1 0 0,0-1 0,1 1 0,-1-1 0,4 1 0,8 1 0,-1-1 0,28-2 0,-29 1 0,24-3 0,53-10 0,-53 6 0,54-2 0,-82 8 0,1 1 0,-1 0 0,1 1 0,-1 0 0,0 0 0,1 1 0,13 4 0,-20-5 0,0 0 0,0 0 0,0 1 0,0-1 0,0 0 0,-1 1 0,1-1 0,0 1 0,-1 0 0,1-1 0,-1 1 0,0 0 0,0 0 0,1 0 0,-1 0 0,0 0 0,-1 0 0,1 0 0,0 0 0,-1 1 0,1-1 0,-1 0 0,1 0 0,-1 0 0,0 1 0,0-1 0,0 0 0,0 0 0,-1 1 0,1-1 0,-1 0 0,1 0 0,-1 1 0,-1 1 0,-1 5 0,-1 0 0,0 0 0,-1-1 0,0 1 0,0-1 0,-1 0 0,0-1 0,0 1 0,-1-1 0,0 0 0,-10 7 0,-32 37 0,43-45-114,-1 0 1,0 0-1,0 0 0,0-1 0,0 0 1,-1 0-1,0-1 0,0 0 0,0 0 1,-1-1-1,-12 4 0,3-3-6712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7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1 165 24575,'4'-1'0,"0"0"0,0 0 0,-1-1 0,1 0 0,0 1 0,0-1 0,-1 0 0,5-4 0,7-2 0,185-82 0,-191 86 0,18-5 0,52-12 0,-54 16 0,21-3-1365,-25 7-5461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8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24575,'74'0'0,"193"5"0,-212-1 0,-1 2 0,98 24 0,-142-27 0,-1 0 0,1 0 0,-1 1 0,0 0 0,0 1 0,0 0 0,-1 0 0,0 1 0,8 6 0,-12-7 0,0-1 0,0 0 0,0 1 0,-1 0 0,1 0 0,-1 0 0,-1 0 0,1 0 0,-1 1 0,0-1 0,0 1 0,-1 0 0,1-1 0,-1 1 0,0 0 0,0 7 0,0 13 0,-1 1 0,-1 0 0,-1-1 0,-6 29 0,6-45 0,-1 1 0,-1 0 0,1 0 0,-2-1 0,1 0 0,-1 0 0,-1 0 0,0-1 0,0 0 0,-1 0 0,0 0 0,-11 10 0,5-8-68,0 1 0,-1-2-1,-1 0 1,0 0 0,0-2 0,-1 0-1,0 0 1,0-2 0,-1 0 0,0-1-1,0 0 1,0-2 0,0 0 0,-1-1-1,0 0 1,1-1 0,-1-2 0,1 0-1,-23-3 1,11-3-6758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2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1 541 24575,'10'-10'0,"2"1"0,-1 0 0,19-10 0,5-4 0,46-35 0,242-178 0,-238 166 62,36-26-1489,-107 86-5399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3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1 24575,'-7'8'0,"1"0"0,0 1 0,0 0 0,-5 10 0,-10 17 0,-50 49 0,51-64 0,1 0 0,2 2 0,0 0 0,-17 32 0,11-13 0,-30 42 0,31-52 0,1 1 0,-25 56 0,33-61 0,2 0 0,1 0 0,2 1 0,0 1 0,2-1 0,-3 46 0,8-70 0,1 3 0,-1 1 0,1 0 0,1 0 0,0 0 0,3 16 0,-3-23 0,0 0 0,0 1 0,0-1 0,0 0 0,1 0 0,-1 0 0,0 0 0,1 0 0,0 0 0,-1 0 0,1 0 0,0-1 0,0 1 0,0-1 0,0 1 0,0-1 0,1 0 0,-1 0 0,0 0 0,1 0 0,-1 0 0,0 0 0,1-1 0,-1 1 0,4 0 0,8 0 0,1 0 0,0 0 0,0-2 0,-1 1 0,1-2 0,0 0 0,-1-1 0,1 0 0,-1-1 0,0-1 0,0 0 0,-1-1 0,20-11 0,-23 11 0,0 0 0,-1-1 0,1 0 0,-1 0 0,-1-1 0,1 0 0,-1 0 0,-1-1 0,1 0 0,-2-1 0,1 0 0,-1 0 0,-1 0 0,0-1 0,0 1 0,-1-1 0,4-19 0,-6 24 0,-2 0 0,1 0 0,-1 0 0,0 0 0,0 0 0,0 0 0,-1-1 0,0 1 0,-1 0 0,1 0 0,-1 1 0,0-1 0,0 0 0,-1 0 0,0 1 0,0 0 0,0-1 0,0 1 0,-1 0 0,0 1 0,0-1 0,-9-7 0,5 6 0,-1-1 0,0 2 0,0-1 0,0 1 0,0 1 0,-1-1 0,0 2 0,0-1 0,0 1 0,0 1 0,0 0 0,-18-1 0,-55 2-1365,60 2-5461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37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1 193 24575,'0'-2'0,"1"0"0,-1 0 0,1 0 0,-1 0 0,1 0 0,0 0 0,0 0 0,0 1 0,0-1 0,0 0 0,0 1 0,0-1 0,1 1 0,-1-1 0,3-1 0,27-21 0,-23 18 0,37-30 0,-34 25 0,0 2 0,1 0 0,1 0 0,-1 1 0,19-8 0,-19 10 0,0 1 0,0-1 0,0 2 0,1 0 0,17-4 0,-27 8 0,0-1 0,0 1 0,-1 0 0,1 0 0,0 0 0,0 0 0,-1 0 0,1 1 0,0-1 0,0 1 0,-1 0 0,1 0 0,-1 0 0,1 0 0,-1 0 0,1 0 0,-1 1 0,1-1 0,-1 1 0,0 0 0,0 0 0,0 0 0,0 0 0,0 0 0,-1 0 0,3 4 0,2 4 0,-1 0 0,0 1 0,-1 0 0,0 0 0,-1 1 0,-1-1 0,1 0 0,0 20 0,-2-1 0,-1 1 0,-4 33 0,2-51 0,0-1 0,-2 0 0,1 0 0,-1 0 0,-7 13 0,6-12 0,4-13 0,1 1 0,-1-1 0,1 1 0,0 0 0,-1-1 0,1 1 0,0 0 0,-1-1 0,1 1 0,0 0 0,0 0 0,0-1 0,-1 1 0,1 0 0,0 0 0,0-1 0,0 1 0,0 0 0,0 0 0,1-1 0,-1 1 0,0 0 0,0-1 0,0 1 0,1 0 0,-1 0 0,1 0 0,0-1 0,0 0 0,0 0 0,0 0 0,0 0 0,0-1 0,0 1 0,0 0 0,0-1 0,0 1 0,0-1 0,0 1 0,0-1 0,0 1 0,0-1 0,1-1 0,36-31 0,-31 27 0,-1 1 0,0-1 0,1 1 0,0 1 0,0 0 0,1 0 0,-1 0 0,1 1 0,0 0 0,-1 0 0,10-1 0,-15 3 0,1 0 0,-1 1 0,1 0 0,-1-1 0,1 1 0,-1 0 0,1 0 0,-1 0 0,1 1 0,-1-1 0,1 1 0,-1-1 0,1 1 0,-1 0 0,1 0 0,-1 0 0,0 0 0,0 0 0,1 1 0,-1-1 0,0 0 0,0 1 0,0 0 0,-1 0 0,1-1 0,0 1 0,-1 0 0,1 0 0,-1 1 0,1-1 0,-1 0 0,0 0 0,0 1 0,0-1 0,0 0 0,-1 1 0,1-1 0,0 6 0,0 2 0,0 0 0,-1 1 0,0-1 0,0 0 0,-1 1 0,-1-1 0,0 0 0,0 0 0,-1 0 0,0 0 0,0-1 0,-7 13 0,0-3 0,-1 0 0,-1 0 0,0-1 0,-27 29 0,-68 49 0,102-91-105,0 0 0,-1 0 0,0 0 0,1-1 0,-1 0 0,-1 0 0,1-1 0,-1 0 0,1 0 0,-1 0 0,0-1 0,-9 3 0,-5-2-6721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39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1 24575,'-25'393'0,"-29"-5"0,53-383 0,-11 64 47,-5 33-1459,15-77-5414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40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24575,'3'1'0,"1"0"0,-1 0 0,0 0 0,0 0 0,0 0 0,0 1 0,0 0 0,0-1 0,0 1 0,4 4 0,6 3 0,341 226 0,-325-216-107,108 74 347,-113-75-614,0 2-1,-2 0 1,28 33-1,-40-40-6451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41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24575,'78'4'0,"154"28"0,-103-11 0,-112-18 0,1 2 0,-1 0 0,20 8 0,-23-7 0,0-1 0,0 0 0,1-1 0,0-1 0,15 2 0,-4-4-1365,-3-1-5461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43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24575,'35'-1'0,"-17"0"0,1 1 0,-1 0 0,0 1 0,0 1 0,24 7 0,-37-8 0,0 1 0,-1-1 0,0 1 0,0 1 0,1-1 0,-1 1 0,0-1 0,-1 1 0,1 0 0,-1 0 0,1 1 0,-1-1 0,0 1 0,0 0 0,0-1 0,-1 1 0,1 1 0,-1-1 0,0 0 0,0 0 0,0 1 0,-1-1 0,0 1 0,0 0 0,1 7 0,-1-2 0,-1 0 0,0 0 0,0 0 0,-1 0 0,0 0 0,-1 0 0,0-1 0,-1 1 0,0 0 0,0-1 0,-9 17 0,4-11 0,-1 0 0,0-1 0,-1 0 0,0 0 0,-1-1 0,-15 13 0,5-1 0,18-20 0,-1-1 0,1 0 0,0 0 0,-1 0 0,0 0 0,0-1 0,0 1 0,-1-1 0,-8 5 0,13-8 0,0 0 0,-1 0 0,1 0 0,0 0 0,-1 0 0,1 1 0,0-1 0,-1 0 0,1 0 0,0 0 0,-1 0 0,1 0 0,0 0 0,-1 0 0,1-1 0,0 1 0,-1 0 0,1 0 0,0 0 0,-1 0 0,1 0 0,0 0 0,0-1 0,-1 1 0,1 0 0,0 0 0,-1 0 0,1-1 0,0 1 0,0 0 0,0 0 0,-1-1 0,1 1 0,0 0 0,0-1 0,0 1 0,0 0 0,-1 0 0,1-1 0,0 1 0,0 0 0,0-1 0,0 1 0,0 0 0,0-1 0,0 1 0,0 0 0,0-1 0,0 1 0,0 0 0,0-1 0,0 1 0,0 0 0,0-1 0,1 1 0,-1 0 0,0-1 0,0 1 0,0 0 0,0-1 0,1 1 0,-1 0 0,0-1 0,12-20 0,-5 14 0,0 2 0,0-1 0,1 1 0,-1 0 0,1 1 0,1-1 0,-1 2 0,0-1 0,1 1 0,0 0 0,0 1 0,0 0 0,0 1 0,0-1 0,0 2 0,0-1 0,15 2 0,-19 0 0,0-1 0,0 1 0,1 0 0,-1 0 0,0 0 0,0 1 0,0 0 0,0 0 0,0 0 0,0 1 0,-1-1 0,1 1 0,-1 0 0,0 0 0,0 1 0,0-1 0,0 1 0,0 0 0,-1 0 0,0 0 0,0 1 0,0-1 0,0 1 0,-1 0 0,1 0 0,-1-1 0,0 1 0,-1 1 0,1-1 0,0 10 0,-1-5-59,0 1 0,-1-1-1,-1 1 1,0 0-1,0-1 1,-1 1 0,0-1-1,-1 0 1,0 1 0,-1-1-1,0-1 1,0 1 0,-1-1-1,0 1 1,-1-1-1,0-1 1,-1 1 0,1-1-1,-2 0 1,1-1 0,-1 1-1,-15 10 1,9-8-6767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45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24575,'0'-3'0,"0"-1"0,1 1 0,-1-1 0,1 1 0,0-1 0,0 1 0,0 0 0,0-1 0,1 1 0,-1 0 0,1 0 0,0 0 0,0 0 0,0 0 0,0 0 0,0 1 0,1-1 0,-1 1 0,1-1 0,0 1 0,0 0 0,0 0 0,0 0 0,0 1 0,0-1 0,0 1 0,0-1 0,1 1 0,-1 0 0,0 0 0,4 0 0,8-2 0,0 1 0,0 1 0,0 0 0,0 1 0,29 3 0,-41-3 0,0 0 0,-1 1 0,1-1 0,-1 1 0,1 0 0,-1-1 0,0 1 0,1 0 0,-1 1 0,0-1 0,0 0 0,1 1 0,-1-1 0,0 1 0,0-1 0,0 1 0,-1 0 0,1 0 0,0 0 0,-1 0 0,1 0 0,-1 0 0,0 1 0,0-1 0,0 0 0,0 1 0,0-1 0,0 1 0,-1-1 0,1 1 0,-1-1 0,1 1 0,-1-1 0,0 1 0,0-1 0,0 1 0,-1-1 0,1 1 0,-1 0 0,1-1 0,-1 0 0,0 1 0,0-1 0,0 1 0,0-1 0,-2 3 0,3-4 0,-1-1 0,1 0 0,-1 1 0,1-1 0,0 1 0,-1-1 0,1 0 0,0 1 0,-1-1 0,1 1 0,0-1 0,0 1 0,-1-1 0,1 1 0,0-1 0,0 1 0,0 0 0,0-1 0,0 1 0,0-1 0,0 1 0,0-1 0,0 1 0,0-1 0,0 1 0,0-1 0,0 1 0,0 0 0,1-1 0,-1 1 0,0-1 0,0 1 0,1-1 0,-1 0 0,0 1 0,1-1 0,-1 1 0,0-1 0,1 1 0,-1-1 0,0 0 0,1 1 0,-1-1 0,1 0 0,-1 1 0,1-1 0,-1 0 0,1 0 0,-1 0 0,1 1 0,-1-1 0,2 0 0,39 3 0,-7-1 0,-32-1 0,1 0 0,-1 0 0,0 0 0,0 0 0,0 1 0,0-1 0,0 1 0,0-1 0,0 1 0,0 0 0,0-1 0,-1 1 0,1 0 0,-1 0 0,1 0 0,-1 0 0,0 1 0,1 1 0,0 1 0,0 0 0,-1 0 0,0 0 0,0 0 0,0 0 0,-1 0 0,0 1 0,0 6 0,-1 0 0,-1-1 0,0 0 0,-1 0 0,0 0 0,0-1 0,-1 1 0,-8 15 0,5-15-105,-1 0 0,-1-1 0,0 1 0,0-2 0,-1 1 0,0-1 0,-1-1 0,0 0 0,0-1 0,0 0 0,-1 0 0,-18 6 0,11-6-6721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48.2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24575,'79'-2'0,"88"4"0,-164-1 0,-1-1 0,1 0 0,0 1 0,-1-1 0,1 1 0,-1 0 0,0 0 0,1 0 0,-1 0 0,0 0 0,1 0 0,-1 1 0,0-1 0,0 1 0,0-1 0,0 1 0,0 0 0,-1 0 0,1 0 0,0 0 0,1 3 0,-1-1 0,0 1 0,-1-1 0,1 1 0,-1 0 0,0-1 0,0 1 0,0 0 0,-1 0 0,1 0 0,-2 7 0,0 4 0,-1 0 0,-1 0 0,-1-1 0,0 1 0,-1-1 0,-7 15 0,7-18 0,-1 1 0,-1-2 0,0 1 0,0-1 0,-1 0 0,0 0 0,-1-1 0,-1 0 0,-12 10 0,18-17 0,1 0 0,-1 0 0,1 0 0,-1 1 0,1-1 0,-4 6 0,21-15 0,7-9 0,-9 4 0,0 1 0,1 0 0,0 1 0,20-11 0,-28 18 0,0 0 0,0 0 0,-1 0 0,1 0 0,0 1 0,1 0 0,-1 0 0,0 0 0,0 1 0,0 0 0,1 0 0,-1 0 0,0 0 0,0 1 0,0 0 0,0 0 0,9 3 0,-11-2 0,0 0 0,0 0 0,-1 0 0,1 1 0,0-1 0,-1 1 0,0-1 0,0 1 0,1 0 0,-2 0 0,1 0 0,0 0 0,0 0 0,-1 1 0,0-1 0,0 0 0,0 1 0,0-1 0,0 1 0,-1-1 0,1 1 0,-1 4 0,1 2 0,-1 0 0,0 0 0,-1 0 0,0-1 0,0 1 0,-6 19 0,5-23 0,-1 0 0,0 0 0,0 0 0,-1 0 0,0-1 0,0 1 0,0-1 0,-1 0 0,-5 5 0,-51 37 0,25-21 0,17-12-273,-2-1 0,1 0 0,-2-2 0,-27 11 0,26-14-6553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4:49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0 570 24575,'24'-1'0,"-1"-2"0,1 0 0,28-9 0,7-1 0,48-8 0,188-65 0,86-13 0,-84 28 0,-191 44 0,118-13 0,-138 27 0,-1-3 0,151-48 0,-210 55 0,40-7 0,-41 11 0,46-17 0,-28 7-682,49-13-1,-69 23-6143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5:28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1940 24498,'1147'-1939'0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5:34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24575,'0'9'0,"1"1"0,1-1 0,0 0 0,0 1 0,1-1 0,0 0 0,0-1 0,1 1 0,5 8 0,1 2 0,2-1 0,0-1 0,15 16 0,-8-12 0,2-2 0,0 0 0,1-1 0,46 27 0,-18-20 0,-38-19 0,1 0 0,-1 0 0,18 14 0,-185-172 0,120 116 0,32 32 0,0 0 0,-1 0 0,1 0 0,1 0 0,-1-1 0,1 1 0,-3-8 0,4 10 0,1 1 0,-1-1 0,1 1 0,-1-1 0,1 1 0,0-1 0,-1 0 0,1 1 0,0-1 0,0 0 0,0 1 0,1-1 0,-1 0 0,0 1 0,0-1 0,1 1 0,-1-1 0,1 0 0,0 1 0,-1-1 0,1 1 0,0 0 0,0-1 0,0 1 0,2-3 0,-2 4 0,0-1 0,0 1 0,0-1 0,0 1 0,0 0 0,0-1 0,1 1 0,-1 0 0,0 0 0,0 0 0,0-1 0,0 1 0,0 0 0,1 1 0,-1-1 0,0 0 0,0 0 0,0 0 0,0 1 0,0-1 0,0 1 0,1-1 0,-1 1 0,0-1 0,0 1 0,1 0 0,29 22 0,-24-18 0,14 11 0,-2 0 0,1-2 0,39 22 0,-17-11 0,-36-20 0,1-1 0,-1 0 0,1 0 0,-1-1 0,1 0 0,0 0 0,0 0 0,1-1 0,-1 0 0,0 0 0,1-1 0,10 1 0,-17-2 0,-1 0 0,1 0 0,-1 0 0,1 0 0,-1 0 0,1 0 0,-1 0 0,1 0 0,0 0 0,-1 0 0,1 0 0,-1 0 0,1 0 0,-1-1 0,1 1 0,-1 0 0,1 0 0,-1-1 0,1 1 0,-1 0 0,1-1 0,-1 1 0,0 0 0,1-1 0,-1 1 0,1-1 0,-1 1 0,0 0 0,0-1 0,1 1 0,-1-1 0,0 1 0,0-1 0,1 0 0,-1 1 0,0-1 0,0 1 0,0-1 0,0 1 0,0-1 0,0 1 0,0-1 0,0 1 0,0-1 0,0 0 0,0 1 0,0-1 0,0 1 0,-1-1 0,1 1 0,0-1 0,0 1 0,0-1 0,-1 1 0,1-1 0,0 1 0,-1-1 0,1 1 0,-1 0 0,0-1 0,-22-27 0,-3 8 0,18 15 0,0 0 0,1-1 0,0 0 0,0 0 0,1-1 0,-1 1 0,1-1 0,1-1 0,-10-15 0,15 22 3,-1 0-1,1 0 1,0-1-1,-1 1 1,1 0 0,0 0-1,0-1 1,0 1-1,0 0 1,0 0-1,0-1 1,1 1-1,-1 0 1,0 0 0,1-1-1,-1 1 1,1 0-1,-1 0 1,1 0-1,-1 0 1,1-1-1,0 1 1,-1 0 0,1 0-1,0 1 1,0-1-1,0 0 1,0 0-1,0 0 1,0 0-1,0 1 1,0-1-1,0 1 1,0-1 0,1 1-1,-1-1 1,0 1-1,0-1 1,1 1-1,-1 0 1,2 0-1,8-3-279,-1 2-1,1-1 0,18 1 0,-25 1-83,21 0-6465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5:43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3354 24575,'13'1'0,"-1"-1"0,1 0 0,-1-1 0,1 0 0,-1-1 0,0-1 0,0 0 0,0 0 0,0-1 0,0-1 0,12-6 0,-3 2 0,0 1 0,0 0 0,39-7 0,-58 14 0,5 0 0,10-3 0,0 0 0,0-1 0,0-1 0,29-15 0,-7 0 0,-17 11 0,37-27 0,-7 2 0,-25 17 0,26-21 0,-46 33 0,1 0 0,-1 0 0,0-1 0,-1 1 0,0-2 0,0 1 0,0-1 0,-1 0 0,0 0 0,-1 0 0,1 0 0,4-16 0,-5 15 0,0 0 0,1 1 0,0-1 0,0 1 0,1 0 0,0 0 0,1 0 0,10-10 0,6-6 0,134-145 0,-130 137 0,-21 24 0,0 0 0,0 0 0,13-10 0,25-19 0,-17 13 0,1 1 0,44-27 0,-53 39 0,-1-2 0,0 0 0,-1-1 0,24-25 0,13-6 0,-42 37 0,0-2 0,-1 1 0,0-1 0,13-16 0,7-13 0,31-54 0,-52 76 0,1 2 0,14-15 0,0-1 0,191-261 0,-159 207 0,-32 44 0,62-72 0,0 2 0,-22 23 0,-25 32 0,-29 40 0,0-1 0,23-23 0,-11 14 0,0-2 0,28-45 0,-34 41 0,-13 25 0,0-1 0,0 1 0,1 0 0,9-12 0,81-92 0,-74 90 0,-1-1 0,-2-1 0,17-26 0,8-21 0,8-10 0,44-98 0,-84 148 0,0 0 0,8-45 0,-11 40 0,18-48 0,-22 74 0,1 0 0,0 0 0,0 0 0,12-13 0,-12 17 0,0-1 0,-1 0 0,0 0 0,0 0 0,0 0 0,-1-1 0,0 1 0,0-1 0,-1 0 0,3-14 0,-2-3-1365,-2 2-5461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6:39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1455 24575,'1'-4'0,"-1"0"0,1 0 0,0 1 0,0-1 0,0 1 0,1-1 0,-1 1 0,1-1 0,0 1 0,0 0 0,0 0 0,0-1 0,1 2 0,-1-1 0,1 0 0,0 0 0,0 1 0,0 0 0,6-5 0,8-3 0,0 0 0,28-11 0,-35 17 0,84-46 0,-42 20 0,-35 21 0,1 0 0,-1 2 0,1 0 0,1 0 0,-1 2 0,35-6 0,-8 3 0,64-22 0,-72 19 0,1 1 0,0 1 0,40-3 0,-24 8 0,1 2 0,0 3 0,71 9 0,-86-2 0,0 3 0,60 23 0,14 13 0,-96-40 0,0 0 0,-1 2 0,0 0 0,-1 0 0,0 2 0,22 17 0,81 84 0,-93-86 0,-14-10 0,1 1 0,-2 0 0,0 1 0,-1 0 0,14 37 0,-19-44 0,4 11 0,-2 1 0,-1-1 0,0 2 0,-2-1 0,3 33 0,17 69 0,-23-119 0,0-1 0,1 0 0,0 1 0,0-1 0,1 0 0,-1 0 0,1-1 0,0 1 0,0-1 0,1 1 0,-1-1 0,1 0 0,0 0 0,0 0 0,9 5 0,-10-7 0,1 0 0,-1 0 0,0 0 0,1 0 0,-1-1 0,1 0 0,-1 0 0,1 0 0,0 0 0,-1 0 0,1-1 0,0 0 0,0 1 0,0-2 0,-1 1 0,1 0 0,0-1 0,-1 1 0,1-1 0,0 0 0,-1 0 0,1-1 0,-1 1 0,5-3 0,3-3 0,0 1 0,-1-2 0,0 1 0,12-13 0,-18 16 0,-1 0 0,1-1 0,-1 0 0,1 1 0,-2-1 0,1 0 0,0-1 0,-1 1 0,0 0 0,0-1 0,2-10 0,3-15 0,15-43 0,-8 31 0,6-39 0,-16 58 0,2 0 0,1 0 0,16-39 0,-3 18 0,-14 30 0,0 1 0,1 0 0,16-24 0,1-1 0,-19 29 0,1 0 0,0 1 0,13-16 0,32-29 0,103-108 0,-149 157 0,0-1 0,-1 0 0,0 0 0,0 0 0,-1-1 0,5-11 0,10-17 0,53-81 0,4-14 0,-63 108 0,0 0 0,11-32 0,13-25 0,24-45 0,-41 80 0,-13 30 0,-1 1 0,2 0 0,8-13 0,11-18 17,-2-2-1,27-68 0,-9 18-1430,-34 78-5412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7:38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40 112 24575,'6'-6'0,"0"1"0,0 0 0,1 0 0,0 1 0,0 0 0,0 0 0,0 1 0,0 0 0,1 0 0,-1 0 0,1 1 0,11-2 0,7 1 0,-1 1 0,41 3 0,16-2 0,-62-2 0,0 0 0,20-7 0,-8 1 0,6 0 0,-16 3 0,0 1 0,0 1 0,35-2 0,-28 6 0,-26 0 0,-20 0 0,-44 6 0,0 2 0,1 2 0,-89 28 0,79-20 0,30-6 0,27-7 0,-2-1 0,1 0 0,-16 1 0,-83 18 0,110-22 0,46-10 0,0 2 0,0 2 0,1 2 0,80 5 0,57-4 0,-158-2-1365,-5-2-5461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37:43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1881 3719 24575,'-1'-8'0,"0"1"0,0-1 0,-1 1 0,-1-1 0,1 1 0,-1 0 0,0 0 0,-7-11 0,-5-14 0,-4-8 0,-1 2 0,-40-57 0,22 37 0,-2 5 0,30 41 0,0 1 0,1-2 0,1 1 0,-9-18 0,-10-22 0,-3 1 0,-60-76 0,26 38 0,52 71 0,-88-134 0,82 116 0,2 0 0,-20-64 0,12 28 0,-4 3 0,-18-58 0,27 53 0,-19-149 0,24 127 0,-4 0 0,-5 1 0,-42-113 0,41 144 0,11 31 0,2 0 0,-12-51 0,15 49 0,-3 1 0,-1-1 0,-1 2 0,-2 0 0,-23-38 0,-17-40 0,32 63 0,10 22 0,-13-39 0,21 53 0,-1 0 0,0 1 0,0 0 0,-1 0 0,-1 0 0,0 1 0,-12-11 0,8 7 0,1 1 0,-17-29 0,18 23 0,2-2 0,0 1 0,-5-25 0,-9-26 0,18 57 0,0-1 0,1-1 0,0 1 0,1-1 0,1 1 0,1-23 0,1 24 0,-1 0 0,-1 1 0,0-1 0,-1 0 0,-1 0 0,0 0 0,0 1 0,-7-16 0,-9-16 0,-19-67 0,38 109 0,-1 0 0,0 0 0,0 1 0,-1-1 0,1 0 0,-1 1 0,1-1 0,-1 1 0,0-1 0,0 1 0,0 0 0,0 0 0,0 0 0,0 0 0,-1 0 0,1 0 0,-1 0 0,1 1 0,-1 0 0,0-1 0,1 1 0,-1 0 0,0 0 0,0 0 0,0 1 0,0-1 0,0 1 0,0 0 0,0-1 0,0 1 0,0 1 0,0-1 0,-5 1 0,-7 2 0,1 0 0,0 1 0,0 1 0,0 0 0,-19 11 0,22-12 0,0 0 0,-1 0 0,1-1 0,-1-1 0,1 0 0,-1 0 0,-14-1 0,47-2 0,-2-2 0,0 2 0,0 0 0,0 2 0,0 0 0,0 1 0,19 4 0,-37-6 0,0 0 0,0 1 0,0-1 0,0 0 0,0 0 0,0 1 0,0-1 0,-1 0 0,1 1 0,0-1 0,0 1 0,0-1 0,0 1 0,-1 0 0,1-1 0,0 1 0,0 0 0,-1 0 0,1-1 0,-1 1 0,1 0 0,0 0 0,-1 0 0,0 0 0,1 0 0,-1 0 0,0 0 0,1 0 0,-1 0 0,0 0 0,0 0 0,0 0 0,0 0 0,0 0 0,0 0 0,0 0 0,0 0 0,0 0 0,0 0 0,0 0 0,-1 0 0,1-1 0,0 1 0,-1 0 0,1 0 0,-1 1 0,-2 1 0,1 0 0,0-1 0,-1 1 0,1-1 0,-1 0 0,1 1 0,-1-1 0,0 0 0,0-1 0,0 1 0,-1 0 0,-5 1 0,-18 6 0,0-1 0,-1-2 0,0 0 0,-48 1 0,74-6 0,-1-1 0,1 0 0,-1-1 0,1 1 0,-1 0 0,1-1 0,-1 0 0,1 1 0,0-1 0,-1 0 0,1 0 0,0 0 0,0-1 0,0 1 0,-4-3 0,5 3 0,0-1 0,0 1 0,0 0 0,0-1 0,0 1 0,0-1 0,0 1 0,1-1 0,-1 1 0,1-1 0,-1 0 0,1 1 0,-1-1 0,1 0 0,0 1 0,0-1 0,0 0 0,0-1 0,1 0 0,-1 0 0,1 0 0,0 0 0,0 0 0,0 0 0,0 0 0,0 1 0,1-1 0,-1 0 0,1 1 0,-1-1 0,1 1 0,0 0 0,0 0 0,1 0 0,-1 0 0,0 0 0,1 0 0,-1 0 0,1 1 0,-1-1 0,1 1 0,0-1 0,5 0 0,-6 1-65,1 0 0,0 0 0,0 0 0,0 1 0,0-1 0,0 1 0,-1 0 0,1 0 0,0 0 0,0 0 0,0 1 0,0-1 0,0 1 0,0 0 0,-1-1 0,1 1 0,0 1 0,0-1 0,-1 0 0,4 3 0,7 8-6761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194F8-B9E7-4FE7-A917-9D82033124E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E55CF-4F64-4245-92C8-4857EE598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E55CF-4F64-4245-92C8-4857EE598E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7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9695FA-DE73-434C-9DAD-15FC43633AC5}" type="slidenum">
              <a:rPr lang="en-US" altLang="en-US">
                <a:cs typeface="Arial" pitchFamily="34" charset="0"/>
              </a:rPr>
              <a:pPr/>
              <a:t>53</a:t>
            </a:fld>
            <a:endParaRPr lang="en-US" altLang="en-US">
              <a:cs typeface="Arial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8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AD8EE-95A1-4506-ABE6-A9AD0BFBAC61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11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2A0-5CA7-48C2-B137-AC9A2C84204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599C-B773-4718-A546-1DCFB821D485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2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F676-89CD-4BF4-997F-1052FD623528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8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22-D63F-45DC-BAC5-C12134746534}" type="datetime1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D294-2412-48EB-8866-6B46A77C6717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7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70C8C-1DBF-421B-8268-513D1324C3E5}" type="datetime1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3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A688-2DF2-4476-919E-572DC449039B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0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7DA37-8509-4D3F-82DA-B998B5260E08}" type="datetime1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7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6238-FC3C-48ED-ABD1-8FB59B6D9378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8A79-46A8-46C0-B399-F75CB86C21E3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17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1C22005-6B7A-4668-B880-B86B5AD870C5}" type="datetime1">
              <a:rPr lang="en-US" altLang="x-none" smtClean="0"/>
              <a:t>8/19/2026</a:t>
            </a:fld>
            <a:endParaRPr lang="en-GB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9A5B1077-DFDC-4177-BEA9-F4BA4D7541A9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032176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67A59B39-0B04-415F-BEAC-088FA52B5FD1}" type="datetime1">
              <a:rPr lang="en-US" altLang="x-none" smtClean="0"/>
              <a:t>8/19/2026</a:t>
            </a:fld>
            <a:endParaRPr lang="en-GB" altLang="x-non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x-non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829DB524-A9BB-4FB5-8B75-CA1443C913EA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95903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C6C52-E6E2-4221-8D17-841165310C87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7D7B-CD9C-4C7B-93F1-D51D43E6C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2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8" Type="http://schemas.openxmlformats.org/officeDocument/2006/relationships/image" Target="../media/image9.png"/><Relationship Id="rId51" Type="http://schemas.openxmlformats.org/officeDocument/2006/relationships/customXml" Target="../ink/ink15.xml"/><Relationship Id="rId3" Type="http://schemas.openxmlformats.org/officeDocument/2006/relationships/customXml" Target="../ink/ink1.xml"/><Relationship Id="rId42" Type="http://schemas.openxmlformats.org/officeDocument/2006/relationships/image" Target="../media/image21.png"/><Relationship Id="rId47" Type="http://schemas.openxmlformats.org/officeDocument/2006/relationships/customXml" Target="../ink/ink13.xml"/><Relationship Id="rId50" Type="http://schemas.openxmlformats.org/officeDocument/2006/relationships/image" Target="../media/image25.png"/><Relationship Id="rId55" Type="http://schemas.openxmlformats.org/officeDocument/2006/relationships/customXml" Target="../ink/ink17.xml"/><Relationship Id="rId63" Type="http://schemas.openxmlformats.org/officeDocument/2006/relationships/customXml" Target="../ink/ink21.xml"/><Relationship Id="rId7" Type="http://schemas.openxmlformats.org/officeDocument/2006/relationships/customXml" Target="../ink/ink3.xml"/><Relationship Id="rId17" Type="http://schemas.openxmlformats.org/officeDocument/2006/relationships/customXml" Target="../ink/ink6.xml"/><Relationship Id="rId25" Type="http://schemas.openxmlformats.org/officeDocument/2006/relationships/customXml" Target="../ink/ink8.xml"/><Relationship Id="rId46" Type="http://schemas.openxmlformats.org/officeDocument/2006/relationships/image" Target="../media/image23.png"/><Relationship Id="rId59" Type="http://schemas.openxmlformats.org/officeDocument/2006/relationships/customXml" Target="../ink/ink19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41" Type="http://schemas.openxmlformats.org/officeDocument/2006/relationships/customXml" Target="../ink/ink10.xml"/><Relationship Id="rId54" Type="http://schemas.openxmlformats.org/officeDocument/2006/relationships/image" Target="../media/image5.png"/><Relationship Id="rId6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12.xml"/><Relationship Id="rId53" Type="http://schemas.openxmlformats.org/officeDocument/2006/relationships/customXml" Target="../ink/ink16.xml"/><Relationship Id="rId58" Type="http://schemas.openxmlformats.org/officeDocument/2006/relationships/image" Target="../media/image10.png"/><Relationship Id="rId5" Type="http://schemas.openxmlformats.org/officeDocument/2006/relationships/customXml" Target="../ink/ink2.xml"/><Relationship Id="rId15" Type="http://schemas.openxmlformats.org/officeDocument/2006/relationships/customXml" Target="../ink/ink5.xml"/><Relationship Id="rId49" Type="http://schemas.openxmlformats.org/officeDocument/2006/relationships/customXml" Target="../ink/ink14.xml"/><Relationship Id="rId57" Type="http://schemas.openxmlformats.org/officeDocument/2006/relationships/customXml" Target="../ink/ink18.xml"/><Relationship Id="rId61" Type="http://schemas.openxmlformats.org/officeDocument/2006/relationships/customXml" Target="../ink/ink20.xml"/><Relationship Id="rId19" Type="http://schemas.openxmlformats.org/officeDocument/2006/relationships/customXml" Target="../ink/ink7.xml"/><Relationship Id="rId31" Type="http://schemas.openxmlformats.org/officeDocument/2006/relationships/customXml" Target="../ink/ink9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43" Type="http://schemas.openxmlformats.org/officeDocument/2006/relationships/customXml" Target="../ink/ink11.xml"/><Relationship Id="rId48" Type="http://schemas.openxmlformats.org/officeDocument/2006/relationships/image" Target="../media/image24.png"/><Relationship Id="rId56" Type="http://schemas.openxmlformats.org/officeDocument/2006/relationships/image" Target="../media/image6.png"/><Relationship Id="rId6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9" Type="http://schemas.openxmlformats.org/officeDocument/2006/relationships/customXml" Target="../ink/ink40.xml"/><Relationship Id="rId21" Type="http://schemas.openxmlformats.org/officeDocument/2006/relationships/customXml" Target="../ink/ink31.xml"/><Relationship Id="rId34" Type="http://schemas.openxmlformats.org/officeDocument/2006/relationships/image" Target="../media/image40.png"/><Relationship Id="rId42" Type="http://schemas.openxmlformats.org/officeDocument/2006/relationships/image" Target="../media/image44.png"/><Relationship Id="rId47" Type="http://schemas.openxmlformats.org/officeDocument/2006/relationships/customXml" Target="../ink/ink44.xml"/><Relationship Id="rId50" Type="http://schemas.openxmlformats.org/officeDocument/2006/relationships/image" Target="../media/image48.png"/><Relationship Id="rId55" Type="http://schemas.openxmlformats.org/officeDocument/2006/relationships/customXml" Target="../ink/ink48.xml"/><Relationship Id="rId63" Type="http://schemas.openxmlformats.org/officeDocument/2006/relationships/customXml" Target="../ink/ink52.xml"/><Relationship Id="rId68" Type="http://schemas.openxmlformats.org/officeDocument/2006/relationships/image" Target="../media/image57.png"/><Relationship Id="rId76" Type="http://schemas.openxmlformats.org/officeDocument/2006/relationships/image" Target="../media/image61.png"/><Relationship Id="rId7" Type="http://schemas.openxmlformats.org/officeDocument/2006/relationships/customXml" Target="../ink/ink24.xml"/><Relationship Id="rId71" Type="http://schemas.openxmlformats.org/officeDocument/2006/relationships/customXml" Target="../ink/ink56.xml"/><Relationship Id="rId2" Type="http://schemas.openxmlformats.org/officeDocument/2006/relationships/image" Target="../media/image17.jpeg"/><Relationship Id="rId16" Type="http://schemas.openxmlformats.org/officeDocument/2006/relationships/image" Target="../media/image31.png"/><Relationship Id="rId29" Type="http://schemas.openxmlformats.org/officeDocument/2006/relationships/customXml" Target="../ink/ink35.xml"/><Relationship Id="rId11" Type="http://schemas.openxmlformats.org/officeDocument/2006/relationships/customXml" Target="../ink/ink26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39.xml"/><Relationship Id="rId40" Type="http://schemas.openxmlformats.org/officeDocument/2006/relationships/image" Target="../media/image43.png"/><Relationship Id="rId45" Type="http://schemas.openxmlformats.org/officeDocument/2006/relationships/customXml" Target="../ink/ink43.xml"/><Relationship Id="rId53" Type="http://schemas.openxmlformats.org/officeDocument/2006/relationships/customXml" Target="../ink/ink47.xml"/><Relationship Id="rId58" Type="http://schemas.openxmlformats.org/officeDocument/2006/relationships/image" Target="../media/image52.png"/><Relationship Id="rId66" Type="http://schemas.openxmlformats.org/officeDocument/2006/relationships/image" Target="../media/image56.png"/><Relationship Id="rId74" Type="http://schemas.openxmlformats.org/officeDocument/2006/relationships/image" Target="../media/image60.png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45.xml"/><Relationship Id="rId57" Type="http://schemas.openxmlformats.org/officeDocument/2006/relationships/customXml" Target="../ink/ink49.xml"/><Relationship Id="rId61" Type="http://schemas.openxmlformats.org/officeDocument/2006/relationships/customXml" Target="../ink/ink51.xml"/><Relationship Id="rId10" Type="http://schemas.openxmlformats.org/officeDocument/2006/relationships/image" Target="../media/image28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4" Type="http://schemas.openxmlformats.org/officeDocument/2006/relationships/image" Target="../media/image45.png"/><Relationship Id="rId52" Type="http://schemas.openxmlformats.org/officeDocument/2006/relationships/image" Target="../media/image49.png"/><Relationship Id="rId60" Type="http://schemas.openxmlformats.org/officeDocument/2006/relationships/image" Target="../media/image53.png"/><Relationship Id="rId65" Type="http://schemas.openxmlformats.org/officeDocument/2006/relationships/customXml" Target="../ink/ink53.xml"/><Relationship Id="rId73" Type="http://schemas.openxmlformats.org/officeDocument/2006/relationships/customXml" Target="../ink/ink57.xml"/><Relationship Id="rId78" Type="http://schemas.openxmlformats.org/officeDocument/2006/relationships/image" Target="../media/image62.png"/><Relationship Id="rId4" Type="http://schemas.openxmlformats.org/officeDocument/2006/relationships/image" Target="../media/image18.png"/><Relationship Id="rId9" Type="http://schemas.openxmlformats.org/officeDocument/2006/relationships/customXml" Target="../ink/ink25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34.xml"/><Relationship Id="rId30" Type="http://schemas.openxmlformats.org/officeDocument/2006/relationships/image" Target="../media/image38.png"/><Relationship Id="rId35" Type="http://schemas.openxmlformats.org/officeDocument/2006/relationships/customXml" Target="../ink/ink38.xml"/><Relationship Id="rId43" Type="http://schemas.openxmlformats.org/officeDocument/2006/relationships/customXml" Target="../ink/ink42.xml"/><Relationship Id="rId48" Type="http://schemas.openxmlformats.org/officeDocument/2006/relationships/image" Target="../media/image47.png"/><Relationship Id="rId56" Type="http://schemas.openxmlformats.org/officeDocument/2006/relationships/image" Target="../media/image51.png"/><Relationship Id="rId64" Type="http://schemas.openxmlformats.org/officeDocument/2006/relationships/image" Target="../media/image55.png"/><Relationship Id="rId69" Type="http://schemas.openxmlformats.org/officeDocument/2006/relationships/customXml" Target="../ink/ink55.xml"/><Relationship Id="rId77" Type="http://schemas.openxmlformats.org/officeDocument/2006/relationships/customXml" Target="../ink/ink59.xml"/><Relationship Id="rId8" Type="http://schemas.openxmlformats.org/officeDocument/2006/relationships/image" Target="../media/image27.png"/><Relationship Id="rId51" Type="http://schemas.openxmlformats.org/officeDocument/2006/relationships/customXml" Target="../ink/ink46.xml"/><Relationship Id="rId72" Type="http://schemas.openxmlformats.org/officeDocument/2006/relationships/image" Target="../media/image59.png"/><Relationship Id="rId3" Type="http://schemas.openxmlformats.org/officeDocument/2006/relationships/customXml" Target="../ink/ink22.xml"/><Relationship Id="rId12" Type="http://schemas.openxmlformats.org/officeDocument/2006/relationships/image" Target="../media/image29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59" Type="http://schemas.openxmlformats.org/officeDocument/2006/relationships/customXml" Target="../ink/ink50.xml"/><Relationship Id="rId67" Type="http://schemas.openxmlformats.org/officeDocument/2006/relationships/customXml" Target="../ink/ink54.xml"/><Relationship Id="rId20" Type="http://schemas.openxmlformats.org/officeDocument/2006/relationships/image" Target="../media/image33.png"/><Relationship Id="rId41" Type="http://schemas.openxmlformats.org/officeDocument/2006/relationships/customXml" Target="../ink/ink41.xml"/><Relationship Id="rId54" Type="http://schemas.openxmlformats.org/officeDocument/2006/relationships/image" Target="../media/image50.png"/><Relationship Id="rId62" Type="http://schemas.openxmlformats.org/officeDocument/2006/relationships/image" Target="../media/image54.png"/><Relationship Id="rId70" Type="http://schemas.openxmlformats.org/officeDocument/2006/relationships/image" Target="../media/image58.png"/><Relationship Id="rId75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5.xml"/><Relationship Id="rId18" Type="http://schemas.openxmlformats.org/officeDocument/2006/relationships/image" Target="../media/image71.png"/><Relationship Id="rId26" Type="http://schemas.openxmlformats.org/officeDocument/2006/relationships/image" Target="../media/image75.png"/><Relationship Id="rId39" Type="http://schemas.openxmlformats.org/officeDocument/2006/relationships/customXml" Target="../ink/ink78.xml"/><Relationship Id="rId3" Type="http://schemas.openxmlformats.org/officeDocument/2006/relationships/customXml" Target="../ink/ink60.xml"/><Relationship Id="rId21" Type="http://schemas.openxmlformats.org/officeDocument/2006/relationships/customXml" Target="../ink/ink69.xml"/><Relationship Id="rId34" Type="http://schemas.openxmlformats.org/officeDocument/2006/relationships/image" Target="../media/image79.png"/><Relationship Id="rId42" Type="http://schemas.openxmlformats.org/officeDocument/2006/relationships/image" Target="../media/image83.png"/><Relationship Id="rId47" Type="http://schemas.openxmlformats.org/officeDocument/2006/relationships/customXml" Target="../ink/ink82.xml"/><Relationship Id="rId50" Type="http://schemas.openxmlformats.org/officeDocument/2006/relationships/image" Target="../media/image87.png"/><Relationship Id="rId7" Type="http://schemas.openxmlformats.org/officeDocument/2006/relationships/customXml" Target="../ink/ink62.xml"/><Relationship Id="rId12" Type="http://schemas.openxmlformats.org/officeDocument/2006/relationships/image" Target="../media/image68.png"/><Relationship Id="rId17" Type="http://schemas.openxmlformats.org/officeDocument/2006/relationships/customXml" Target="../ink/ink67.xml"/><Relationship Id="rId25" Type="http://schemas.openxmlformats.org/officeDocument/2006/relationships/customXml" Target="../ink/ink71.xml"/><Relationship Id="rId33" Type="http://schemas.openxmlformats.org/officeDocument/2006/relationships/customXml" Target="../ink/ink75.xml"/><Relationship Id="rId38" Type="http://schemas.openxmlformats.org/officeDocument/2006/relationships/image" Target="../media/image81.png"/><Relationship Id="rId46" Type="http://schemas.openxmlformats.org/officeDocument/2006/relationships/image" Target="../media/image85.png"/><Relationship Id="rId2" Type="http://schemas.openxmlformats.org/officeDocument/2006/relationships/image" Target="../media/image63.png"/><Relationship Id="rId16" Type="http://schemas.openxmlformats.org/officeDocument/2006/relationships/image" Target="../media/image70.png"/><Relationship Id="rId20" Type="http://schemas.openxmlformats.org/officeDocument/2006/relationships/image" Target="../media/image72.png"/><Relationship Id="rId29" Type="http://schemas.openxmlformats.org/officeDocument/2006/relationships/customXml" Target="../ink/ink73.xml"/><Relationship Id="rId41" Type="http://schemas.openxmlformats.org/officeDocument/2006/relationships/customXml" Target="../ink/ink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customXml" Target="../ink/ink64.xml"/><Relationship Id="rId24" Type="http://schemas.openxmlformats.org/officeDocument/2006/relationships/image" Target="../media/image74.png"/><Relationship Id="rId32" Type="http://schemas.openxmlformats.org/officeDocument/2006/relationships/image" Target="../media/image78.png"/><Relationship Id="rId37" Type="http://schemas.openxmlformats.org/officeDocument/2006/relationships/customXml" Target="../ink/ink77.xml"/><Relationship Id="rId40" Type="http://schemas.openxmlformats.org/officeDocument/2006/relationships/image" Target="../media/image82.png"/><Relationship Id="rId45" Type="http://schemas.openxmlformats.org/officeDocument/2006/relationships/customXml" Target="../ink/ink81.xml"/><Relationship Id="rId5" Type="http://schemas.openxmlformats.org/officeDocument/2006/relationships/customXml" Target="../ink/ink61.xml"/><Relationship Id="rId15" Type="http://schemas.openxmlformats.org/officeDocument/2006/relationships/customXml" Target="../ink/ink66.xml"/><Relationship Id="rId23" Type="http://schemas.openxmlformats.org/officeDocument/2006/relationships/customXml" Target="../ink/ink70.xml"/><Relationship Id="rId28" Type="http://schemas.openxmlformats.org/officeDocument/2006/relationships/image" Target="../media/image76.png"/><Relationship Id="rId36" Type="http://schemas.openxmlformats.org/officeDocument/2006/relationships/image" Target="../media/image80.png"/><Relationship Id="rId49" Type="http://schemas.openxmlformats.org/officeDocument/2006/relationships/customXml" Target="../ink/ink83.xml"/><Relationship Id="rId10" Type="http://schemas.openxmlformats.org/officeDocument/2006/relationships/image" Target="../media/image67.png"/><Relationship Id="rId19" Type="http://schemas.openxmlformats.org/officeDocument/2006/relationships/customXml" Target="../ink/ink68.xml"/><Relationship Id="rId31" Type="http://schemas.openxmlformats.org/officeDocument/2006/relationships/customXml" Target="../ink/ink74.xml"/><Relationship Id="rId44" Type="http://schemas.openxmlformats.org/officeDocument/2006/relationships/image" Target="../media/image84.png"/><Relationship Id="rId4" Type="http://schemas.openxmlformats.org/officeDocument/2006/relationships/image" Target="../media/image64.png"/><Relationship Id="rId9" Type="http://schemas.openxmlformats.org/officeDocument/2006/relationships/customXml" Target="../ink/ink63.xml"/><Relationship Id="rId14" Type="http://schemas.openxmlformats.org/officeDocument/2006/relationships/image" Target="../media/image69.png"/><Relationship Id="rId22" Type="http://schemas.openxmlformats.org/officeDocument/2006/relationships/image" Target="../media/image73.png"/><Relationship Id="rId27" Type="http://schemas.openxmlformats.org/officeDocument/2006/relationships/customXml" Target="../ink/ink72.xml"/><Relationship Id="rId30" Type="http://schemas.openxmlformats.org/officeDocument/2006/relationships/image" Target="../media/image77.png"/><Relationship Id="rId35" Type="http://schemas.openxmlformats.org/officeDocument/2006/relationships/customXml" Target="../ink/ink76.xml"/><Relationship Id="rId43" Type="http://schemas.openxmlformats.org/officeDocument/2006/relationships/customXml" Target="../ink/ink80.xml"/><Relationship Id="rId48" Type="http://schemas.openxmlformats.org/officeDocument/2006/relationships/image" Target="../media/image86.png"/><Relationship Id="rId8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9.xml"/><Relationship Id="rId18" Type="http://schemas.openxmlformats.org/officeDocument/2006/relationships/image" Target="../media/image107.png"/><Relationship Id="rId26" Type="http://schemas.openxmlformats.org/officeDocument/2006/relationships/image" Target="../media/image111.png"/><Relationship Id="rId39" Type="http://schemas.openxmlformats.org/officeDocument/2006/relationships/customXml" Target="../ink/ink102.xml"/><Relationship Id="rId21" Type="http://schemas.openxmlformats.org/officeDocument/2006/relationships/customXml" Target="../ink/ink93.xml"/><Relationship Id="rId34" Type="http://schemas.openxmlformats.org/officeDocument/2006/relationships/image" Target="../media/image115.png"/><Relationship Id="rId42" Type="http://schemas.openxmlformats.org/officeDocument/2006/relationships/image" Target="../media/image119.png"/><Relationship Id="rId47" Type="http://schemas.openxmlformats.org/officeDocument/2006/relationships/customXml" Target="../ink/ink106.xml"/><Relationship Id="rId50" Type="http://schemas.openxmlformats.org/officeDocument/2006/relationships/image" Target="../media/image123.png"/><Relationship Id="rId55" Type="http://schemas.openxmlformats.org/officeDocument/2006/relationships/customXml" Target="../ink/ink110.xml"/><Relationship Id="rId7" Type="http://schemas.openxmlformats.org/officeDocument/2006/relationships/customXml" Target="../ink/ink86.xml"/><Relationship Id="rId12" Type="http://schemas.openxmlformats.org/officeDocument/2006/relationships/image" Target="../media/image104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117.png"/><Relationship Id="rId46" Type="http://schemas.openxmlformats.org/officeDocument/2006/relationships/image" Target="../media/image121.png"/><Relationship Id="rId2" Type="http://schemas.openxmlformats.org/officeDocument/2006/relationships/image" Target="../media/image1.png"/><Relationship Id="rId16" Type="http://schemas.openxmlformats.org/officeDocument/2006/relationships/image" Target="../media/image106.png"/><Relationship Id="rId20" Type="http://schemas.openxmlformats.org/officeDocument/2006/relationships/image" Target="../media/image108.png"/><Relationship Id="rId29" Type="http://schemas.openxmlformats.org/officeDocument/2006/relationships/customXml" Target="../ink/ink97.xml"/><Relationship Id="rId41" Type="http://schemas.openxmlformats.org/officeDocument/2006/relationships/customXml" Target="../ink/ink103.xml"/><Relationship Id="rId54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customXml" Target="../ink/ink88.xml"/><Relationship Id="rId24" Type="http://schemas.openxmlformats.org/officeDocument/2006/relationships/image" Target="../media/image110.png"/><Relationship Id="rId32" Type="http://schemas.openxmlformats.org/officeDocument/2006/relationships/image" Target="../media/image114.png"/><Relationship Id="rId37" Type="http://schemas.openxmlformats.org/officeDocument/2006/relationships/customXml" Target="../ink/ink101.xml"/><Relationship Id="rId40" Type="http://schemas.openxmlformats.org/officeDocument/2006/relationships/image" Target="../media/image118.png"/><Relationship Id="rId45" Type="http://schemas.openxmlformats.org/officeDocument/2006/relationships/customXml" Target="../ink/ink105.xml"/><Relationship Id="rId53" Type="http://schemas.openxmlformats.org/officeDocument/2006/relationships/customXml" Target="../ink/ink109.xml"/><Relationship Id="rId58" Type="http://schemas.openxmlformats.org/officeDocument/2006/relationships/image" Target="../media/image127.png"/><Relationship Id="rId5" Type="http://schemas.openxmlformats.org/officeDocument/2006/relationships/customXml" Target="../ink/ink85.xml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112.png"/><Relationship Id="rId36" Type="http://schemas.openxmlformats.org/officeDocument/2006/relationships/image" Target="../media/image116.png"/><Relationship Id="rId49" Type="http://schemas.openxmlformats.org/officeDocument/2006/relationships/customXml" Target="../ink/ink107.xml"/><Relationship Id="rId57" Type="http://schemas.openxmlformats.org/officeDocument/2006/relationships/customXml" Target="../ink/ink111.xml"/><Relationship Id="rId10" Type="http://schemas.openxmlformats.org/officeDocument/2006/relationships/image" Target="../media/image103.png"/><Relationship Id="rId19" Type="http://schemas.openxmlformats.org/officeDocument/2006/relationships/customXml" Target="../ink/ink92.xml"/><Relationship Id="rId31" Type="http://schemas.openxmlformats.org/officeDocument/2006/relationships/customXml" Target="../ink/ink98.xml"/><Relationship Id="rId44" Type="http://schemas.openxmlformats.org/officeDocument/2006/relationships/image" Target="../media/image120.png"/><Relationship Id="rId52" Type="http://schemas.openxmlformats.org/officeDocument/2006/relationships/image" Target="../media/image124.png"/><Relationship Id="rId4" Type="http://schemas.openxmlformats.org/officeDocument/2006/relationships/image" Target="../media/image100.png"/><Relationship Id="rId9" Type="http://schemas.openxmlformats.org/officeDocument/2006/relationships/customXml" Target="../ink/ink87.xml"/><Relationship Id="rId14" Type="http://schemas.openxmlformats.org/officeDocument/2006/relationships/image" Target="../media/image105.png"/><Relationship Id="rId22" Type="http://schemas.openxmlformats.org/officeDocument/2006/relationships/image" Target="../media/image109.png"/><Relationship Id="rId27" Type="http://schemas.openxmlformats.org/officeDocument/2006/relationships/customXml" Target="../ink/ink96.xml"/><Relationship Id="rId30" Type="http://schemas.openxmlformats.org/officeDocument/2006/relationships/image" Target="../media/image113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122.png"/><Relationship Id="rId56" Type="http://schemas.openxmlformats.org/officeDocument/2006/relationships/image" Target="../media/image126.png"/><Relationship Id="rId8" Type="http://schemas.openxmlformats.org/officeDocument/2006/relationships/image" Target="../media/image102.png"/><Relationship Id="rId51" Type="http://schemas.openxmlformats.org/officeDocument/2006/relationships/customXml" Target="../ink/ink108.xml"/><Relationship Id="rId3" Type="http://schemas.openxmlformats.org/officeDocument/2006/relationships/customXml" Target="../ink/ink8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customXml" Target="../ink/ink1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customXml" Target="../ink/ink1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9.xml"/><Relationship Id="rId18" Type="http://schemas.openxmlformats.org/officeDocument/2006/relationships/image" Target="../media/image581.png"/><Relationship Id="rId26" Type="http://schemas.openxmlformats.org/officeDocument/2006/relationships/image" Target="../media/image621.png"/><Relationship Id="rId39" Type="http://schemas.openxmlformats.org/officeDocument/2006/relationships/customXml" Target="../ink/ink132.xml"/><Relationship Id="rId21" Type="http://schemas.openxmlformats.org/officeDocument/2006/relationships/customXml" Target="../ink/ink123.xml"/><Relationship Id="rId34" Type="http://schemas.openxmlformats.org/officeDocument/2006/relationships/image" Target="../media/image661.png"/><Relationship Id="rId42" Type="http://schemas.openxmlformats.org/officeDocument/2006/relationships/image" Target="../media/image701.png"/><Relationship Id="rId47" Type="http://schemas.openxmlformats.org/officeDocument/2006/relationships/customXml" Target="../ink/ink136.xml"/><Relationship Id="rId50" Type="http://schemas.openxmlformats.org/officeDocument/2006/relationships/image" Target="../media/image730.png"/><Relationship Id="rId55" Type="http://schemas.openxmlformats.org/officeDocument/2006/relationships/customXml" Target="../ink/ink140.xml"/><Relationship Id="rId7" Type="http://schemas.openxmlformats.org/officeDocument/2006/relationships/customXml" Target="../ink/ink116.xml"/><Relationship Id="rId12" Type="http://schemas.openxmlformats.org/officeDocument/2006/relationships/image" Target="../media/image551.png"/><Relationship Id="rId17" Type="http://schemas.openxmlformats.org/officeDocument/2006/relationships/customXml" Target="../ink/ink121.xml"/><Relationship Id="rId25" Type="http://schemas.openxmlformats.org/officeDocument/2006/relationships/customXml" Target="../ink/ink125.xml"/><Relationship Id="rId33" Type="http://schemas.openxmlformats.org/officeDocument/2006/relationships/customXml" Target="../ink/ink129.xml"/><Relationship Id="rId38" Type="http://schemas.openxmlformats.org/officeDocument/2006/relationships/image" Target="../media/image681.png"/><Relationship Id="rId46" Type="http://schemas.openxmlformats.org/officeDocument/2006/relationships/image" Target="../media/image721.png"/><Relationship Id="rId2" Type="http://schemas.openxmlformats.org/officeDocument/2006/relationships/image" Target="../media/image98.png"/><Relationship Id="rId16" Type="http://schemas.openxmlformats.org/officeDocument/2006/relationships/image" Target="../media/image571.png"/><Relationship Id="rId20" Type="http://schemas.openxmlformats.org/officeDocument/2006/relationships/image" Target="../media/image591.png"/><Relationship Id="rId29" Type="http://schemas.openxmlformats.org/officeDocument/2006/relationships/customXml" Target="../ink/ink127.xml"/><Relationship Id="rId41" Type="http://schemas.openxmlformats.org/officeDocument/2006/relationships/customXml" Target="../ink/ink133.xml"/><Relationship Id="rId54" Type="http://schemas.openxmlformats.org/officeDocument/2006/relationships/image" Target="../media/image7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11" Type="http://schemas.openxmlformats.org/officeDocument/2006/relationships/customXml" Target="../ink/ink118.xml"/><Relationship Id="rId24" Type="http://schemas.openxmlformats.org/officeDocument/2006/relationships/image" Target="../media/image611.png"/><Relationship Id="rId32" Type="http://schemas.openxmlformats.org/officeDocument/2006/relationships/image" Target="../media/image651.png"/><Relationship Id="rId37" Type="http://schemas.openxmlformats.org/officeDocument/2006/relationships/customXml" Target="../ink/ink131.xml"/><Relationship Id="rId40" Type="http://schemas.openxmlformats.org/officeDocument/2006/relationships/image" Target="../media/image691.png"/><Relationship Id="rId45" Type="http://schemas.openxmlformats.org/officeDocument/2006/relationships/customXml" Target="../ink/ink135.xml"/><Relationship Id="rId53" Type="http://schemas.openxmlformats.org/officeDocument/2006/relationships/customXml" Target="../ink/ink139.xml"/><Relationship Id="rId5" Type="http://schemas.openxmlformats.org/officeDocument/2006/relationships/customXml" Target="../ink/ink115.xml"/><Relationship Id="rId15" Type="http://schemas.openxmlformats.org/officeDocument/2006/relationships/customXml" Target="../ink/ink120.xml"/><Relationship Id="rId23" Type="http://schemas.openxmlformats.org/officeDocument/2006/relationships/customXml" Target="../ink/ink124.xml"/><Relationship Id="rId28" Type="http://schemas.openxmlformats.org/officeDocument/2006/relationships/image" Target="../media/image631.png"/><Relationship Id="rId36" Type="http://schemas.openxmlformats.org/officeDocument/2006/relationships/image" Target="../media/image671.png"/><Relationship Id="rId49" Type="http://schemas.openxmlformats.org/officeDocument/2006/relationships/customXml" Target="../ink/ink137.xml"/><Relationship Id="rId10" Type="http://schemas.openxmlformats.org/officeDocument/2006/relationships/image" Target="../media/image541.png"/><Relationship Id="rId19" Type="http://schemas.openxmlformats.org/officeDocument/2006/relationships/customXml" Target="../ink/ink122.xml"/><Relationship Id="rId31" Type="http://schemas.openxmlformats.org/officeDocument/2006/relationships/customXml" Target="../ink/ink128.xml"/><Relationship Id="rId44" Type="http://schemas.openxmlformats.org/officeDocument/2006/relationships/image" Target="../media/image711.png"/><Relationship Id="rId52" Type="http://schemas.openxmlformats.org/officeDocument/2006/relationships/image" Target="../media/image741.png"/><Relationship Id="rId4" Type="http://schemas.openxmlformats.org/officeDocument/2006/relationships/image" Target="../media/image511.png"/><Relationship Id="rId9" Type="http://schemas.openxmlformats.org/officeDocument/2006/relationships/customXml" Target="../ink/ink117.xml"/><Relationship Id="rId14" Type="http://schemas.openxmlformats.org/officeDocument/2006/relationships/image" Target="../media/image561.png"/><Relationship Id="rId22" Type="http://schemas.openxmlformats.org/officeDocument/2006/relationships/image" Target="../media/image601.png"/><Relationship Id="rId27" Type="http://schemas.openxmlformats.org/officeDocument/2006/relationships/customXml" Target="../ink/ink126.xml"/><Relationship Id="rId30" Type="http://schemas.openxmlformats.org/officeDocument/2006/relationships/image" Target="../media/image641.png"/><Relationship Id="rId35" Type="http://schemas.openxmlformats.org/officeDocument/2006/relationships/customXml" Target="../ink/ink130.xml"/><Relationship Id="rId43" Type="http://schemas.openxmlformats.org/officeDocument/2006/relationships/customXml" Target="../ink/ink134.xml"/><Relationship Id="rId48" Type="http://schemas.openxmlformats.org/officeDocument/2006/relationships/image" Target="../media/image26.png"/><Relationship Id="rId56" Type="http://schemas.openxmlformats.org/officeDocument/2006/relationships/image" Target="../media/image760.png"/><Relationship Id="rId8" Type="http://schemas.openxmlformats.org/officeDocument/2006/relationships/image" Target="../media/image531.png"/><Relationship Id="rId51" Type="http://schemas.openxmlformats.org/officeDocument/2006/relationships/customXml" Target="../ink/ink138.xml"/><Relationship Id="rId3" Type="http://schemas.openxmlformats.org/officeDocument/2006/relationships/customXml" Target="../ink/ink1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.png"/><Relationship Id="rId13" Type="http://schemas.openxmlformats.org/officeDocument/2006/relationships/customXml" Target="../ink/ink146.xml"/><Relationship Id="rId3" Type="http://schemas.openxmlformats.org/officeDocument/2006/relationships/customXml" Target="../ink/ink141.xml"/><Relationship Id="rId7" Type="http://schemas.openxmlformats.org/officeDocument/2006/relationships/customXml" Target="../ink/ink143.xml"/><Relationship Id="rId12" Type="http://schemas.openxmlformats.org/officeDocument/2006/relationships/image" Target="../media/image137.png"/><Relationship Id="rId2" Type="http://schemas.openxmlformats.org/officeDocument/2006/relationships/image" Target="../media/image130.png"/><Relationship Id="rId16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1.png"/><Relationship Id="rId11" Type="http://schemas.openxmlformats.org/officeDocument/2006/relationships/customXml" Target="../ink/ink145.xml"/><Relationship Id="rId5" Type="http://schemas.openxmlformats.org/officeDocument/2006/relationships/customXml" Target="../ink/ink142.xml"/><Relationship Id="rId15" Type="http://schemas.openxmlformats.org/officeDocument/2006/relationships/customXml" Target="../ink/ink147.xml"/><Relationship Id="rId10" Type="http://schemas.openxmlformats.org/officeDocument/2006/relationships/image" Target="../media/image136.png"/><Relationship Id="rId4" Type="http://schemas.openxmlformats.org/officeDocument/2006/relationships/image" Target="../media/image790.png"/><Relationship Id="rId9" Type="http://schemas.openxmlformats.org/officeDocument/2006/relationships/customXml" Target="../ink/ink144.xml"/><Relationship Id="rId14" Type="http://schemas.openxmlformats.org/officeDocument/2006/relationships/image" Target="../media/image1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40.png"/><Relationship Id="rId21" Type="http://schemas.openxmlformats.org/officeDocument/2006/relationships/customXml" Target="../ink/ink153.xml"/><Relationship Id="rId34" Type="http://schemas.openxmlformats.org/officeDocument/2006/relationships/image" Target="../media/image981.png"/><Relationship Id="rId42" Type="http://schemas.openxmlformats.org/officeDocument/2006/relationships/image" Target="../media/image1021.png"/><Relationship Id="rId47" Type="http://schemas.openxmlformats.org/officeDocument/2006/relationships/customXml" Target="../ink/ink165.xml"/><Relationship Id="rId50" Type="http://schemas.openxmlformats.org/officeDocument/2006/relationships/image" Target="../media/image1061.png"/><Relationship Id="rId55" Type="http://schemas.openxmlformats.org/officeDocument/2006/relationships/customXml" Target="../ink/ink169.xml"/><Relationship Id="rId63" Type="http://schemas.openxmlformats.org/officeDocument/2006/relationships/customXml" Target="../ink/ink173.xml"/><Relationship Id="rId68" Type="http://schemas.openxmlformats.org/officeDocument/2006/relationships/image" Target="../media/image1151.png"/><Relationship Id="rId76" Type="http://schemas.openxmlformats.org/officeDocument/2006/relationships/image" Target="../media/image1190.png"/><Relationship Id="rId84" Type="http://schemas.openxmlformats.org/officeDocument/2006/relationships/image" Target="../media/image143.png"/><Relationship Id="rId89" Type="http://schemas.openxmlformats.org/officeDocument/2006/relationships/customXml" Target="../ink/ink187.xml"/><Relationship Id="rId97" Type="http://schemas.openxmlformats.org/officeDocument/2006/relationships/customXml" Target="../ink/ink191.xml"/><Relationship Id="rId104" Type="http://schemas.openxmlformats.org/officeDocument/2006/relationships/image" Target="../media/image153.png"/><Relationship Id="rId71" Type="http://schemas.openxmlformats.org/officeDocument/2006/relationships/customXml" Target="../ink/ink177.xml"/><Relationship Id="rId92" Type="http://schemas.openxmlformats.org/officeDocument/2006/relationships/image" Target="../media/image147.png"/><Relationship Id="rId2" Type="http://schemas.openxmlformats.org/officeDocument/2006/relationships/image" Target="../media/image132.png"/><Relationship Id="rId29" Type="http://schemas.openxmlformats.org/officeDocument/2006/relationships/customXml" Target="../ink/ink157.xml"/><Relationship Id="rId107" Type="http://schemas.openxmlformats.org/officeDocument/2006/relationships/customXml" Target="../ink/ink196.xml"/><Relationship Id="rId11" Type="http://schemas.openxmlformats.org/officeDocument/2006/relationships/customXml" Target="../ink/ink151.xml"/><Relationship Id="rId24" Type="http://schemas.openxmlformats.org/officeDocument/2006/relationships/image" Target="../media/image931.png"/><Relationship Id="rId32" Type="http://schemas.openxmlformats.org/officeDocument/2006/relationships/image" Target="../media/image971.png"/><Relationship Id="rId37" Type="http://schemas.openxmlformats.org/officeDocument/2006/relationships/customXml" Target="../ink/ink161.xml"/><Relationship Id="rId40" Type="http://schemas.openxmlformats.org/officeDocument/2006/relationships/image" Target="../media/image1011.png"/><Relationship Id="rId53" Type="http://schemas.openxmlformats.org/officeDocument/2006/relationships/customXml" Target="../ink/ink168.xml"/><Relationship Id="rId58" Type="http://schemas.openxmlformats.org/officeDocument/2006/relationships/image" Target="../media/image1101.png"/><Relationship Id="rId66" Type="http://schemas.openxmlformats.org/officeDocument/2006/relationships/image" Target="../media/image1141.png"/><Relationship Id="rId74" Type="http://schemas.openxmlformats.org/officeDocument/2006/relationships/image" Target="../media/image1180.png"/><Relationship Id="rId79" Type="http://schemas.openxmlformats.org/officeDocument/2006/relationships/customXml" Target="../ink/ink181.xml"/><Relationship Id="rId87" Type="http://schemas.openxmlformats.org/officeDocument/2006/relationships/customXml" Target="../ink/ink186.xml"/><Relationship Id="rId102" Type="http://schemas.openxmlformats.org/officeDocument/2006/relationships/image" Target="../media/image152.png"/><Relationship Id="rId5" Type="http://schemas.openxmlformats.org/officeDocument/2006/relationships/customXml" Target="../ink/ink149.xml"/><Relationship Id="rId61" Type="http://schemas.openxmlformats.org/officeDocument/2006/relationships/customXml" Target="../ink/ink172.xml"/><Relationship Id="rId82" Type="http://schemas.openxmlformats.org/officeDocument/2006/relationships/image" Target="../media/image142.png"/><Relationship Id="rId90" Type="http://schemas.openxmlformats.org/officeDocument/2006/relationships/image" Target="../media/image146.png"/><Relationship Id="rId95" Type="http://schemas.openxmlformats.org/officeDocument/2006/relationships/customXml" Target="../ink/ink190.xml"/><Relationship Id="rId19" Type="http://schemas.openxmlformats.org/officeDocument/2006/relationships/customXml" Target="../ink/ink152.xml"/><Relationship Id="rId22" Type="http://schemas.openxmlformats.org/officeDocument/2006/relationships/image" Target="../media/image921.png"/><Relationship Id="rId27" Type="http://schemas.openxmlformats.org/officeDocument/2006/relationships/customXml" Target="../ink/ink156.xml"/><Relationship Id="rId30" Type="http://schemas.openxmlformats.org/officeDocument/2006/relationships/image" Target="../media/image961.png"/><Relationship Id="rId35" Type="http://schemas.openxmlformats.org/officeDocument/2006/relationships/customXml" Target="../ink/ink160.xml"/><Relationship Id="rId43" Type="http://schemas.openxmlformats.org/officeDocument/2006/relationships/customXml" Target="../ink/ink164.xml"/><Relationship Id="rId48" Type="http://schemas.openxmlformats.org/officeDocument/2006/relationships/image" Target="../media/image1051.png"/><Relationship Id="rId56" Type="http://schemas.openxmlformats.org/officeDocument/2006/relationships/image" Target="../media/image1091.png"/><Relationship Id="rId64" Type="http://schemas.openxmlformats.org/officeDocument/2006/relationships/image" Target="../media/image1131.png"/><Relationship Id="rId69" Type="http://schemas.openxmlformats.org/officeDocument/2006/relationships/customXml" Target="../ink/ink176.xml"/><Relationship Id="rId77" Type="http://schemas.openxmlformats.org/officeDocument/2006/relationships/customXml" Target="../ink/ink180.xml"/><Relationship Id="rId100" Type="http://schemas.openxmlformats.org/officeDocument/2006/relationships/image" Target="../media/image151.png"/><Relationship Id="rId105" Type="http://schemas.openxmlformats.org/officeDocument/2006/relationships/customXml" Target="../ink/ink195.xml"/><Relationship Id="rId8" Type="http://schemas.openxmlformats.org/officeDocument/2006/relationships/image" Target="../media/image26.png"/><Relationship Id="rId51" Type="http://schemas.openxmlformats.org/officeDocument/2006/relationships/customXml" Target="../ink/ink167.xml"/><Relationship Id="rId72" Type="http://schemas.openxmlformats.org/officeDocument/2006/relationships/image" Target="../media/image1170.png"/><Relationship Id="rId80" Type="http://schemas.openxmlformats.org/officeDocument/2006/relationships/customXml" Target="../ink/ink182.xml"/><Relationship Id="rId85" Type="http://schemas.openxmlformats.org/officeDocument/2006/relationships/customXml" Target="../ink/ink185.xml"/><Relationship Id="rId93" Type="http://schemas.openxmlformats.org/officeDocument/2006/relationships/customXml" Target="../ink/ink189.xml"/><Relationship Id="rId98" Type="http://schemas.openxmlformats.org/officeDocument/2006/relationships/image" Target="../media/image150.png"/><Relationship Id="rId3" Type="http://schemas.openxmlformats.org/officeDocument/2006/relationships/customXml" Target="../ink/ink148.xml"/><Relationship Id="rId25" Type="http://schemas.openxmlformats.org/officeDocument/2006/relationships/customXml" Target="../ink/ink155.xml"/><Relationship Id="rId33" Type="http://schemas.openxmlformats.org/officeDocument/2006/relationships/customXml" Target="../ink/ink159.xml"/><Relationship Id="rId38" Type="http://schemas.openxmlformats.org/officeDocument/2006/relationships/image" Target="../media/image1001.png"/><Relationship Id="rId46" Type="http://schemas.openxmlformats.org/officeDocument/2006/relationships/image" Target="../media/image1041.png"/><Relationship Id="rId59" Type="http://schemas.openxmlformats.org/officeDocument/2006/relationships/customXml" Target="../ink/ink171.xml"/><Relationship Id="rId67" Type="http://schemas.openxmlformats.org/officeDocument/2006/relationships/customXml" Target="../ink/ink175.xml"/><Relationship Id="rId103" Type="http://schemas.openxmlformats.org/officeDocument/2006/relationships/customXml" Target="../ink/ink194.xml"/><Relationship Id="rId108" Type="http://schemas.openxmlformats.org/officeDocument/2006/relationships/image" Target="../media/image155.png"/><Relationship Id="rId20" Type="http://schemas.openxmlformats.org/officeDocument/2006/relationships/image" Target="../media/image911.png"/><Relationship Id="rId41" Type="http://schemas.openxmlformats.org/officeDocument/2006/relationships/customXml" Target="../ink/ink163.xml"/><Relationship Id="rId54" Type="http://schemas.openxmlformats.org/officeDocument/2006/relationships/image" Target="../media/image1081.png"/><Relationship Id="rId62" Type="http://schemas.openxmlformats.org/officeDocument/2006/relationships/image" Target="../media/image1121.png"/><Relationship Id="rId70" Type="http://schemas.openxmlformats.org/officeDocument/2006/relationships/image" Target="../media/image1160.png"/><Relationship Id="rId75" Type="http://schemas.openxmlformats.org/officeDocument/2006/relationships/customXml" Target="../ink/ink179.xml"/><Relationship Id="rId83" Type="http://schemas.openxmlformats.org/officeDocument/2006/relationships/customXml" Target="../ink/ink184.xml"/><Relationship Id="rId88" Type="http://schemas.openxmlformats.org/officeDocument/2006/relationships/image" Target="../media/image145.png"/><Relationship Id="rId91" Type="http://schemas.openxmlformats.org/officeDocument/2006/relationships/customXml" Target="../ink/ink188.xml"/><Relationship Id="rId96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23" Type="http://schemas.openxmlformats.org/officeDocument/2006/relationships/customXml" Target="../ink/ink154.xml"/><Relationship Id="rId28" Type="http://schemas.openxmlformats.org/officeDocument/2006/relationships/image" Target="../media/image951.png"/><Relationship Id="rId36" Type="http://schemas.openxmlformats.org/officeDocument/2006/relationships/image" Target="../media/image990.png"/><Relationship Id="rId49" Type="http://schemas.openxmlformats.org/officeDocument/2006/relationships/customXml" Target="../ink/ink166.xml"/><Relationship Id="rId57" Type="http://schemas.openxmlformats.org/officeDocument/2006/relationships/customXml" Target="../ink/ink170.xml"/><Relationship Id="rId106" Type="http://schemas.openxmlformats.org/officeDocument/2006/relationships/image" Target="../media/image154.png"/><Relationship Id="rId10" Type="http://schemas.openxmlformats.org/officeDocument/2006/relationships/image" Target="../media/image861.png"/><Relationship Id="rId31" Type="http://schemas.openxmlformats.org/officeDocument/2006/relationships/customXml" Target="../ink/ink158.xml"/><Relationship Id="rId52" Type="http://schemas.openxmlformats.org/officeDocument/2006/relationships/image" Target="../media/image1071.png"/><Relationship Id="rId60" Type="http://schemas.openxmlformats.org/officeDocument/2006/relationships/image" Target="../media/image1111.png"/><Relationship Id="rId65" Type="http://schemas.openxmlformats.org/officeDocument/2006/relationships/customXml" Target="../ink/ink174.xml"/><Relationship Id="rId73" Type="http://schemas.openxmlformats.org/officeDocument/2006/relationships/customXml" Target="../ink/ink178.xml"/><Relationship Id="rId78" Type="http://schemas.openxmlformats.org/officeDocument/2006/relationships/image" Target="../media/image1200.png"/><Relationship Id="rId81" Type="http://schemas.openxmlformats.org/officeDocument/2006/relationships/customXml" Target="../ink/ink183.xml"/><Relationship Id="rId86" Type="http://schemas.openxmlformats.org/officeDocument/2006/relationships/image" Target="../media/image144.png"/><Relationship Id="rId94" Type="http://schemas.openxmlformats.org/officeDocument/2006/relationships/image" Target="../media/image148.png"/><Relationship Id="rId99" Type="http://schemas.openxmlformats.org/officeDocument/2006/relationships/customXml" Target="../ink/ink192.xml"/><Relationship Id="rId101" Type="http://schemas.openxmlformats.org/officeDocument/2006/relationships/customXml" Target="../ink/ink193.xml"/><Relationship Id="rId4" Type="http://schemas.openxmlformats.org/officeDocument/2006/relationships/image" Target="../media/image840.png"/><Relationship Id="rId9" Type="http://schemas.openxmlformats.org/officeDocument/2006/relationships/customXml" Target="../ink/ink150.xml"/><Relationship Id="rId18" Type="http://schemas.openxmlformats.org/officeDocument/2006/relationships/image" Target="../media/image900.png"/><Relationship Id="rId39" Type="http://schemas.openxmlformats.org/officeDocument/2006/relationships/customXml" Target="../ink/ink16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13" Type="http://schemas.openxmlformats.org/officeDocument/2006/relationships/customXml" Target="../ink/ink202.xml"/><Relationship Id="rId18" Type="http://schemas.openxmlformats.org/officeDocument/2006/relationships/image" Target="../media/image380.png"/><Relationship Id="rId26" Type="http://schemas.openxmlformats.org/officeDocument/2006/relationships/image" Target="../media/image420.png"/><Relationship Id="rId3" Type="http://schemas.openxmlformats.org/officeDocument/2006/relationships/customXml" Target="../ink/ink197.xml"/><Relationship Id="rId21" Type="http://schemas.openxmlformats.org/officeDocument/2006/relationships/customXml" Target="../ink/ink206.xml"/><Relationship Id="rId7" Type="http://schemas.openxmlformats.org/officeDocument/2006/relationships/customXml" Target="../ink/ink199.xml"/><Relationship Id="rId12" Type="http://schemas.openxmlformats.org/officeDocument/2006/relationships/image" Target="../media/image350.png"/><Relationship Id="rId17" Type="http://schemas.openxmlformats.org/officeDocument/2006/relationships/customXml" Target="../ink/ink204.xml"/><Relationship Id="rId25" Type="http://schemas.openxmlformats.org/officeDocument/2006/relationships/customXml" Target="../ink/ink208.xml"/><Relationship Id="rId2" Type="http://schemas.openxmlformats.org/officeDocument/2006/relationships/image" Target="../media/image142.emf"/><Relationship Id="rId16" Type="http://schemas.openxmlformats.org/officeDocument/2006/relationships/image" Target="../media/image370.png"/><Relationship Id="rId20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1.png"/><Relationship Id="rId11" Type="http://schemas.openxmlformats.org/officeDocument/2006/relationships/customXml" Target="../ink/ink201.xml"/><Relationship Id="rId24" Type="http://schemas.openxmlformats.org/officeDocument/2006/relationships/image" Target="../media/image410.png"/><Relationship Id="rId5" Type="http://schemas.openxmlformats.org/officeDocument/2006/relationships/customXml" Target="../ink/ink198.xml"/><Relationship Id="rId15" Type="http://schemas.openxmlformats.org/officeDocument/2006/relationships/customXml" Target="../ink/ink203.xml"/><Relationship Id="rId23" Type="http://schemas.openxmlformats.org/officeDocument/2006/relationships/customXml" Target="../ink/ink207.xml"/><Relationship Id="rId10" Type="http://schemas.openxmlformats.org/officeDocument/2006/relationships/image" Target="../media/image340.png"/><Relationship Id="rId19" Type="http://schemas.openxmlformats.org/officeDocument/2006/relationships/customXml" Target="../ink/ink205.xml"/><Relationship Id="rId4" Type="http://schemas.openxmlformats.org/officeDocument/2006/relationships/image" Target="../media/image310.png"/><Relationship Id="rId9" Type="http://schemas.openxmlformats.org/officeDocument/2006/relationships/customXml" Target="../ink/ink200.xml"/><Relationship Id="rId14" Type="http://schemas.openxmlformats.org/officeDocument/2006/relationships/image" Target="../media/image360.png"/><Relationship Id="rId22" Type="http://schemas.openxmlformats.org/officeDocument/2006/relationships/image" Target="../media/image400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0.xml"/><Relationship Id="rId21" Type="http://schemas.openxmlformats.org/officeDocument/2006/relationships/image" Target="../media/image530.png"/><Relationship Id="rId42" Type="http://schemas.openxmlformats.org/officeDocument/2006/relationships/customXml" Target="../ink/ink228.xml"/><Relationship Id="rId47" Type="http://schemas.openxmlformats.org/officeDocument/2006/relationships/image" Target="../media/image660.png"/><Relationship Id="rId63" Type="http://schemas.openxmlformats.org/officeDocument/2006/relationships/customXml" Target="../ink/ink239.xml"/><Relationship Id="rId68" Type="http://schemas.openxmlformats.org/officeDocument/2006/relationships/customXml" Target="../ink/ink243.xml"/><Relationship Id="rId84" Type="http://schemas.openxmlformats.org/officeDocument/2006/relationships/customXml" Target="../ink/ink251.xml"/><Relationship Id="rId89" Type="http://schemas.openxmlformats.org/officeDocument/2006/relationships/image" Target="../media/image1400.png"/><Relationship Id="rId112" Type="http://schemas.openxmlformats.org/officeDocument/2006/relationships/customXml" Target="../ink/ink266.xml"/><Relationship Id="rId133" Type="http://schemas.openxmlformats.org/officeDocument/2006/relationships/image" Target="../media/image161.png"/><Relationship Id="rId138" Type="http://schemas.openxmlformats.org/officeDocument/2006/relationships/image" Target="../media/image1630.png"/><Relationship Id="rId154" Type="http://schemas.openxmlformats.org/officeDocument/2006/relationships/image" Target="../media/image171.png"/><Relationship Id="rId159" Type="http://schemas.openxmlformats.org/officeDocument/2006/relationships/customXml" Target="../ink/ink287.xml"/><Relationship Id="rId16" Type="http://schemas.openxmlformats.org/officeDocument/2006/relationships/customXml" Target="../ink/ink215.xml"/><Relationship Id="rId107" Type="http://schemas.openxmlformats.org/officeDocument/2006/relationships/customXml" Target="../ink/ink263.xml"/><Relationship Id="rId11" Type="http://schemas.openxmlformats.org/officeDocument/2006/relationships/image" Target="../media/image480.png"/><Relationship Id="rId32" Type="http://schemas.openxmlformats.org/officeDocument/2006/relationships/customXml" Target="../ink/ink223.xml"/><Relationship Id="rId37" Type="http://schemas.openxmlformats.org/officeDocument/2006/relationships/image" Target="../media/image610.png"/><Relationship Id="rId53" Type="http://schemas.openxmlformats.org/officeDocument/2006/relationships/image" Target="../media/image690.png"/><Relationship Id="rId58" Type="http://schemas.openxmlformats.org/officeDocument/2006/relationships/customXml" Target="../ink/ink236.xml"/><Relationship Id="rId74" Type="http://schemas.openxmlformats.org/officeDocument/2006/relationships/customXml" Target="../ink/ink246.xml"/><Relationship Id="rId79" Type="http://schemas.openxmlformats.org/officeDocument/2006/relationships/image" Target="../media/image1350.png"/><Relationship Id="rId102" Type="http://schemas.openxmlformats.org/officeDocument/2006/relationships/customXml" Target="../ink/ink260.xml"/><Relationship Id="rId123" Type="http://schemas.openxmlformats.org/officeDocument/2006/relationships/image" Target="../media/image1560.PNG"/><Relationship Id="rId128" Type="http://schemas.openxmlformats.org/officeDocument/2006/relationships/customXml" Target="../ink/ink271.xml"/><Relationship Id="rId144" Type="http://schemas.openxmlformats.org/officeDocument/2006/relationships/image" Target="../media/image166.png"/><Relationship Id="rId149" Type="http://schemas.openxmlformats.org/officeDocument/2006/relationships/customXml" Target="../ink/ink282.xml"/><Relationship Id="rId5" Type="http://schemas.openxmlformats.org/officeDocument/2006/relationships/image" Target="../media/image450.png"/><Relationship Id="rId90" Type="http://schemas.openxmlformats.org/officeDocument/2006/relationships/customXml" Target="../ink/ink254.xml"/><Relationship Id="rId95" Type="http://schemas.openxmlformats.org/officeDocument/2006/relationships/image" Target="../media/image1430.png"/><Relationship Id="rId160" Type="http://schemas.openxmlformats.org/officeDocument/2006/relationships/image" Target="../media/image174.png"/><Relationship Id="rId165" Type="http://schemas.openxmlformats.org/officeDocument/2006/relationships/customXml" Target="../ink/ink290.xml"/><Relationship Id="rId22" Type="http://schemas.openxmlformats.org/officeDocument/2006/relationships/customXml" Target="../ink/ink218.xml"/><Relationship Id="rId27" Type="http://schemas.openxmlformats.org/officeDocument/2006/relationships/image" Target="../media/image560.png"/><Relationship Id="rId43" Type="http://schemas.openxmlformats.org/officeDocument/2006/relationships/image" Target="../media/image640.png"/><Relationship Id="rId48" Type="http://schemas.openxmlformats.org/officeDocument/2006/relationships/customXml" Target="../ink/ink231.xml"/><Relationship Id="rId64" Type="http://schemas.openxmlformats.org/officeDocument/2006/relationships/customXml" Target="../ink/ink240.xml"/><Relationship Id="rId69" Type="http://schemas.openxmlformats.org/officeDocument/2006/relationships/image" Target="../media/image1300.png"/><Relationship Id="rId134" Type="http://schemas.openxmlformats.org/officeDocument/2006/relationships/customXml" Target="../ink/ink274.xml"/><Relationship Id="rId139" Type="http://schemas.openxmlformats.org/officeDocument/2006/relationships/customXml" Target="../ink/ink277.xml"/><Relationship Id="rId80" Type="http://schemas.openxmlformats.org/officeDocument/2006/relationships/customXml" Target="../ink/ink249.xml"/><Relationship Id="rId85" Type="http://schemas.openxmlformats.org/officeDocument/2006/relationships/image" Target="../media/image1380.png"/><Relationship Id="rId150" Type="http://schemas.openxmlformats.org/officeDocument/2006/relationships/image" Target="../media/image169.png"/><Relationship Id="rId155" Type="http://schemas.openxmlformats.org/officeDocument/2006/relationships/customXml" Target="../ink/ink285.xml"/><Relationship Id="rId12" Type="http://schemas.openxmlformats.org/officeDocument/2006/relationships/customXml" Target="../ink/ink213.xml"/><Relationship Id="rId17" Type="http://schemas.openxmlformats.org/officeDocument/2006/relationships/image" Target="../media/image510.png"/><Relationship Id="rId33" Type="http://schemas.openxmlformats.org/officeDocument/2006/relationships/image" Target="../media/image590.png"/><Relationship Id="rId38" Type="http://schemas.openxmlformats.org/officeDocument/2006/relationships/customXml" Target="../ink/ink226.xml"/><Relationship Id="rId59" Type="http://schemas.openxmlformats.org/officeDocument/2006/relationships/image" Target="../media/image720.png"/><Relationship Id="rId103" Type="http://schemas.openxmlformats.org/officeDocument/2006/relationships/image" Target="../media/image1470.png"/><Relationship Id="rId108" Type="http://schemas.openxmlformats.org/officeDocument/2006/relationships/image" Target="../media/image1490.png"/><Relationship Id="rId124" Type="http://schemas.openxmlformats.org/officeDocument/2006/relationships/customXml" Target="../ink/ink269.xml"/><Relationship Id="rId129" Type="http://schemas.openxmlformats.org/officeDocument/2006/relationships/image" Target="../media/image1590.png"/><Relationship Id="rId20" Type="http://schemas.openxmlformats.org/officeDocument/2006/relationships/customXml" Target="../ink/ink217.xml"/><Relationship Id="rId41" Type="http://schemas.openxmlformats.org/officeDocument/2006/relationships/image" Target="../media/image630.png"/><Relationship Id="rId54" Type="http://schemas.openxmlformats.org/officeDocument/2006/relationships/customXml" Target="../ink/ink234.xml"/><Relationship Id="rId62" Type="http://schemas.openxmlformats.org/officeDocument/2006/relationships/customXml" Target="../ink/ink238.xml"/><Relationship Id="rId70" Type="http://schemas.openxmlformats.org/officeDocument/2006/relationships/customXml" Target="../ink/ink244.xml"/><Relationship Id="rId75" Type="http://schemas.openxmlformats.org/officeDocument/2006/relationships/image" Target="../media/image1330.png"/><Relationship Id="rId83" Type="http://schemas.openxmlformats.org/officeDocument/2006/relationships/image" Target="../media/image1370.png"/><Relationship Id="rId88" Type="http://schemas.openxmlformats.org/officeDocument/2006/relationships/customXml" Target="../ink/ink253.xml"/><Relationship Id="rId91" Type="http://schemas.openxmlformats.org/officeDocument/2006/relationships/image" Target="../media/image1410.png"/><Relationship Id="rId96" Type="http://schemas.openxmlformats.org/officeDocument/2006/relationships/customXml" Target="../ink/ink257.xml"/><Relationship Id="rId111" Type="http://schemas.openxmlformats.org/officeDocument/2006/relationships/image" Target="../media/image1500.png"/><Relationship Id="rId132" Type="http://schemas.openxmlformats.org/officeDocument/2006/relationships/customXml" Target="../ink/ink273.xml"/><Relationship Id="rId140" Type="http://schemas.openxmlformats.org/officeDocument/2006/relationships/image" Target="../media/image164.png"/><Relationship Id="rId145" Type="http://schemas.openxmlformats.org/officeDocument/2006/relationships/customXml" Target="../ink/ink280.xml"/><Relationship Id="rId153" Type="http://schemas.openxmlformats.org/officeDocument/2006/relationships/customXml" Target="../ink/ink284.xml"/><Relationship Id="rId161" Type="http://schemas.openxmlformats.org/officeDocument/2006/relationships/customXml" Target="../ink/ink288.xml"/><Relationship Id="rId166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0.xml"/><Relationship Id="rId15" Type="http://schemas.openxmlformats.org/officeDocument/2006/relationships/image" Target="../media/image500.png"/><Relationship Id="rId23" Type="http://schemas.openxmlformats.org/officeDocument/2006/relationships/image" Target="../media/image540.png"/><Relationship Id="rId28" Type="http://schemas.openxmlformats.org/officeDocument/2006/relationships/customXml" Target="../ink/ink221.xml"/><Relationship Id="rId36" Type="http://schemas.openxmlformats.org/officeDocument/2006/relationships/customXml" Target="../ink/ink225.xml"/><Relationship Id="rId49" Type="http://schemas.openxmlformats.org/officeDocument/2006/relationships/image" Target="../media/image670.png"/><Relationship Id="rId57" Type="http://schemas.openxmlformats.org/officeDocument/2006/relationships/image" Target="../media/image710.png"/><Relationship Id="rId106" Type="http://schemas.openxmlformats.org/officeDocument/2006/relationships/customXml" Target="../ink/ink262.xml"/><Relationship Id="rId119" Type="http://schemas.openxmlformats.org/officeDocument/2006/relationships/image" Target="../media/image1540.png"/><Relationship Id="rId127" Type="http://schemas.openxmlformats.org/officeDocument/2006/relationships/image" Target="../media/image1580.png"/><Relationship Id="rId10" Type="http://schemas.openxmlformats.org/officeDocument/2006/relationships/customXml" Target="../ink/ink212.xml"/><Relationship Id="rId31" Type="http://schemas.openxmlformats.org/officeDocument/2006/relationships/image" Target="../media/image580.png"/><Relationship Id="rId44" Type="http://schemas.openxmlformats.org/officeDocument/2006/relationships/customXml" Target="../ink/ink229.xml"/><Relationship Id="rId52" Type="http://schemas.openxmlformats.org/officeDocument/2006/relationships/customXml" Target="../ink/ink233.xml"/><Relationship Id="rId60" Type="http://schemas.openxmlformats.org/officeDocument/2006/relationships/customXml" Target="../ink/ink237.xml"/><Relationship Id="rId65" Type="http://schemas.openxmlformats.org/officeDocument/2006/relationships/customXml" Target="../ink/ink241.xml"/><Relationship Id="rId73" Type="http://schemas.openxmlformats.org/officeDocument/2006/relationships/image" Target="../media/image1320.png"/><Relationship Id="rId78" Type="http://schemas.openxmlformats.org/officeDocument/2006/relationships/customXml" Target="../ink/ink248.xml"/><Relationship Id="rId81" Type="http://schemas.openxmlformats.org/officeDocument/2006/relationships/image" Target="../media/image1360.png"/><Relationship Id="rId86" Type="http://schemas.openxmlformats.org/officeDocument/2006/relationships/customXml" Target="../ink/ink252.xml"/><Relationship Id="rId94" Type="http://schemas.openxmlformats.org/officeDocument/2006/relationships/customXml" Target="../ink/ink256.xml"/><Relationship Id="rId99" Type="http://schemas.openxmlformats.org/officeDocument/2006/relationships/image" Target="../media/image1450.png"/><Relationship Id="rId101" Type="http://schemas.openxmlformats.org/officeDocument/2006/relationships/image" Target="../media/image1460.png"/><Relationship Id="rId122" Type="http://schemas.openxmlformats.org/officeDocument/2006/relationships/customXml" Target="../ink/ink268.xml"/><Relationship Id="rId130" Type="http://schemas.openxmlformats.org/officeDocument/2006/relationships/customXml" Target="../ink/ink272.xml"/><Relationship Id="rId135" Type="http://schemas.openxmlformats.org/officeDocument/2006/relationships/customXml" Target="../ink/ink275.xml"/><Relationship Id="rId143" Type="http://schemas.openxmlformats.org/officeDocument/2006/relationships/customXml" Target="../ink/ink279.xml"/><Relationship Id="rId148" Type="http://schemas.openxmlformats.org/officeDocument/2006/relationships/image" Target="../media/image168.png"/><Relationship Id="rId151" Type="http://schemas.openxmlformats.org/officeDocument/2006/relationships/customXml" Target="../ink/ink283.xml"/><Relationship Id="rId156" Type="http://schemas.openxmlformats.org/officeDocument/2006/relationships/image" Target="../media/image172.png"/><Relationship Id="rId164" Type="http://schemas.openxmlformats.org/officeDocument/2006/relationships/image" Target="../media/image176.png"/><Relationship Id="rId4" Type="http://schemas.openxmlformats.org/officeDocument/2006/relationships/customXml" Target="../ink/ink209.xml"/><Relationship Id="rId9" Type="http://schemas.openxmlformats.org/officeDocument/2006/relationships/image" Target="../media/image470.png"/><Relationship Id="rId13" Type="http://schemas.openxmlformats.org/officeDocument/2006/relationships/image" Target="../media/image490.png"/><Relationship Id="rId18" Type="http://schemas.openxmlformats.org/officeDocument/2006/relationships/customXml" Target="../ink/ink216.xml"/><Relationship Id="rId39" Type="http://schemas.openxmlformats.org/officeDocument/2006/relationships/image" Target="../media/image620.png"/><Relationship Id="rId109" Type="http://schemas.openxmlformats.org/officeDocument/2006/relationships/customXml" Target="../ink/ink264.xml"/><Relationship Id="rId34" Type="http://schemas.openxmlformats.org/officeDocument/2006/relationships/customXml" Target="../ink/ink224.xml"/><Relationship Id="rId50" Type="http://schemas.openxmlformats.org/officeDocument/2006/relationships/customXml" Target="../ink/ink232.xml"/><Relationship Id="rId55" Type="http://schemas.openxmlformats.org/officeDocument/2006/relationships/image" Target="../media/image700.png"/><Relationship Id="rId76" Type="http://schemas.openxmlformats.org/officeDocument/2006/relationships/customXml" Target="../ink/ink247.xml"/><Relationship Id="rId97" Type="http://schemas.openxmlformats.org/officeDocument/2006/relationships/image" Target="../media/image1440.png"/><Relationship Id="rId104" Type="http://schemas.openxmlformats.org/officeDocument/2006/relationships/customXml" Target="../ink/ink261.xml"/><Relationship Id="rId120" Type="http://schemas.openxmlformats.org/officeDocument/2006/relationships/customXml" Target="../ink/ink267.xml"/><Relationship Id="rId125" Type="http://schemas.openxmlformats.org/officeDocument/2006/relationships/image" Target="../media/image1570.png"/><Relationship Id="rId141" Type="http://schemas.openxmlformats.org/officeDocument/2006/relationships/customXml" Target="../ink/ink278.xml"/><Relationship Id="rId146" Type="http://schemas.openxmlformats.org/officeDocument/2006/relationships/image" Target="../media/image167.png"/><Relationship Id="rId167" Type="http://schemas.openxmlformats.org/officeDocument/2006/relationships/customXml" Target="../ink/ink291.xml"/><Relationship Id="rId7" Type="http://schemas.openxmlformats.org/officeDocument/2006/relationships/image" Target="../media/image460.png"/><Relationship Id="rId71" Type="http://schemas.openxmlformats.org/officeDocument/2006/relationships/image" Target="../media/image1310.png"/><Relationship Id="rId92" Type="http://schemas.openxmlformats.org/officeDocument/2006/relationships/customXml" Target="../ink/ink255.xml"/><Relationship Id="rId162" Type="http://schemas.openxmlformats.org/officeDocument/2006/relationships/image" Target="../media/image175.png"/><Relationship Id="rId2" Type="http://schemas.openxmlformats.org/officeDocument/2006/relationships/image" Target="../media/image143.emf"/><Relationship Id="rId29" Type="http://schemas.openxmlformats.org/officeDocument/2006/relationships/image" Target="../media/image570.png"/><Relationship Id="rId24" Type="http://schemas.openxmlformats.org/officeDocument/2006/relationships/customXml" Target="../ink/ink219.xml"/><Relationship Id="rId40" Type="http://schemas.openxmlformats.org/officeDocument/2006/relationships/customXml" Target="../ink/ink227.xml"/><Relationship Id="rId45" Type="http://schemas.openxmlformats.org/officeDocument/2006/relationships/image" Target="../media/image650.png"/><Relationship Id="rId66" Type="http://schemas.openxmlformats.org/officeDocument/2006/relationships/image" Target="../media/image1290.png"/><Relationship Id="rId87" Type="http://schemas.openxmlformats.org/officeDocument/2006/relationships/image" Target="../media/image1390.png"/><Relationship Id="rId110" Type="http://schemas.openxmlformats.org/officeDocument/2006/relationships/customXml" Target="../ink/ink265.xml"/><Relationship Id="rId131" Type="http://schemas.openxmlformats.org/officeDocument/2006/relationships/image" Target="../media/image1600.png"/><Relationship Id="rId136" Type="http://schemas.openxmlformats.org/officeDocument/2006/relationships/image" Target="../media/image162.png"/><Relationship Id="rId157" Type="http://schemas.openxmlformats.org/officeDocument/2006/relationships/customXml" Target="../ink/ink286.xml"/><Relationship Id="rId61" Type="http://schemas.openxmlformats.org/officeDocument/2006/relationships/image" Target="../media/image26.png"/><Relationship Id="rId82" Type="http://schemas.openxmlformats.org/officeDocument/2006/relationships/customXml" Target="../ink/ink250.xml"/><Relationship Id="rId152" Type="http://schemas.openxmlformats.org/officeDocument/2006/relationships/image" Target="../media/image170.png"/><Relationship Id="rId19" Type="http://schemas.openxmlformats.org/officeDocument/2006/relationships/image" Target="../media/image520.png"/><Relationship Id="rId14" Type="http://schemas.openxmlformats.org/officeDocument/2006/relationships/customXml" Target="../ink/ink214.xml"/><Relationship Id="rId30" Type="http://schemas.openxmlformats.org/officeDocument/2006/relationships/customXml" Target="../ink/ink222.xml"/><Relationship Id="rId35" Type="http://schemas.openxmlformats.org/officeDocument/2006/relationships/image" Target="../media/image600.png"/><Relationship Id="rId56" Type="http://schemas.openxmlformats.org/officeDocument/2006/relationships/customXml" Target="../ink/ink235.xml"/><Relationship Id="rId77" Type="http://schemas.openxmlformats.org/officeDocument/2006/relationships/image" Target="../media/image1340.png"/><Relationship Id="rId100" Type="http://schemas.openxmlformats.org/officeDocument/2006/relationships/customXml" Target="../ink/ink259.xml"/><Relationship Id="rId105" Type="http://schemas.openxmlformats.org/officeDocument/2006/relationships/image" Target="../media/image1480.png"/><Relationship Id="rId126" Type="http://schemas.openxmlformats.org/officeDocument/2006/relationships/customXml" Target="../ink/ink270.xml"/><Relationship Id="rId147" Type="http://schemas.openxmlformats.org/officeDocument/2006/relationships/customXml" Target="../ink/ink281.xml"/><Relationship Id="rId168" Type="http://schemas.openxmlformats.org/officeDocument/2006/relationships/image" Target="../media/image178.png"/><Relationship Id="rId8" Type="http://schemas.openxmlformats.org/officeDocument/2006/relationships/customXml" Target="../ink/ink211.xml"/><Relationship Id="rId51" Type="http://schemas.openxmlformats.org/officeDocument/2006/relationships/image" Target="../media/image680.png"/><Relationship Id="rId72" Type="http://schemas.openxmlformats.org/officeDocument/2006/relationships/customXml" Target="../ink/ink245.xml"/><Relationship Id="rId93" Type="http://schemas.openxmlformats.org/officeDocument/2006/relationships/image" Target="../media/image1420.png"/><Relationship Id="rId98" Type="http://schemas.openxmlformats.org/officeDocument/2006/relationships/customXml" Target="../ink/ink258.xml"/><Relationship Id="rId121" Type="http://schemas.openxmlformats.org/officeDocument/2006/relationships/image" Target="../media/image1550.png"/><Relationship Id="rId142" Type="http://schemas.openxmlformats.org/officeDocument/2006/relationships/image" Target="../media/image165.png"/><Relationship Id="rId163" Type="http://schemas.openxmlformats.org/officeDocument/2006/relationships/customXml" Target="../ink/ink289.xml"/><Relationship Id="rId3" Type="http://schemas.openxmlformats.org/officeDocument/2006/relationships/image" Target="../media/image156.png"/><Relationship Id="rId25" Type="http://schemas.openxmlformats.org/officeDocument/2006/relationships/image" Target="../media/image550.png"/><Relationship Id="rId46" Type="http://schemas.openxmlformats.org/officeDocument/2006/relationships/customXml" Target="../ink/ink230.xml"/><Relationship Id="rId67" Type="http://schemas.openxmlformats.org/officeDocument/2006/relationships/customXml" Target="../ink/ink242.xml"/><Relationship Id="rId137" Type="http://schemas.openxmlformats.org/officeDocument/2006/relationships/customXml" Target="../ink/ink276.xml"/><Relationship Id="rId158" Type="http://schemas.openxmlformats.org/officeDocument/2006/relationships/image" Target="../media/image17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4.xml"/><Relationship Id="rId3" Type="http://schemas.openxmlformats.org/officeDocument/2006/relationships/image" Target="../media/image156.png"/><Relationship Id="rId7" Type="http://schemas.openxmlformats.org/officeDocument/2006/relationships/image" Target="../media/image750.png"/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3.xml"/><Relationship Id="rId5" Type="http://schemas.openxmlformats.org/officeDocument/2006/relationships/image" Target="../media/image740.png"/><Relationship Id="rId4" Type="http://schemas.openxmlformats.org/officeDocument/2006/relationships/customXml" Target="../ink/ink292.xml"/><Relationship Id="rId9" Type="http://schemas.openxmlformats.org/officeDocument/2006/relationships/image" Target="../media/image171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7.xml"/><Relationship Id="rId13" Type="http://schemas.openxmlformats.org/officeDocument/2006/relationships/image" Target="../media/image1770.png"/><Relationship Id="rId18" Type="http://schemas.openxmlformats.org/officeDocument/2006/relationships/customXml" Target="../ink/ink302.xml"/><Relationship Id="rId26" Type="http://schemas.openxmlformats.org/officeDocument/2006/relationships/customXml" Target="../ink/ink306.xml"/><Relationship Id="rId3" Type="http://schemas.openxmlformats.org/officeDocument/2006/relationships/image" Target="../media/image156.png"/><Relationship Id="rId21" Type="http://schemas.openxmlformats.org/officeDocument/2006/relationships/image" Target="../media/image181.png"/><Relationship Id="rId7" Type="http://schemas.openxmlformats.org/officeDocument/2006/relationships/image" Target="../media/image1740.png"/><Relationship Id="rId12" Type="http://schemas.openxmlformats.org/officeDocument/2006/relationships/customXml" Target="../ink/ink299.xml"/><Relationship Id="rId17" Type="http://schemas.openxmlformats.org/officeDocument/2006/relationships/image" Target="../media/image179.png"/><Relationship Id="rId25" Type="http://schemas.openxmlformats.org/officeDocument/2006/relationships/image" Target="../media/image183.png"/><Relationship Id="rId2" Type="http://schemas.openxmlformats.org/officeDocument/2006/relationships/image" Target="../media/image158.emf"/><Relationship Id="rId16" Type="http://schemas.openxmlformats.org/officeDocument/2006/relationships/customXml" Target="../ink/ink301.xml"/><Relationship Id="rId20" Type="http://schemas.openxmlformats.org/officeDocument/2006/relationships/customXml" Target="../ink/ink3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6.xml"/><Relationship Id="rId11" Type="http://schemas.openxmlformats.org/officeDocument/2006/relationships/image" Target="../media/image1760.png"/><Relationship Id="rId24" Type="http://schemas.openxmlformats.org/officeDocument/2006/relationships/customXml" Target="../ink/ink305.xml"/><Relationship Id="rId5" Type="http://schemas.openxmlformats.org/officeDocument/2006/relationships/image" Target="../media/image1730.png"/><Relationship Id="rId15" Type="http://schemas.openxmlformats.org/officeDocument/2006/relationships/image" Target="../media/image1780.png"/><Relationship Id="rId23" Type="http://schemas.openxmlformats.org/officeDocument/2006/relationships/image" Target="../media/image182.png"/><Relationship Id="rId10" Type="http://schemas.openxmlformats.org/officeDocument/2006/relationships/customXml" Target="../ink/ink298.xml"/><Relationship Id="rId19" Type="http://schemas.openxmlformats.org/officeDocument/2006/relationships/image" Target="../media/image180.png"/><Relationship Id="rId4" Type="http://schemas.openxmlformats.org/officeDocument/2006/relationships/customXml" Target="../ink/ink295.xml"/><Relationship Id="rId9" Type="http://schemas.openxmlformats.org/officeDocument/2006/relationships/image" Target="../media/image1750.png"/><Relationship Id="rId14" Type="http://schemas.openxmlformats.org/officeDocument/2006/relationships/customXml" Target="../ink/ink300.xml"/><Relationship Id="rId22" Type="http://schemas.openxmlformats.org/officeDocument/2006/relationships/customXml" Target="../ink/ink304.xml"/><Relationship Id="rId27" Type="http://schemas.openxmlformats.org/officeDocument/2006/relationships/image" Target="../media/image18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9.xml"/><Relationship Id="rId13" Type="http://schemas.openxmlformats.org/officeDocument/2006/relationships/image" Target="../media/image186.png"/><Relationship Id="rId3" Type="http://schemas.openxmlformats.org/officeDocument/2006/relationships/image" Target="../media/image156.png"/><Relationship Id="rId7" Type="http://schemas.openxmlformats.org/officeDocument/2006/relationships/image" Target="../media/image810.png"/><Relationship Id="rId12" Type="http://schemas.openxmlformats.org/officeDocument/2006/relationships/customXml" Target="../ink/ink311.xml"/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8.xml"/><Relationship Id="rId11" Type="http://schemas.openxmlformats.org/officeDocument/2006/relationships/image" Target="../media/image185.png"/><Relationship Id="rId5" Type="http://schemas.openxmlformats.org/officeDocument/2006/relationships/image" Target="../media/image800.png"/><Relationship Id="rId10" Type="http://schemas.openxmlformats.org/officeDocument/2006/relationships/customXml" Target="../ink/ink310.xml"/><Relationship Id="rId4" Type="http://schemas.openxmlformats.org/officeDocument/2006/relationships/customXml" Target="../ink/ink307.xml"/><Relationship Id="rId9" Type="http://schemas.openxmlformats.org/officeDocument/2006/relationships/image" Target="../media/image8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8.png"/><Relationship Id="rId4" Type="http://schemas.openxmlformats.org/officeDocument/2006/relationships/customXml" Target="../ink/ink3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5.xml"/><Relationship Id="rId13" Type="http://schemas.openxmlformats.org/officeDocument/2006/relationships/image" Target="../media/image190.png"/><Relationship Id="rId3" Type="http://schemas.openxmlformats.org/officeDocument/2006/relationships/image" Target="../media/image156.png"/><Relationship Id="rId7" Type="http://schemas.openxmlformats.org/officeDocument/2006/relationships/image" Target="../media/image860.png"/><Relationship Id="rId12" Type="http://schemas.openxmlformats.org/officeDocument/2006/relationships/customXml" Target="../ink/ink317.xml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4.xml"/><Relationship Id="rId11" Type="http://schemas.openxmlformats.org/officeDocument/2006/relationships/image" Target="../media/image720.png"/><Relationship Id="rId5" Type="http://schemas.openxmlformats.org/officeDocument/2006/relationships/image" Target="../media/image850.png"/><Relationship Id="rId10" Type="http://schemas.openxmlformats.org/officeDocument/2006/relationships/customXml" Target="../ink/ink316.xml"/><Relationship Id="rId4" Type="http://schemas.openxmlformats.org/officeDocument/2006/relationships/customXml" Target="../ink/ink313.xml"/><Relationship Id="rId9" Type="http://schemas.openxmlformats.org/officeDocument/2006/relationships/image" Target="../media/image8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6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0.png"/><Relationship Id="rId4" Type="http://schemas.openxmlformats.org/officeDocument/2006/relationships/customXml" Target="../ink/ink31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1.xml"/><Relationship Id="rId13" Type="http://schemas.openxmlformats.org/officeDocument/2006/relationships/image" Target="../media/image193.png"/><Relationship Id="rId3" Type="http://schemas.openxmlformats.org/officeDocument/2006/relationships/image" Target="../media/image156.png"/><Relationship Id="rId7" Type="http://schemas.openxmlformats.org/officeDocument/2006/relationships/image" Target="../media/image920.png"/><Relationship Id="rId12" Type="http://schemas.openxmlformats.org/officeDocument/2006/relationships/customXml" Target="../ink/ink323.xml"/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0.xml"/><Relationship Id="rId11" Type="http://schemas.openxmlformats.org/officeDocument/2006/relationships/image" Target="../media/image720.png"/><Relationship Id="rId5" Type="http://schemas.openxmlformats.org/officeDocument/2006/relationships/image" Target="../media/image910.png"/><Relationship Id="rId15" Type="http://schemas.openxmlformats.org/officeDocument/2006/relationships/image" Target="../media/image194.png"/><Relationship Id="rId10" Type="http://schemas.openxmlformats.org/officeDocument/2006/relationships/customXml" Target="../ink/ink322.xml"/><Relationship Id="rId4" Type="http://schemas.openxmlformats.org/officeDocument/2006/relationships/customXml" Target="../ink/ink319.xml"/><Relationship Id="rId9" Type="http://schemas.openxmlformats.org/officeDocument/2006/relationships/image" Target="../media/image930.png"/><Relationship Id="rId14" Type="http://schemas.openxmlformats.org/officeDocument/2006/relationships/customXml" Target="../ink/ink32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7.xml"/><Relationship Id="rId3" Type="http://schemas.openxmlformats.org/officeDocument/2006/relationships/image" Target="../media/image156.png"/><Relationship Id="rId7" Type="http://schemas.openxmlformats.org/officeDocument/2006/relationships/image" Target="../media/image960.png"/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26.xml"/><Relationship Id="rId11" Type="http://schemas.openxmlformats.org/officeDocument/2006/relationships/image" Target="../media/image980.png"/><Relationship Id="rId5" Type="http://schemas.openxmlformats.org/officeDocument/2006/relationships/image" Target="../media/image950.png"/><Relationship Id="rId10" Type="http://schemas.openxmlformats.org/officeDocument/2006/relationships/customXml" Target="../ink/ink328.xml"/><Relationship Id="rId4" Type="http://schemas.openxmlformats.org/officeDocument/2006/relationships/customXml" Target="../ink/ink325.xml"/><Relationship Id="rId9" Type="http://schemas.openxmlformats.org/officeDocument/2006/relationships/image" Target="../media/image97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3.xml"/><Relationship Id="rId18" Type="http://schemas.openxmlformats.org/officeDocument/2006/relationships/image" Target="../media/image202.png"/><Relationship Id="rId26" Type="http://schemas.openxmlformats.org/officeDocument/2006/relationships/image" Target="../media/image206.png"/><Relationship Id="rId39" Type="http://schemas.openxmlformats.org/officeDocument/2006/relationships/customXml" Target="../ink/ink346.xml"/><Relationship Id="rId21" Type="http://schemas.openxmlformats.org/officeDocument/2006/relationships/customXml" Target="../ink/ink337.xml"/><Relationship Id="rId34" Type="http://schemas.openxmlformats.org/officeDocument/2006/relationships/image" Target="../media/image210.png"/><Relationship Id="rId42" Type="http://schemas.openxmlformats.org/officeDocument/2006/relationships/image" Target="../media/image213.png"/><Relationship Id="rId47" Type="http://schemas.openxmlformats.org/officeDocument/2006/relationships/customXml" Target="../ink/ink350.xml"/><Relationship Id="rId50" Type="http://schemas.openxmlformats.org/officeDocument/2006/relationships/image" Target="../media/image217.png"/><Relationship Id="rId55" Type="http://schemas.openxmlformats.org/officeDocument/2006/relationships/customXml" Target="../ink/ink354.xml"/><Relationship Id="rId63" Type="http://schemas.openxmlformats.org/officeDocument/2006/relationships/customXml" Target="../ink/ink358.xml"/><Relationship Id="rId68" Type="http://schemas.openxmlformats.org/officeDocument/2006/relationships/image" Target="../media/image226.png"/><Relationship Id="rId76" Type="http://schemas.openxmlformats.org/officeDocument/2006/relationships/image" Target="../media/image230.png"/><Relationship Id="rId7" Type="http://schemas.openxmlformats.org/officeDocument/2006/relationships/customXml" Target="../ink/ink330.xml"/><Relationship Id="rId71" Type="http://schemas.openxmlformats.org/officeDocument/2006/relationships/customXml" Target="../ink/ink362.xml"/><Relationship Id="rId2" Type="http://schemas.openxmlformats.org/officeDocument/2006/relationships/image" Target="../media/image191.png"/><Relationship Id="rId16" Type="http://schemas.openxmlformats.org/officeDocument/2006/relationships/image" Target="../media/image2010.png"/><Relationship Id="rId29" Type="http://schemas.openxmlformats.org/officeDocument/2006/relationships/customXml" Target="../ink/ink341.xml"/><Relationship Id="rId11" Type="http://schemas.openxmlformats.org/officeDocument/2006/relationships/customXml" Target="../ink/ink332.xml"/><Relationship Id="rId24" Type="http://schemas.openxmlformats.org/officeDocument/2006/relationships/image" Target="../media/image205.png"/><Relationship Id="rId32" Type="http://schemas.openxmlformats.org/officeDocument/2006/relationships/image" Target="../media/image209.png"/><Relationship Id="rId37" Type="http://schemas.openxmlformats.org/officeDocument/2006/relationships/customXml" Target="../ink/ink345.xml"/><Relationship Id="rId40" Type="http://schemas.openxmlformats.org/officeDocument/2006/relationships/image" Target="../media/image212.png"/><Relationship Id="rId45" Type="http://schemas.openxmlformats.org/officeDocument/2006/relationships/customXml" Target="../ink/ink349.xml"/><Relationship Id="rId53" Type="http://schemas.openxmlformats.org/officeDocument/2006/relationships/customXml" Target="../ink/ink353.xml"/><Relationship Id="rId58" Type="http://schemas.openxmlformats.org/officeDocument/2006/relationships/image" Target="../media/image221.png"/><Relationship Id="rId66" Type="http://schemas.openxmlformats.org/officeDocument/2006/relationships/image" Target="../media/image225.png"/><Relationship Id="rId74" Type="http://schemas.openxmlformats.org/officeDocument/2006/relationships/image" Target="../media/image229.png"/><Relationship Id="rId5" Type="http://schemas.openxmlformats.org/officeDocument/2006/relationships/customXml" Target="../ink/ink329.xml"/><Relationship Id="rId15" Type="http://schemas.openxmlformats.org/officeDocument/2006/relationships/customXml" Target="../ink/ink334.xml"/><Relationship Id="rId23" Type="http://schemas.openxmlformats.org/officeDocument/2006/relationships/customXml" Target="../ink/ink338.xml"/><Relationship Id="rId28" Type="http://schemas.openxmlformats.org/officeDocument/2006/relationships/image" Target="../media/image207.png"/><Relationship Id="rId36" Type="http://schemas.openxmlformats.org/officeDocument/2006/relationships/image" Target="../media/image211.png"/><Relationship Id="rId49" Type="http://schemas.openxmlformats.org/officeDocument/2006/relationships/customXml" Target="../ink/ink351.xml"/><Relationship Id="rId57" Type="http://schemas.openxmlformats.org/officeDocument/2006/relationships/customXml" Target="../ink/ink355.xml"/><Relationship Id="rId61" Type="http://schemas.openxmlformats.org/officeDocument/2006/relationships/customXml" Target="../ink/ink357.xml"/><Relationship Id="rId10" Type="http://schemas.openxmlformats.org/officeDocument/2006/relationships/image" Target="../media/image1980.png"/><Relationship Id="rId19" Type="http://schemas.openxmlformats.org/officeDocument/2006/relationships/customXml" Target="../ink/ink336.xml"/><Relationship Id="rId31" Type="http://schemas.openxmlformats.org/officeDocument/2006/relationships/customXml" Target="../ink/ink342.xml"/><Relationship Id="rId44" Type="http://schemas.openxmlformats.org/officeDocument/2006/relationships/image" Target="../media/image214.png"/><Relationship Id="rId52" Type="http://schemas.openxmlformats.org/officeDocument/2006/relationships/image" Target="../media/image218.png"/><Relationship Id="rId60" Type="http://schemas.openxmlformats.org/officeDocument/2006/relationships/image" Target="../media/image222.png"/><Relationship Id="rId65" Type="http://schemas.openxmlformats.org/officeDocument/2006/relationships/customXml" Target="../ink/ink359.xml"/><Relationship Id="rId73" Type="http://schemas.openxmlformats.org/officeDocument/2006/relationships/customXml" Target="../ink/ink363.xml"/><Relationship Id="rId4" Type="http://schemas.openxmlformats.org/officeDocument/2006/relationships/image" Target="../media/image195.png"/><Relationship Id="rId9" Type="http://schemas.openxmlformats.org/officeDocument/2006/relationships/customXml" Target="../ink/ink331.xml"/><Relationship Id="rId14" Type="http://schemas.openxmlformats.org/officeDocument/2006/relationships/image" Target="../media/image2000.png"/><Relationship Id="rId22" Type="http://schemas.openxmlformats.org/officeDocument/2006/relationships/image" Target="../media/image204.png"/><Relationship Id="rId27" Type="http://schemas.openxmlformats.org/officeDocument/2006/relationships/customXml" Target="../ink/ink340.xml"/><Relationship Id="rId30" Type="http://schemas.openxmlformats.org/officeDocument/2006/relationships/image" Target="../media/image208.png"/><Relationship Id="rId35" Type="http://schemas.openxmlformats.org/officeDocument/2006/relationships/customXml" Target="../ink/ink344.xml"/><Relationship Id="rId43" Type="http://schemas.openxmlformats.org/officeDocument/2006/relationships/customXml" Target="../ink/ink348.xml"/><Relationship Id="rId48" Type="http://schemas.openxmlformats.org/officeDocument/2006/relationships/image" Target="../media/image216.png"/><Relationship Id="rId56" Type="http://schemas.openxmlformats.org/officeDocument/2006/relationships/image" Target="../media/image220.png"/><Relationship Id="rId64" Type="http://schemas.openxmlformats.org/officeDocument/2006/relationships/image" Target="../media/image224.png"/><Relationship Id="rId69" Type="http://schemas.openxmlformats.org/officeDocument/2006/relationships/customXml" Target="../ink/ink361.xml"/><Relationship Id="rId8" Type="http://schemas.openxmlformats.org/officeDocument/2006/relationships/image" Target="../media/image26.png"/><Relationship Id="rId51" Type="http://schemas.openxmlformats.org/officeDocument/2006/relationships/customXml" Target="../ink/ink352.xml"/><Relationship Id="rId72" Type="http://schemas.openxmlformats.org/officeDocument/2006/relationships/image" Target="../media/image228.png"/><Relationship Id="rId3" Type="http://schemas.openxmlformats.org/officeDocument/2006/relationships/image" Target="../media/image192.png"/><Relationship Id="rId12" Type="http://schemas.openxmlformats.org/officeDocument/2006/relationships/image" Target="../media/image1990.png"/><Relationship Id="rId17" Type="http://schemas.openxmlformats.org/officeDocument/2006/relationships/customXml" Target="../ink/ink335.xml"/><Relationship Id="rId25" Type="http://schemas.openxmlformats.org/officeDocument/2006/relationships/customXml" Target="../ink/ink339.xml"/><Relationship Id="rId33" Type="http://schemas.openxmlformats.org/officeDocument/2006/relationships/customXml" Target="../ink/ink343.xml"/><Relationship Id="rId38" Type="http://schemas.openxmlformats.org/officeDocument/2006/relationships/image" Target="../media/image178.png"/><Relationship Id="rId46" Type="http://schemas.openxmlformats.org/officeDocument/2006/relationships/image" Target="../media/image215.png"/><Relationship Id="rId59" Type="http://schemas.openxmlformats.org/officeDocument/2006/relationships/customXml" Target="../ink/ink356.xml"/><Relationship Id="rId67" Type="http://schemas.openxmlformats.org/officeDocument/2006/relationships/customXml" Target="../ink/ink360.xml"/><Relationship Id="rId20" Type="http://schemas.openxmlformats.org/officeDocument/2006/relationships/image" Target="../media/image203.png"/><Relationship Id="rId41" Type="http://schemas.openxmlformats.org/officeDocument/2006/relationships/customXml" Target="../ink/ink347.xml"/><Relationship Id="rId54" Type="http://schemas.openxmlformats.org/officeDocument/2006/relationships/image" Target="../media/image219.png"/><Relationship Id="rId62" Type="http://schemas.openxmlformats.org/officeDocument/2006/relationships/image" Target="../media/image223.png"/><Relationship Id="rId70" Type="http://schemas.openxmlformats.org/officeDocument/2006/relationships/image" Target="../media/image227.png"/><Relationship Id="rId75" Type="http://schemas.openxmlformats.org/officeDocument/2006/relationships/customXml" Target="../ink/ink3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ochastic_hill_climbing" TargetMode="External"/><Relationship Id="rId2" Type="http://schemas.openxmlformats.org/officeDocument/2006/relationships/hyperlink" Target="https://en.wikipedia.org/wiki/Best-first_search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513" y="62158"/>
            <a:ext cx="9144000" cy="2387600"/>
          </a:xfrm>
        </p:spPr>
        <p:txBody>
          <a:bodyPr/>
          <a:lstStyle/>
          <a:p>
            <a:r>
              <a:rPr lang="en-US" dirty="0"/>
              <a:t>Local </a:t>
            </a:r>
            <a:r>
              <a:rPr lang="en-US"/>
              <a:t>Search and </a:t>
            </a:r>
            <a:r>
              <a:rPr lang="en-US" dirty="0"/>
              <a:t>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513" y="2896360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9970" y="2688572"/>
            <a:ext cx="6671086" cy="4169428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25DBB-6CCD-462D-9054-5C0A9889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A68228-8D6C-3EE6-7395-E3BAF8D9B528}"/>
                  </a:ext>
                </a:extLst>
              </p14:cNvPr>
              <p14:cNvContentPartPr/>
              <p14:nvPr/>
            </p14:nvContentPartPr>
            <p14:xfrm>
              <a:off x="1226090" y="313788"/>
              <a:ext cx="329040" cy="23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A68228-8D6C-3EE6-7395-E3BAF8D9B5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9970" y="307668"/>
                <a:ext cx="341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4F0CD0-A3CD-2E39-B44F-638748851C9B}"/>
                  </a:ext>
                </a:extLst>
              </p14:cNvPr>
              <p14:cNvContentPartPr/>
              <p14:nvPr/>
            </p14:nvContentPartPr>
            <p14:xfrm>
              <a:off x="1297370" y="599268"/>
              <a:ext cx="39960" cy="375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4F0CD0-A3CD-2E39-B44F-638748851C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1250" y="593148"/>
                <a:ext cx="5220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B4DE43-3C77-2DD5-026D-7AD0100AB63F}"/>
                  </a:ext>
                </a:extLst>
              </p14:cNvPr>
              <p14:cNvContentPartPr/>
              <p14:nvPr/>
            </p14:nvContentPartPr>
            <p14:xfrm>
              <a:off x="1020530" y="265188"/>
              <a:ext cx="67680" cy="27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B4DE43-3C77-2DD5-026D-7AD0100AB6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4410" y="259068"/>
                <a:ext cx="799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FB95476-98E1-54B2-DE71-5F4B2B78B8E1}"/>
                  </a:ext>
                </a:extLst>
              </p14:cNvPr>
              <p14:cNvContentPartPr/>
              <p14:nvPr/>
            </p14:nvContentPartPr>
            <p14:xfrm>
              <a:off x="393050" y="254388"/>
              <a:ext cx="371880" cy="357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FB95476-98E1-54B2-DE71-5F4B2B78B8E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6930" y="248268"/>
                <a:ext cx="3841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24D09E1-9699-F452-C0A2-D97B70B8F235}"/>
                  </a:ext>
                </a:extLst>
              </p14:cNvPr>
              <p14:cNvContentPartPr/>
              <p14:nvPr/>
            </p14:nvContentPartPr>
            <p14:xfrm>
              <a:off x="1425890" y="550668"/>
              <a:ext cx="240120" cy="270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24D09E1-9699-F452-C0A2-D97B70B8F2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19770" y="544548"/>
                <a:ext cx="2523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791B51-AE3C-001F-E453-914771D97ABF}"/>
                  </a:ext>
                </a:extLst>
              </p14:cNvPr>
              <p14:cNvContentPartPr/>
              <p14:nvPr/>
            </p14:nvContentPartPr>
            <p14:xfrm>
              <a:off x="1553330" y="432588"/>
              <a:ext cx="559440" cy="49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791B51-AE3C-001F-E453-914771D97AB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47210" y="426468"/>
                <a:ext cx="57168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7F181A01-7306-6218-3B3E-E66E35C1F580}"/>
              </a:ext>
            </a:extLst>
          </p:cNvPr>
          <p:cNvGrpSpPr/>
          <p:nvPr/>
        </p:nvGrpSpPr>
        <p:grpSpPr>
          <a:xfrm>
            <a:off x="1504370" y="724548"/>
            <a:ext cx="356040" cy="329400"/>
            <a:chOff x="1504370" y="724548"/>
            <a:chExt cx="356040" cy="3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660FB52-B0B3-F385-3A69-DA4A5BF990D3}"/>
                    </a:ext>
                  </a:extLst>
                </p14:cNvPr>
                <p14:cNvContentPartPr/>
                <p14:nvPr/>
              </p14:nvContentPartPr>
              <p14:xfrm>
                <a:off x="1699490" y="845868"/>
                <a:ext cx="160920" cy="208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60FB52-B0B3-F385-3A69-DA4A5BF990D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93370" y="839748"/>
                  <a:ext cx="173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3F1DE7-D925-3071-2282-8F60696E3B07}"/>
                    </a:ext>
                  </a:extLst>
                </p14:cNvPr>
                <p14:cNvContentPartPr/>
                <p14:nvPr/>
              </p14:nvContentPartPr>
              <p14:xfrm>
                <a:off x="1504370" y="724548"/>
                <a:ext cx="236880" cy="199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3F1DE7-D925-3071-2282-8F60696E3B0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98250" y="718428"/>
                  <a:ext cx="249120" cy="2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ED94237-FF9F-BDB9-A7BD-F318B29E1D98}"/>
                  </a:ext>
                </a:extLst>
              </p14:cNvPr>
              <p14:cNvContentPartPr/>
              <p14:nvPr/>
            </p14:nvContentPartPr>
            <p14:xfrm>
              <a:off x="1740170" y="1099308"/>
              <a:ext cx="4320" cy="2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ED94237-FF9F-BDB9-A7BD-F318B29E1D9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734050" y="1093188"/>
                <a:ext cx="165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B6D9C5D-516E-D7D4-D98B-0C07D5DA9346}"/>
                  </a:ext>
                </a:extLst>
              </p14:cNvPr>
              <p14:cNvContentPartPr/>
              <p14:nvPr/>
            </p14:nvContentPartPr>
            <p14:xfrm>
              <a:off x="2310770" y="658308"/>
              <a:ext cx="133560" cy="177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B6D9C5D-516E-D7D4-D98B-0C07D5DA934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304650" y="652188"/>
                <a:ext cx="145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9EE9692-267F-1498-02D0-0A6B5D1AE924}"/>
                  </a:ext>
                </a:extLst>
              </p14:cNvPr>
              <p14:cNvContentPartPr/>
              <p14:nvPr/>
            </p14:nvContentPartPr>
            <p14:xfrm>
              <a:off x="1012610" y="521148"/>
              <a:ext cx="127080" cy="88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9EE9692-267F-1498-02D0-0A6B5D1AE92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06490" y="515028"/>
                <a:ext cx="13932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81C1C6A5-BD23-A124-0E2B-279444062E61}"/>
              </a:ext>
            </a:extLst>
          </p:cNvPr>
          <p:cNvGrpSpPr/>
          <p:nvPr/>
        </p:nvGrpSpPr>
        <p:grpSpPr>
          <a:xfrm>
            <a:off x="2240210" y="264108"/>
            <a:ext cx="665640" cy="451080"/>
            <a:chOff x="2240210" y="264108"/>
            <a:chExt cx="665640" cy="45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8D8FDC-56BA-0709-1F2B-EEFBD205911F}"/>
                    </a:ext>
                  </a:extLst>
                </p14:cNvPr>
                <p14:cNvContentPartPr/>
                <p14:nvPr/>
              </p14:nvContentPartPr>
              <p14:xfrm>
                <a:off x="2240210" y="501348"/>
                <a:ext cx="112320" cy="213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8D8FDC-56BA-0709-1F2B-EEFBD205911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34090" y="495228"/>
                  <a:ext cx="124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364A56-5790-0A96-8404-B0F84AE5B034}"/>
                    </a:ext>
                  </a:extLst>
                </p14:cNvPr>
                <p14:cNvContentPartPr/>
                <p14:nvPr/>
              </p14:nvContentPartPr>
              <p14:xfrm>
                <a:off x="2241290" y="292188"/>
                <a:ext cx="76320" cy="189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364A56-5790-0A96-8404-B0F84AE5B03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35170" y="286068"/>
                  <a:ext cx="88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CB428C-0056-61FA-0264-C9779A3EE616}"/>
                    </a:ext>
                  </a:extLst>
                </p14:cNvPr>
                <p14:cNvContentPartPr/>
                <p14:nvPr/>
              </p14:nvContentPartPr>
              <p14:xfrm>
                <a:off x="2448290" y="264108"/>
                <a:ext cx="457560" cy="334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CB428C-0056-61FA-0264-C9779A3EE61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42170" y="257988"/>
                  <a:ext cx="469800" cy="34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E186642-A421-4A44-BD6F-D0D02AB371D8}"/>
                  </a:ext>
                </a:extLst>
              </p14:cNvPr>
              <p14:cNvContentPartPr/>
              <p14:nvPr/>
            </p14:nvContentPartPr>
            <p14:xfrm>
              <a:off x="-717910" y="1445268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E186642-A421-4A44-BD6F-D0D02AB371D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-724030" y="14391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5596F89-2869-F62B-DFE5-2706DD3F7FDD}"/>
                  </a:ext>
                </a:extLst>
              </p14:cNvPr>
              <p14:cNvContentPartPr/>
              <p14:nvPr/>
            </p14:nvContentPartPr>
            <p14:xfrm>
              <a:off x="1316450" y="1035948"/>
              <a:ext cx="163440" cy="282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5596F89-2869-F62B-DFE5-2706DD3F7FD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310330" y="1029828"/>
                <a:ext cx="1756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C2AB37F-278E-C4AE-E12A-CFDA3B466F6E}"/>
                  </a:ext>
                </a:extLst>
              </p14:cNvPr>
              <p14:cNvContentPartPr/>
              <p14:nvPr/>
            </p14:nvContentPartPr>
            <p14:xfrm>
              <a:off x="1168850" y="829308"/>
              <a:ext cx="169200" cy="259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C2AB37F-278E-C4AE-E12A-CFDA3B466F6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62730" y="823188"/>
                <a:ext cx="1814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7900048-629A-CAE3-5798-2D940993787C}"/>
                  </a:ext>
                </a:extLst>
              </p14:cNvPr>
              <p14:cNvContentPartPr/>
              <p14:nvPr/>
            </p14:nvContentPartPr>
            <p14:xfrm>
              <a:off x="2988650" y="350508"/>
              <a:ext cx="335160" cy="241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7900048-629A-CAE3-5798-2D940993787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982530" y="344388"/>
                <a:ext cx="347400" cy="25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79E8CFF-8EAC-8356-9964-7459CB2088C2}"/>
              </a:ext>
            </a:extLst>
          </p:cNvPr>
          <p:cNvGrpSpPr/>
          <p:nvPr/>
        </p:nvGrpSpPr>
        <p:grpSpPr>
          <a:xfrm>
            <a:off x="2053010" y="193188"/>
            <a:ext cx="711000" cy="1072080"/>
            <a:chOff x="2053010" y="193188"/>
            <a:chExt cx="711000" cy="10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A504CE-C857-A746-82C9-07D8F1AD3C06}"/>
                    </a:ext>
                  </a:extLst>
                </p14:cNvPr>
                <p14:cNvContentPartPr/>
                <p14:nvPr/>
              </p14:nvContentPartPr>
              <p14:xfrm>
                <a:off x="2053010" y="193188"/>
                <a:ext cx="376920" cy="68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A504CE-C857-A746-82C9-07D8F1AD3C0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046890" y="187068"/>
                  <a:ext cx="38916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9F62225-323F-717F-8052-583B51B245D5}"/>
                    </a:ext>
                  </a:extLst>
                </p14:cNvPr>
                <p14:cNvContentPartPr/>
                <p14:nvPr/>
              </p14:nvContentPartPr>
              <p14:xfrm>
                <a:off x="2448290" y="865308"/>
                <a:ext cx="50400" cy="399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9F62225-323F-717F-8052-583B51B245D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42170" y="859188"/>
                  <a:ext cx="626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E0018A-1147-F63F-4B11-BE239DE77699}"/>
                    </a:ext>
                  </a:extLst>
                </p14:cNvPr>
                <p14:cNvContentPartPr/>
                <p14:nvPr/>
              </p14:nvContentPartPr>
              <p14:xfrm>
                <a:off x="2487530" y="933708"/>
                <a:ext cx="276480" cy="166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E0018A-1147-F63F-4B11-BE239DE7769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81410" y="927588"/>
                  <a:ext cx="288720" cy="17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763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Search Algorithms</a:t>
            </a:r>
          </a:p>
        </p:txBody>
      </p:sp>
      <p:sp>
        <p:nvSpPr>
          <p:cNvPr id="178184" name="Rectangle 8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dirty="0">
                <a:cs typeface="Times New Roman" pitchFamily="18" charset="0"/>
              </a:rPr>
              <a:t>The search algorithms we have seen so far keep track of the 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current state</a:t>
            </a:r>
            <a:r>
              <a:rPr lang="en-US" dirty="0">
                <a:cs typeface="Times New Roman" pitchFamily="18" charset="0"/>
              </a:rPr>
              <a:t>, the “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fringe</a:t>
            </a:r>
            <a:r>
              <a:rPr lang="en-US" dirty="0">
                <a:cs typeface="Times New Roman" pitchFamily="18" charset="0"/>
              </a:rPr>
              <a:t>” of the search space, and the </a:t>
            </a:r>
            <a:r>
              <a:rPr lang="en-US" i="1" dirty="0">
                <a:solidFill>
                  <a:schemeClr val="hlink"/>
                </a:solidFill>
                <a:cs typeface="Times New Roman" pitchFamily="18" charset="0"/>
              </a:rPr>
              <a:t>path</a:t>
            </a:r>
            <a:r>
              <a:rPr lang="en-US" dirty="0">
                <a:cs typeface="Times New Roman" pitchFamily="18" charset="0"/>
              </a:rPr>
              <a:t> to the final state.</a:t>
            </a:r>
          </a:p>
          <a:p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In some problems, one doesn’t care about a solution path but only the 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orientation of the final goal state</a:t>
            </a:r>
          </a:p>
          <a:p>
            <a:pPr lvl="1"/>
            <a:r>
              <a:rPr lang="en-US" sz="2800" dirty="0">
                <a:cs typeface="Times New Roman" pitchFamily="18" charset="0"/>
              </a:rPr>
              <a:t>Example: 8-queen problem</a:t>
            </a:r>
          </a:p>
          <a:p>
            <a:endParaRPr lang="en-US" dirty="0">
              <a:cs typeface="Times New Roman" pitchFamily="18" charset="0"/>
            </a:endParaRPr>
          </a:p>
          <a:p>
            <a:r>
              <a:rPr lang="en-US" dirty="0">
                <a:cs typeface="Times New Roman" pitchFamily="18" charset="0"/>
              </a:rPr>
              <a:t>Local search algorithms operate on a </a:t>
            </a:r>
            <a:r>
              <a:rPr lang="en-US" i="1" dirty="0">
                <a:solidFill>
                  <a:schemeClr val="hlink"/>
                </a:solidFill>
                <a:cs typeface="Times New Roman" pitchFamily="18" charset="0"/>
              </a:rPr>
              <a:t>single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 state – current state</a:t>
            </a:r>
            <a:r>
              <a:rPr lang="en-US" dirty="0">
                <a:cs typeface="Times New Roman" pitchFamily="18" charset="0"/>
              </a:rPr>
              <a:t> – and move to one of its </a:t>
            </a:r>
            <a:r>
              <a:rPr lang="en-US" dirty="0">
                <a:solidFill>
                  <a:schemeClr val="hlink"/>
                </a:solidFill>
                <a:cs typeface="Times New Roman" pitchFamily="18" charset="0"/>
              </a:rPr>
              <a:t>neighboring states</a:t>
            </a:r>
          </a:p>
          <a:p>
            <a:pPr lvl="1"/>
            <a:r>
              <a:rPr lang="en-US" sz="2800" dirty="0">
                <a:cs typeface="Times New Roman" pitchFamily="18" charset="0"/>
              </a:rPr>
              <a:t>Solution path needs not be maintained</a:t>
            </a:r>
          </a:p>
          <a:p>
            <a:pPr lvl="1"/>
            <a:r>
              <a:rPr lang="en-US" sz="2800" dirty="0">
                <a:cs typeface="Times New Roman" pitchFamily="18" charset="0"/>
              </a:rPr>
              <a:t>Hence, the search is “local”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7481-3E88-4AC3-9D3C-7D18B55AF391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27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Algorithms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 is no need to memorize the path to the goal, just to find the goal.</a:t>
            </a:r>
          </a:p>
          <a:p>
            <a:r>
              <a:rPr lang="en-US" dirty="0"/>
              <a:t>Cost of the path and finding optimal path to the goal is not required.</a:t>
            </a:r>
          </a:p>
          <a:p>
            <a:r>
              <a:rPr lang="en-US" dirty="0"/>
              <a:t>Start from a single current state and check the neighboring states</a:t>
            </a:r>
          </a:p>
          <a:p>
            <a:r>
              <a:rPr lang="en-US" dirty="0"/>
              <a:t>Consumes little memory</a:t>
            </a:r>
          </a:p>
          <a:p>
            <a:r>
              <a:rPr lang="en-US" dirty="0"/>
              <a:t>Useful with large state space.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9647A-D904-4AAC-B249-5E511720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8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Local Search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400" dirty="0"/>
              <a:t>Tree search keeps unexplored alternatives on the fringe (ensures completeness)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Local search: improve a single option until you can’t make it better (no fringe!)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New successor function: local changes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Generally much faster and more memory efficient (but incomplete and suboptimal)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172200" y="3339765"/>
            <a:ext cx="3886200" cy="1994235"/>
            <a:chOff x="1981200" y="2209800"/>
            <a:chExt cx="5791200" cy="2971800"/>
          </a:xfrm>
        </p:grpSpPr>
        <p:sp>
          <p:nvSpPr>
            <p:cNvPr id="6" name="Oval 5"/>
            <p:cNvSpPr/>
            <p:nvPr/>
          </p:nvSpPr>
          <p:spPr>
            <a:xfrm>
              <a:off x="1981200" y="3429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200400" y="3429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>
              <a:stCxn id="6" idx="6"/>
              <a:endCxn id="7" idx="2"/>
            </p:cNvCxnSpPr>
            <p:nvPr/>
          </p:nvCxnSpPr>
          <p:spPr>
            <a:xfrm>
              <a:off x="2590800" y="3733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TP_tmp.png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2819400" y="3352800"/>
              <a:ext cx="178307" cy="254507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5943600" y="3048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7162800" y="3048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>
              <a:stCxn id="13" idx="6"/>
              <a:endCxn id="14" idx="2"/>
            </p:cNvCxnSpPr>
            <p:nvPr/>
          </p:nvCxnSpPr>
          <p:spPr>
            <a:xfrm>
              <a:off x="6553200" y="3352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 descr="TP_tmp.png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2971800"/>
              <a:ext cx="178307" cy="254507"/>
            </a:xfrm>
            <a:prstGeom prst="rect">
              <a:avLst/>
            </a:prstGeom>
          </p:spPr>
        </p:pic>
        <p:sp>
          <p:nvSpPr>
            <p:cNvPr id="17" name="Oval 16"/>
            <p:cNvSpPr/>
            <p:nvPr/>
          </p:nvSpPr>
          <p:spPr>
            <a:xfrm>
              <a:off x="5943600" y="3810000"/>
              <a:ext cx="609600" cy="6096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7162800" y="3810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>
              <a:stCxn id="17" idx="6"/>
              <a:endCxn id="18" idx="2"/>
            </p:cNvCxnSpPr>
            <p:nvPr/>
          </p:nvCxnSpPr>
          <p:spPr>
            <a:xfrm>
              <a:off x="6553200" y="4114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 descr="TP_tmp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3733800"/>
              <a:ext cx="178307" cy="254507"/>
            </a:xfrm>
            <a:prstGeom prst="rect">
              <a:avLst/>
            </a:prstGeom>
          </p:spPr>
        </p:pic>
        <p:sp>
          <p:nvSpPr>
            <p:cNvPr id="21" name="Oval 20"/>
            <p:cNvSpPr/>
            <p:nvPr/>
          </p:nvSpPr>
          <p:spPr>
            <a:xfrm>
              <a:off x="5943600" y="4572000"/>
              <a:ext cx="609600" cy="609600"/>
            </a:xfrm>
            <a:prstGeom prst="ellipse">
              <a:avLst/>
            </a:prstGeom>
            <a:solidFill>
              <a:srgbClr val="0070C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162800" y="4572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>
              <a:stCxn id="21" idx="6"/>
              <a:endCxn id="22" idx="2"/>
            </p:cNvCxnSpPr>
            <p:nvPr/>
          </p:nvCxnSpPr>
          <p:spPr>
            <a:xfrm>
              <a:off x="6553200" y="4876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 descr="TP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4495800"/>
              <a:ext cx="178307" cy="254507"/>
            </a:xfrm>
            <a:prstGeom prst="rect">
              <a:avLst/>
            </a:prstGeom>
          </p:spPr>
        </p:pic>
        <p:cxnSp>
          <p:nvCxnSpPr>
            <p:cNvPr id="27" name="Straight Arrow Connector 26"/>
            <p:cNvCxnSpPr/>
            <p:nvPr/>
          </p:nvCxnSpPr>
          <p:spPr>
            <a:xfrm flipV="1">
              <a:off x="4114800" y="3352800"/>
              <a:ext cx="15240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4114800" y="2590800"/>
              <a:ext cx="152400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4114800" y="3733800"/>
              <a:ext cx="1524000" cy="1143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5943600" y="2286000"/>
              <a:ext cx="609600" cy="609600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7162800" y="2286000"/>
              <a:ext cx="609600" cy="6096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>
              <a:stCxn id="33" idx="6"/>
              <a:endCxn id="34" idx="2"/>
            </p:cNvCxnSpPr>
            <p:nvPr/>
          </p:nvCxnSpPr>
          <p:spPr>
            <a:xfrm>
              <a:off x="6553200" y="2590800"/>
              <a:ext cx="609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 descr="TP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781800" y="2209800"/>
              <a:ext cx="178307" cy="254507"/>
            </a:xfrm>
            <a:prstGeom prst="rect">
              <a:avLst/>
            </a:prstGeom>
          </p:spPr>
        </p:pic>
        <p:cxnSp>
          <p:nvCxnSpPr>
            <p:cNvPr id="42" name="Straight Arrow Connector 41"/>
            <p:cNvCxnSpPr/>
            <p:nvPr/>
          </p:nvCxnSpPr>
          <p:spPr>
            <a:xfrm>
              <a:off x="4114800" y="3733800"/>
              <a:ext cx="1524000" cy="381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694476-94ED-461E-A98A-2AFEE791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3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Local Search Methods – Applications </a:t>
            </a:r>
            <a:endParaRPr lang="en-GB" altLang="x-none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x-none" dirty="0">
                <a:solidFill>
                  <a:srgbClr val="FF0000"/>
                </a:solidFill>
              </a:rPr>
              <a:t>Applicable when seeking Goal State &amp; don't care how to get there</a:t>
            </a:r>
            <a:r>
              <a:rPr lang="en-US" altLang="x-none" dirty="0"/>
              <a:t>. E.g.,</a:t>
            </a:r>
          </a:p>
          <a:p>
            <a:endParaRPr lang="en-US" altLang="x-none" sz="500" dirty="0"/>
          </a:p>
          <a:p>
            <a:pPr lvl="1"/>
            <a:r>
              <a:rPr lang="en-US" altLang="x-none" sz="3000" dirty="0"/>
              <a:t>N-queens, </a:t>
            </a:r>
          </a:p>
          <a:p>
            <a:pPr lvl="1"/>
            <a:r>
              <a:rPr lang="en-US" altLang="x-none" sz="3000" dirty="0"/>
              <a:t>finding shortest/cheapest round trips</a:t>
            </a:r>
            <a:r>
              <a:rPr lang="en-US" altLang="x-none" sz="3000" b="1" dirty="0">
                <a:solidFill>
                  <a:srgbClr val="FF0000"/>
                </a:solidFill>
              </a:rPr>
              <a:t> </a:t>
            </a:r>
          </a:p>
          <a:p>
            <a:pPr lvl="2"/>
            <a:r>
              <a:rPr lang="en-US" altLang="x-none" sz="2600" b="1" dirty="0">
                <a:solidFill>
                  <a:srgbClr val="FF0000"/>
                </a:solidFill>
              </a:rPr>
              <a:t>(Travel Salesman Problem, Vehicle Routing Problem)</a:t>
            </a:r>
          </a:p>
          <a:p>
            <a:pPr lvl="1"/>
            <a:r>
              <a:rPr lang="en-US" altLang="x-none" sz="3000" dirty="0"/>
              <a:t>finding models of propositional formulae </a:t>
            </a:r>
            <a:r>
              <a:rPr lang="en-US" altLang="x-none" sz="3000" dirty="0">
                <a:solidFill>
                  <a:srgbClr val="FF0000"/>
                </a:solidFill>
              </a:rPr>
              <a:t>(SAT solvers)</a:t>
            </a:r>
          </a:p>
          <a:p>
            <a:pPr lvl="1"/>
            <a:r>
              <a:rPr lang="en-US" altLang="x-none" sz="3000" dirty="0"/>
              <a:t>map coloring, </a:t>
            </a:r>
          </a:p>
          <a:p>
            <a:pPr lvl="1"/>
            <a:r>
              <a:rPr lang="en-US" altLang="x-none" sz="3000" dirty="0"/>
              <a:t>resource allocation</a:t>
            </a:r>
          </a:p>
          <a:p>
            <a:pPr lvl="1"/>
            <a:r>
              <a:rPr lang="en-US" altLang="x-none" sz="3000" dirty="0"/>
              <a:t>protein structure prediction</a:t>
            </a:r>
          </a:p>
          <a:p>
            <a:pPr lvl="1"/>
            <a:r>
              <a:rPr lang="en-US" altLang="x-none" sz="3000" dirty="0"/>
              <a:t>genome sequence assembly</a:t>
            </a:r>
            <a:endParaRPr lang="en-US" altLang="x-none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B4C54-3620-40E9-9359-3A5F36A01203}" type="slidenum">
              <a:rPr lang="en-GB" altLang="x-none" smtClean="0"/>
              <a:pPr/>
              <a:t>5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81019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Search Algorithms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x-none" dirty="0"/>
              <a:t>In many optimization problems, the </a:t>
            </a:r>
            <a:r>
              <a:rPr lang="en-US" altLang="x-none" b="1" dirty="0">
                <a:solidFill>
                  <a:srgbClr val="FF0000"/>
                </a:solidFill>
              </a:rPr>
              <a:t>path</a:t>
            </a:r>
            <a:r>
              <a:rPr lang="en-US" altLang="x-none" dirty="0"/>
              <a:t> to the goal is irrelevant; </a:t>
            </a:r>
            <a:r>
              <a:rPr lang="en-US" altLang="x-none" dirty="0">
                <a:solidFill>
                  <a:srgbClr val="FF0000"/>
                </a:solidFill>
              </a:rPr>
              <a:t>the goal state itself is the solution</a:t>
            </a:r>
            <a:endParaRPr lang="en-US" altLang="x-none" dirty="0"/>
          </a:p>
          <a:p>
            <a:r>
              <a:rPr lang="en-US" altLang="x-none" dirty="0"/>
              <a:t>State space = set of configurations</a:t>
            </a:r>
          </a:p>
          <a:p>
            <a:pPr lvl="1"/>
            <a:r>
              <a:rPr lang="en-US" altLang="x-none" dirty="0">
                <a:solidFill>
                  <a:schemeClr val="tx2">
                    <a:lumMod val="75000"/>
                  </a:schemeClr>
                </a:solidFill>
              </a:rPr>
              <a:t>Find a configuration satisfying your constraints</a:t>
            </a:r>
            <a:r>
              <a:rPr lang="en-US" altLang="x-none" dirty="0"/>
              <a:t>, e.g., n-queens</a:t>
            </a:r>
          </a:p>
          <a:p>
            <a:pPr lvl="1"/>
            <a:r>
              <a:rPr lang="en-US" altLang="x-none" sz="3000" dirty="0"/>
              <a:t>Find the best possible state according to a given</a:t>
            </a:r>
            <a:r>
              <a:rPr lang="en-US" altLang="x-none" sz="3000" dirty="0">
                <a:solidFill>
                  <a:srgbClr val="FF0000"/>
                </a:solidFill>
              </a:rPr>
              <a:t> objective function</a:t>
            </a:r>
            <a:endParaRPr lang="en-US" altLang="x-none" sz="3000" dirty="0"/>
          </a:p>
          <a:p>
            <a:r>
              <a:rPr lang="en-US" altLang="x-none" dirty="0"/>
              <a:t>In such cases, we can </a:t>
            </a:r>
            <a:r>
              <a:rPr lang="en-US" altLang="x-none" b="1" dirty="0">
                <a:solidFill>
                  <a:srgbClr val="FF0000"/>
                </a:solidFill>
              </a:rPr>
              <a:t>use local search algorithms</a:t>
            </a:r>
          </a:p>
          <a:p>
            <a:pPr lvl="1"/>
            <a:r>
              <a:rPr lang="en-US" altLang="x-none" dirty="0">
                <a:solidFill>
                  <a:srgbClr val="FF0000"/>
                </a:solidFill>
              </a:rPr>
              <a:t>Keeps a single "current" state,</a:t>
            </a:r>
            <a:r>
              <a:rPr lang="en-US" altLang="x-none" dirty="0"/>
              <a:t> and then shift states, but </a:t>
            </a:r>
            <a:r>
              <a:rPr lang="en-US" altLang="x-none" dirty="0">
                <a:solidFill>
                  <a:schemeClr val="tx2">
                    <a:lumMod val="75000"/>
                  </a:schemeClr>
                </a:solidFill>
              </a:rPr>
              <a:t>don’t keep track of paths</a:t>
            </a:r>
            <a:r>
              <a:rPr lang="en-US" altLang="x-none" dirty="0"/>
              <a:t>.</a:t>
            </a:r>
          </a:p>
          <a:p>
            <a:pPr lvl="1"/>
            <a:r>
              <a:rPr lang="en-US" altLang="x-none" dirty="0"/>
              <a:t>Use very limited memory</a:t>
            </a:r>
          </a:p>
          <a:p>
            <a:pPr lvl="1"/>
            <a:r>
              <a:rPr lang="en-US" altLang="x-none" dirty="0">
                <a:solidFill>
                  <a:srgbClr val="FF0000"/>
                </a:solidFill>
              </a:rPr>
              <a:t>Find reasonable solutions </a:t>
            </a:r>
            <a:r>
              <a:rPr lang="en-US" altLang="x-none" dirty="0"/>
              <a:t>in large state spaces.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55D5C-46F7-49D1-B1DB-AFAF2E76CF2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4161972"/>
            <a:ext cx="10515600" cy="2014991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79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search algorithms work as follows: </a:t>
            </a:r>
          </a:p>
          <a:p>
            <a:pPr lvl="1"/>
            <a:r>
              <a:rPr lang="en-US" dirty="0"/>
              <a:t>Pick a “solution” from the search space and evaluate it. Define this as the current solution.</a:t>
            </a:r>
          </a:p>
          <a:p>
            <a:pPr lvl="1"/>
            <a:r>
              <a:rPr lang="en-US" dirty="0"/>
              <a:t>Apply a transformation to the current solution to generate and evaluate a new solution.</a:t>
            </a:r>
          </a:p>
          <a:p>
            <a:pPr lvl="1"/>
            <a:r>
              <a:rPr lang="en-US" dirty="0"/>
              <a:t>If the new solution is better than the current solution then exchange it with the current solution; otherwise discard the new solution.</a:t>
            </a:r>
          </a:p>
          <a:p>
            <a:pPr lvl="1"/>
            <a:r>
              <a:rPr lang="en-US" dirty="0"/>
              <a:t>Repeat steps 2 and 3 until no transformation in the given set improves the current solution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8839D-536D-4074-A736-8E950E942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9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Local search</a:t>
            </a:r>
            <a:endParaRPr lang="en-GB" altLang="x-none"/>
          </a:p>
        </p:txBody>
      </p:sp>
      <p:sp>
        <p:nvSpPr>
          <p:cNvPr id="367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buFont typeface="Wingdings" pitchFamily="2" charset="2"/>
              <a:buChar char="w"/>
            </a:pPr>
            <a:r>
              <a:rPr lang="en-US" altLang="x-none" b="1" dirty="0">
                <a:solidFill>
                  <a:schemeClr val="tx2">
                    <a:lumMod val="75000"/>
                  </a:schemeClr>
                </a:solidFill>
              </a:rPr>
              <a:t>Key idea </a:t>
            </a:r>
            <a:r>
              <a:rPr lang="en-US" altLang="x-none" b="1" dirty="0"/>
              <a:t>(surprisingly simple):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w"/>
            </a:pP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x-none" dirty="0"/>
              <a:t>Select (random) initial state (</a:t>
            </a:r>
            <a:r>
              <a:rPr lang="en-US" altLang="x-none" dirty="0">
                <a:solidFill>
                  <a:srgbClr val="FF0000"/>
                </a:solidFill>
              </a:rPr>
              <a:t>generate an initial guess</a:t>
            </a:r>
            <a:r>
              <a:rPr lang="en-US" altLang="x-none" dirty="0"/>
              <a:t>) </a:t>
            </a:r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x-none" dirty="0"/>
              <a:t>Make </a:t>
            </a:r>
            <a:r>
              <a:rPr lang="en-US" altLang="x-none" b="1" u="sng" dirty="0">
                <a:solidFill>
                  <a:srgbClr val="0000FF"/>
                </a:solidFill>
              </a:rPr>
              <a:t>local modification</a:t>
            </a:r>
            <a:r>
              <a:rPr lang="en-US" altLang="x-none" dirty="0"/>
              <a:t> to </a:t>
            </a:r>
            <a:r>
              <a:rPr lang="en-US" altLang="x-none" b="1" dirty="0"/>
              <a:t>improve</a:t>
            </a:r>
            <a:r>
              <a:rPr lang="en-US" altLang="x-none" dirty="0"/>
              <a:t> current state </a:t>
            </a:r>
          </a:p>
          <a:p>
            <a:pPr marL="1238250" lvl="2" indent="-381000">
              <a:lnSpc>
                <a:spcPct val="80000"/>
              </a:lnSpc>
            </a:pPr>
            <a:r>
              <a:rPr lang="en-US" altLang="x-none" dirty="0"/>
              <a:t>Evaluate current state and </a:t>
            </a:r>
            <a:r>
              <a:rPr lang="en-US" altLang="x-none" dirty="0">
                <a:solidFill>
                  <a:srgbClr val="FF0000"/>
                </a:solidFill>
              </a:rPr>
              <a:t>move to other states</a:t>
            </a: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endParaRPr lang="en-US" altLang="x-none" dirty="0"/>
          </a:p>
          <a:p>
            <a:pPr marL="838200" lvl="1" indent="-3810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x-none" dirty="0"/>
              <a:t>Repeat Step 2 until goal state found (or out of time) </a:t>
            </a:r>
            <a:endParaRPr lang="en-GB" altLang="x-none" dirty="0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6E24F-A1F7-42EC-BE2F-E944BC29DC16}" type="slidenum">
              <a:rPr lang="en-GB" altLang="x-none" smtClean="0"/>
              <a:pPr/>
              <a:t>8</a:t>
            </a:fld>
            <a:endParaRPr lang="en-GB" altLang="x-none"/>
          </a:p>
        </p:txBody>
      </p:sp>
      <p:sp>
        <p:nvSpPr>
          <p:cNvPr id="367620" name="Arc 4"/>
          <p:cNvSpPr>
            <a:spLocks/>
          </p:cNvSpPr>
          <p:nvPr/>
        </p:nvSpPr>
        <p:spPr bwMode="auto">
          <a:xfrm flipH="1" flipV="1">
            <a:off x="783376" y="3570543"/>
            <a:ext cx="507207" cy="1003339"/>
          </a:xfrm>
          <a:custGeom>
            <a:avLst/>
            <a:gdLst>
              <a:gd name="G0" fmla="+- 530 0 0"/>
              <a:gd name="G1" fmla="+- 21600 0 0"/>
              <a:gd name="G2" fmla="+- 21600 0 0"/>
              <a:gd name="T0" fmla="*/ 530 w 22130"/>
              <a:gd name="T1" fmla="*/ 0 h 43200"/>
              <a:gd name="T2" fmla="*/ 0 w 22130"/>
              <a:gd name="T3" fmla="*/ 43193 h 43200"/>
              <a:gd name="T4" fmla="*/ 530 w 2213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130" h="43200" fill="none" extrusionOk="0">
                <a:moveTo>
                  <a:pt x="529" y="0"/>
                </a:moveTo>
                <a:cubicBezTo>
                  <a:pt x="12459" y="0"/>
                  <a:pt x="22130" y="9670"/>
                  <a:pt x="22130" y="21600"/>
                </a:cubicBezTo>
                <a:cubicBezTo>
                  <a:pt x="22130" y="33529"/>
                  <a:pt x="12459" y="43200"/>
                  <a:pt x="530" y="43200"/>
                </a:cubicBezTo>
                <a:cubicBezTo>
                  <a:pt x="353" y="43200"/>
                  <a:pt x="176" y="43197"/>
                  <a:pt x="-1" y="43193"/>
                </a:cubicBezTo>
              </a:path>
              <a:path w="22130" h="43200" stroke="0" extrusionOk="0">
                <a:moveTo>
                  <a:pt x="529" y="0"/>
                </a:moveTo>
                <a:cubicBezTo>
                  <a:pt x="12459" y="0"/>
                  <a:pt x="22130" y="9670"/>
                  <a:pt x="22130" y="21600"/>
                </a:cubicBezTo>
                <a:cubicBezTo>
                  <a:pt x="22130" y="33529"/>
                  <a:pt x="12459" y="43200"/>
                  <a:pt x="530" y="43200"/>
                </a:cubicBezTo>
                <a:cubicBezTo>
                  <a:pt x="353" y="43200"/>
                  <a:pt x="176" y="43197"/>
                  <a:pt x="-1" y="43193"/>
                </a:cubicBezTo>
                <a:lnTo>
                  <a:pt x="530" y="21600"/>
                </a:lnTo>
                <a:close/>
              </a:path>
            </a:pathLst>
          </a:custGeom>
          <a:noFill/>
          <a:ln w="28575">
            <a:solidFill>
              <a:schemeClr val="folHlink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x-none" altLang="x-none"/>
          </a:p>
        </p:txBody>
      </p:sp>
      <p:grpSp>
        <p:nvGrpSpPr>
          <p:cNvPr id="367621" name="Group 5"/>
          <p:cNvGrpSpPr>
            <a:grpSpLocks/>
          </p:cNvGrpSpPr>
          <p:nvPr/>
        </p:nvGrpSpPr>
        <p:grpSpPr bwMode="auto">
          <a:xfrm>
            <a:off x="8610600" y="1825625"/>
            <a:ext cx="2743200" cy="3452830"/>
            <a:chOff x="1633" y="1872"/>
            <a:chExt cx="1295" cy="1630"/>
          </a:xfrm>
        </p:grpSpPr>
        <p:sp>
          <p:nvSpPr>
            <p:cNvPr id="367622" name="Oval 6"/>
            <p:cNvSpPr>
              <a:spLocks noChangeArrowheads="1"/>
            </p:cNvSpPr>
            <p:nvPr/>
          </p:nvSpPr>
          <p:spPr bwMode="auto">
            <a:xfrm>
              <a:off x="1633" y="3024"/>
              <a:ext cx="478" cy="47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3" name="Oval 7"/>
            <p:cNvSpPr>
              <a:spLocks noChangeArrowheads="1"/>
            </p:cNvSpPr>
            <p:nvPr/>
          </p:nvSpPr>
          <p:spPr bwMode="auto">
            <a:xfrm rot="837724">
              <a:off x="1872" y="2784"/>
              <a:ext cx="288" cy="432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4" name="Oval 8"/>
            <p:cNvSpPr>
              <a:spLocks noChangeArrowheads="1"/>
            </p:cNvSpPr>
            <p:nvPr/>
          </p:nvSpPr>
          <p:spPr bwMode="auto">
            <a:xfrm>
              <a:off x="1824" y="2592"/>
              <a:ext cx="576" cy="28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5" name="Oval 9"/>
            <p:cNvSpPr>
              <a:spLocks noChangeArrowheads="1"/>
            </p:cNvSpPr>
            <p:nvPr/>
          </p:nvSpPr>
          <p:spPr bwMode="auto">
            <a:xfrm>
              <a:off x="1824" y="33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6" name="Line 10"/>
            <p:cNvSpPr>
              <a:spLocks noChangeShapeType="1"/>
            </p:cNvSpPr>
            <p:nvPr/>
          </p:nvSpPr>
          <p:spPr bwMode="auto">
            <a:xfrm flipV="1">
              <a:off x="1872" y="3144"/>
              <a:ext cx="120" cy="16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27" name="Oval 11"/>
            <p:cNvSpPr>
              <a:spLocks noChangeArrowheads="1"/>
            </p:cNvSpPr>
            <p:nvPr/>
          </p:nvSpPr>
          <p:spPr bwMode="auto">
            <a:xfrm>
              <a:off x="1968" y="312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8" name="Oval 12"/>
            <p:cNvSpPr>
              <a:spLocks noChangeArrowheads="1"/>
            </p:cNvSpPr>
            <p:nvPr/>
          </p:nvSpPr>
          <p:spPr bwMode="auto">
            <a:xfrm>
              <a:off x="2016" y="2832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29" name="Oval 13"/>
            <p:cNvSpPr>
              <a:spLocks noChangeArrowheads="1"/>
            </p:cNvSpPr>
            <p:nvPr/>
          </p:nvSpPr>
          <p:spPr bwMode="auto">
            <a:xfrm>
              <a:off x="1920" y="264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0" name="Line 14"/>
            <p:cNvSpPr>
              <a:spLocks noChangeShapeType="1"/>
            </p:cNvSpPr>
            <p:nvPr/>
          </p:nvSpPr>
          <p:spPr bwMode="auto">
            <a:xfrm flipV="1">
              <a:off x="1992" y="2880"/>
              <a:ext cx="48" cy="24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1" name="Line 15"/>
            <p:cNvSpPr>
              <a:spLocks noChangeShapeType="1"/>
            </p:cNvSpPr>
            <p:nvPr/>
          </p:nvSpPr>
          <p:spPr bwMode="auto">
            <a:xfrm flipH="1" flipV="1">
              <a:off x="1968" y="2688"/>
              <a:ext cx="48" cy="1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2" name="Oval 16"/>
            <p:cNvSpPr>
              <a:spLocks noChangeArrowheads="1"/>
            </p:cNvSpPr>
            <p:nvPr/>
          </p:nvSpPr>
          <p:spPr bwMode="auto">
            <a:xfrm>
              <a:off x="1680" y="2256"/>
              <a:ext cx="432" cy="480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3" name="Line 17"/>
            <p:cNvSpPr>
              <a:spLocks noChangeShapeType="1"/>
            </p:cNvSpPr>
            <p:nvPr/>
          </p:nvSpPr>
          <p:spPr bwMode="auto">
            <a:xfrm flipV="1">
              <a:off x="1920" y="2448"/>
              <a:ext cx="48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4" name="Oval 18"/>
            <p:cNvSpPr>
              <a:spLocks noChangeArrowheads="1"/>
            </p:cNvSpPr>
            <p:nvPr/>
          </p:nvSpPr>
          <p:spPr bwMode="auto">
            <a:xfrm>
              <a:off x="1968" y="240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5" name="Oval 19"/>
            <p:cNvSpPr>
              <a:spLocks noChangeArrowheads="1"/>
            </p:cNvSpPr>
            <p:nvPr/>
          </p:nvSpPr>
          <p:spPr bwMode="auto">
            <a:xfrm>
              <a:off x="2160" y="216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6" name="Oval 20"/>
            <p:cNvSpPr>
              <a:spLocks noChangeArrowheads="1"/>
            </p:cNvSpPr>
            <p:nvPr/>
          </p:nvSpPr>
          <p:spPr bwMode="auto">
            <a:xfrm rot="837724">
              <a:off x="1920" y="2064"/>
              <a:ext cx="288" cy="432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7" name="Line 21"/>
            <p:cNvSpPr>
              <a:spLocks noChangeShapeType="1"/>
            </p:cNvSpPr>
            <p:nvPr/>
          </p:nvSpPr>
          <p:spPr bwMode="auto">
            <a:xfrm flipV="1">
              <a:off x="2016" y="2208"/>
              <a:ext cx="144" cy="19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38" name="Oval 22"/>
            <p:cNvSpPr>
              <a:spLocks noChangeArrowheads="1"/>
            </p:cNvSpPr>
            <p:nvPr/>
          </p:nvSpPr>
          <p:spPr bwMode="auto">
            <a:xfrm>
              <a:off x="2064" y="2016"/>
              <a:ext cx="576" cy="28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39" name="Line 23"/>
            <p:cNvSpPr>
              <a:spLocks noChangeShapeType="1"/>
            </p:cNvSpPr>
            <p:nvPr/>
          </p:nvSpPr>
          <p:spPr bwMode="auto">
            <a:xfrm flipV="1">
              <a:off x="2208" y="2112"/>
              <a:ext cx="336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40" name="Oval 24"/>
            <p:cNvSpPr>
              <a:spLocks noChangeArrowheads="1"/>
            </p:cNvSpPr>
            <p:nvPr/>
          </p:nvSpPr>
          <p:spPr bwMode="auto">
            <a:xfrm>
              <a:off x="2544" y="2112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41" name="Oval 25"/>
            <p:cNvSpPr>
              <a:spLocks noChangeArrowheads="1"/>
            </p:cNvSpPr>
            <p:nvPr/>
          </p:nvSpPr>
          <p:spPr bwMode="auto">
            <a:xfrm>
              <a:off x="2450" y="1872"/>
              <a:ext cx="478" cy="478"/>
            </a:xfrm>
            <a:prstGeom prst="ellipse">
              <a:avLst/>
            </a:prstGeom>
            <a:noFill/>
            <a:ln w="12700">
              <a:solidFill>
                <a:srgbClr val="FF1F1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642" name="Line 26"/>
            <p:cNvSpPr>
              <a:spLocks noChangeShapeType="1"/>
            </p:cNvSpPr>
            <p:nvPr/>
          </p:nvSpPr>
          <p:spPr bwMode="auto">
            <a:xfrm flipV="1">
              <a:off x="2592" y="1968"/>
              <a:ext cx="96" cy="1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7643" name="Oval 27"/>
            <p:cNvSpPr>
              <a:spLocks noChangeArrowheads="1"/>
            </p:cNvSpPr>
            <p:nvPr/>
          </p:nvSpPr>
          <p:spPr bwMode="auto">
            <a:xfrm>
              <a:off x="2688" y="1920"/>
              <a:ext cx="48" cy="48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469951" y="5398855"/>
            <a:ext cx="1883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Neighborhoods </a:t>
            </a:r>
          </a:p>
        </p:txBody>
      </p:sp>
      <p:cxnSp>
        <p:nvCxnSpPr>
          <p:cNvPr id="4" name="Straight Arrow Connector 3"/>
          <p:cNvCxnSpPr>
            <a:stCxn id="2" idx="0"/>
            <a:endCxn id="367622" idx="5"/>
          </p:cNvCxnSpPr>
          <p:nvPr/>
        </p:nvCxnSpPr>
        <p:spPr>
          <a:xfrm flipH="1" flipV="1">
            <a:off x="9474864" y="5130171"/>
            <a:ext cx="937012" cy="2686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2" idx="0"/>
          </p:cNvCxnSpPr>
          <p:nvPr/>
        </p:nvCxnSpPr>
        <p:spPr>
          <a:xfrm flipH="1" flipV="1">
            <a:off x="9748095" y="4525627"/>
            <a:ext cx="663781" cy="8732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" idx="0"/>
            <a:endCxn id="367624" idx="5"/>
          </p:cNvCxnSpPr>
          <p:nvPr/>
        </p:nvCxnSpPr>
        <p:spPr>
          <a:xfrm flipH="1" flipV="1">
            <a:off x="10056651" y="3871529"/>
            <a:ext cx="355225" cy="15273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2" idx="0"/>
            <a:endCxn id="367641" idx="4"/>
          </p:cNvCxnSpPr>
          <p:nvPr/>
        </p:nvCxnSpPr>
        <p:spPr>
          <a:xfrm flipV="1">
            <a:off x="10411876" y="2838173"/>
            <a:ext cx="435650" cy="25606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2" idx="0"/>
            <a:endCxn id="367638" idx="4"/>
          </p:cNvCxnSpPr>
          <p:nvPr/>
        </p:nvCxnSpPr>
        <p:spPr>
          <a:xfrm flipH="1" flipV="1">
            <a:off x="10133659" y="2740731"/>
            <a:ext cx="278217" cy="26581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48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 Algorithms for optimization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60096" cy="43513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Local search algorithms are very useful for optimization problems</a:t>
            </a:r>
          </a:p>
          <a:p>
            <a:pPr>
              <a:lnSpc>
                <a:spcPct val="8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systematic search doesn’t work</a:t>
            </a:r>
          </a:p>
          <a:p>
            <a:pPr>
              <a:lnSpc>
                <a:spcPct val="8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however, can start with a suboptimal solution and improve it</a:t>
            </a:r>
          </a:p>
          <a:p>
            <a:pPr>
              <a:lnSpc>
                <a:spcPct val="8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dirty="0">
                <a:cs typeface="Times New Roman" pitchFamily="18" charset="0"/>
              </a:rPr>
              <a:t>Goal: find a state such that the objective function is optimized</a:t>
            </a:r>
          </a:p>
          <a:p>
            <a:pPr marL="609600" indent="-609600"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pPr marL="609600" indent="-609600">
              <a:lnSpc>
                <a:spcPct val="80000"/>
              </a:lnSpc>
            </a:pPr>
            <a:endParaRPr lang="en-US" sz="2000" dirty="0">
              <a:latin typeface="Times New Roman" pitchFamily="18" charset="0"/>
            </a:endParaRPr>
          </a:p>
          <a:p>
            <a:endParaRPr lang="en-US" dirty="0"/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53400" y="2197100"/>
            <a:ext cx="3084513" cy="3084513"/>
          </a:xfrm>
          <a:prstGeom prst="rect">
            <a:avLst/>
          </a:prstGeom>
          <a:noFill/>
          <a:ln/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8077200" y="5397500"/>
            <a:ext cx="32766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Minimize the number </a:t>
            </a:r>
          </a:p>
          <a:p>
            <a:pPr algn="ctr">
              <a:spcBef>
                <a:spcPct val="50000"/>
              </a:spcBef>
            </a:pPr>
            <a:r>
              <a:rPr lang="en-US" b="1"/>
              <a:t>of attacks</a:t>
            </a:r>
            <a:endParaRPr lang="en-GB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4A4E6-A55E-4447-B23E-7A810009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F0C74A-B45E-D179-9CFD-607C979635A9}"/>
                  </a:ext>
                </a:extLst>
              </p14:cNvPr>
              <p14:cNvContentPartPr/>
              <p14:nvPr/>
            </p14:nvContentPartPr>
            <p14:xfrm>
              <a:off x="8691770" y="5742228"/>
              <a:ext cx="1632600" cy="39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F0C74A-B45E-D179-9CFD-607C979635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5650" y="5736108"/>
                <a:ext cx="1644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4782AE-C9A8-DA3F-9C40-FF088A142C3F}"/>
                  </a:ext>
                </a:extLst>
              </p14:cNvPr>
              <p14:cNvContentPartPr/>
              <p14:nvPr/>
            </p14:nvContentPartPr>
            <p14:xfrm>
              <a:off x="9389810" y="6253068"/>
              <a:ext cx="677520" cy="30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4782AE-C9A8-DA3F-9C40-FF088A142C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83690" y="6246948"/>
                <a:ext cx="6897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91AFBC3-4991-6079-3B2D-991EFF5A49A9}"/>
                  </a:ext>
                </a:extLst>
              </p14:cNvPr>
              <p14:cNvContentPartPr/>
              <p14:nvPr/>
            </p14:nvContentPartPr>
            <p14:xfrm>
              <a:off x="8041610" y="2330148"/>
              <a:ext cx="25560" cy="201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91AFBC3-4991-6079-3B2D-991EFF5A49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35490" y="2324028"/>
                <a:ext cx="378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8DAF6C6-6549-698F-86EE-7D0950032730}"/>
                  </a:ext>
                </a:extLst>
              </p14:cNvPr>
              <p14:cNvContentPartPr/>
              <p14:nvPr/>
            </p14:nvContentPartPr>
            <p14:xfrm>
              <a:off x="10697330" y="5026908"/>
              <a:ext cx="116640" cy="156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8DAF6C6-6549-698F-86EE-7D09500327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91210" y="5020788"/>
                <a:ext cx="1288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EAF2DD4-9DA1-9594-98EA-73254F85A485}"/>
                  </a:ext>
                </a:extLst>
              </p14:cNvPr>
              <p14:cNvContentPartPr/>
              <p14:nvPr/>
            </p14:nvContentPartPr>
            <p14:xfrm>
              <a:off x="8888330" y="3169668"/>
              <a:ext cx="155880" cy="133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EAF2DD4-9DA1-9594-98EA-73254F85A4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82210" y="3163548"/>
                <a:ext cx="1681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A4F02A4-E045-99DD-4123-1A568F22E74C}"/>
                  </a:ext>
                </a:extLst>
              </p14:cNvPr>
              <p14:cNvContentPartPr/>
              <p14:nvPr/>
            </p14:nvContentPartPr>
            <p14:xfrm>
              <a:off x="7679090" y="1278228"/>
              <a:ext cx="360" cy="303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A4F02A4-E045-99DD-4123-1A568F22E7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72970" y="1272108"/>
                <a:ext cx="126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40460F9-886F-44AF-7F67-44C4610394B5}"/>
                  </a:ext>
                </a:extLst>
              </p14:cNvPr>
              <p14:cNvContentPartPr/>
              <p14:nvPr/>
            </p14:nvContentPartPr>
            <p14:xfrm>
              <a:off x="7816610" y="1307388"/>
              <a:ext cx="223560" cy="264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40460F9-886F-44AF-7F67-44C4610394B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10490" y="1301268"/>
                <a:ext cx="2358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F83C39D-2A1D-BC3D-5569-DCD1DCE0DDAA}"/>
                  </a:ext>
                </a:extLst>
              </p14:cNvPr>
              <p14:cNvContentPartPr/>
              <p14:nvPr/>
            </p14:nvContentPartPr>
            <p14:xfrm>
              <a:off x="8629490" y="1366068"/>
              <a:ext cx="163080" cy="227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F83C39D-2A1D-BC3D-5569-DCD1DCE0DDA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23370" y="1359948"/>
                <a:ext cx="1753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60EEB3D-E3D5-1283-917E-D0BF44F1658F}"/>
                  </a:ext>
                </a:extLst>
              </p14:cNvPr>
              <p14:cNvContentPartPr/>
              <p14:nvPr/>
            </p14:nvContentPartPr>
            <p14:xfrm>
              <a:off x="8272370" y="3094428"/>
              <a:ext cx="724320" cy="651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60EEB3D-E3D5-1283-917E-D0BF44F165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66250" y="3088308"/>
                <a:ext cx="736560" cy="66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4C90E86-3298-1EC5-9A45-4AB1CE0FAA42}"/>
                  </a:ext>
                </a:extLst>
              </p14:cNvPr>
              <p14:cNvContentPartPr/>
              <p14:nvPr/>
            </p14:nvContentPartPr>
            <p14:xfrm>
              <a:off x="9330770" y="4080108"/>
              <a:ext cx="1109520" cy="1159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4C90E86-3298-1EC5-9A45-4AB1CE0FAA4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24650" y="4073988"/>
                <a:ext cx="1121760" cy="11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A34ABC8C-0162-326D-C21A-8D1CBC34E6A2}"/>
              </a:ext>
            </a:extLst>
          </p:cNvPr>
          <p:cNvGrpSpPr/>
          <p:nvPr/>
        </p:nvGrpSpPr>
        <p:grpSpPr>
          <a:xfrm>
            <a:off x="9497450" y="1453548"/>
            <a:ext cx="445320" cy="218880"/>
            <a:chOff x="9497450" y="1453548"/>
            <a:chExt cx="44532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CB170D4-580C-A6CD-F67C-AC412BEACAC9}"/>
                    </a:ext>
                  </a:extLst>
                </p14:cNvPr>
                <p14:cNvContentPartPr/>
                <p14:nvPr/>
              </p14:nvContentPartPr>
              <p14:xfrm>
                <a:off x="9497450" y="1453548"/>
                <a:ext cx="172080" cy="199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CB170D4-580C-A6CD-F67C-AC412BEACA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91330" y="1447428"/>
                  <a:ext cx="184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4DADBA-78C0-8986-A2FE-43FDE3C6BA26}"/>
                    </a:ext>
                  </a:extLst>
                </p14:cNvPr>
                <p14:cNvContentPartPr/>
                <p14:nvPr/>
              </p14:nvContentPartPr>
              <p14:xfrm>
                <a:off x="9801650" y="1471548"/>
                <a:ext cx="141120" cy="200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4DADBA-78C0-8986-A2FE-43FDE3C6BA2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95530" y="1465428"/>
                  <a:ext cx="15336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B01F77E-890A-646F-51BE-85EC0084C750}"/>
              </a:ext>
            </a:extLst>
          </p:cNvPr>
          <p:cNvGrpSpPr/>
          <p:nvPr/>
        </p:nvGrpSpPr>
        <p:grpSpPr>
          <a:xfrm>
            <a:off x="8003450" y="2350668"/>
            <a:ext cx="3234600" cy="2997720"/>
            <a:chOff x="8003450" y="2350668"/>
            <a:chExt cx="3234600" cy="29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5707B4-A5AE-1770-E2DE-972B66C2634A}"/>
                    </a:ext>
                  </a:extLst>
                </p14:cNvPr>
                <p14:cNvContentPartPr/>
                <p14:nvPr/>
              </p14:nvContentPartPr>
              <p14:xfrm>
                <a:off x="10077770" y="2792388"/>
                <a:ext cx="107280" cy="173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5707B4-A5AE-1770-E2DE-972B66C2634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71650" y="2786268"/>
                  <a:ext cx="119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7F2CAB6-6729-8CE1-7D42-3145A650FEAA}"/>
                    </a:ext>
                  </a:extLst>
                </p14:cNvPr>
                <p14:cNvContentPartPr/>
                <p14:nvPr/>
              </p14:nvContentPartPr>
              <p14:xfrm>
                <a:off x="9300530" y="3923148"/>
                <a:ext cx="93600" cy="15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7F2CAB6-6729-8CE1-7D42-3145A650FEA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94410" y="3917028"/>
                  <a:ext cx="105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C43FCA-EED4-29E5-D815-F38B6423497D}"/>
                    </a:ext>
                  </a:extLst>
                </p14:cNvPr>
                <p14:cNvContentPartPr/>
                <p14:nvPr/>
              </p14:nvContentPartPr>
              <p14:xfrm>
                <a:off x="10463690" y="3588708"/>
                <a:ext cx="97560" cy="130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C43FCA-EED4-29E5-D815-F38B6423497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457570" y="3582588"/>
                  <a:ext cx="109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D3E180-2838-CE86-44BE-7E9AC84EF1A7}"/>
                    </a:ext>
                  </a:extLst>
                </p14:cNvPr>
                <p14:cNvContentPartPr/>
                <p14:nvPr/>
              </p14:nvContentPartPr>
              <p14:xfrm>
                <a:off x="10441370" y="3514188"/>
                <a:ext cx="108720" cy="4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D3E180-2838-CE86-44BE-7E9AC84EF1A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35250" y="3508068"/>
                  <a:ext cx="120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AAE93C-4EE6-E647-9075-644B6ED78F78}"/>
                    </a:ext>
                  </a:extLst>
                </p14:cNvPr>
                <p14:cNvContentPartPr/>
                <p14:nvPr/>
              </p14:nvContentPartPr>
              <p14:xfrm>
                <a:off x="9300890" y="2380548"/>
                <a:ext cx="1347840" cy="148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AAE93C-4EE6-E647-9075-644B6ED78F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94770" y="2374428"/>
                  <a:ext cx="1360080" cy="14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B187ED-F70D-E2D7-B426-C582F5307D66}"/>
                    </a:ext>
                  </a:extLst>
                </p14:cNvPr>
                <p14:cNvContentPartPr/>
                <p14:nvPr/>
              </p14:nvContentPartPr>
              <p14:xfrm>
                <a:off x="8245370" y="4011348"/>
                <a:ext cx="830160" cy="809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B187ED-F70D-E2D7-B426-C582F5307D6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39250" y="4005228"/>
                  <a:ext cx="84240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F13567-F541-5B49-7BE4-544E12DDDF47}"/>
                    </a:ext>
                  </a:extLst>
                </p14:cNvPr>
                <p14:cNvContentPartPr/>
                <p14:nvPr/>
              </p14:nvContentPartPr>
              <p14:xfrm>
                <a:off x="9340490" y="3784548"/>
                <a:ext cx="1778760" cy="138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F13567-F541-5B49-7BE4-544E12DDDF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34370" y="3778428"/>
                  <a:ext cx="1791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58E714-AC58-1323-FDF6-B1F5B0EDF7F6}"/>
                    </a:ext>
                  </a:extLst>
                </p14:cNvPr>
                <p14:cNvContentPartPr/>
                <p14:nvPr/>
              </p14:nvContentPartPr>
              <p14:xfrm>
                <a:off x="8003450" y="4001628"/>
                <a:ext cx="1032480" cy="4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58E714-AC58-1323-FDF6-B1F5B0EDF7F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997330" y="3995508"/>
                  <a:ext cx="1044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8A40DE-0515-DB77-13CC-4369730738CC}"/>
                    </a:ext>
                  </a:extLst>
                </p14:cNvPr>
                <p14:cNvContentPartPr/>
                <p14:nvPr/>
              </p14:nvContentPartPr>
              <p14:xfrm>
                <a:off x="9133130" y="2350668"/>
                <a:ext cx="40680" cy="1287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8A40DE-0515-DB77-13CC-4369730738C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27010" y="2344548"/>
                  <a:ext cx="52920" cy="12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AD8580-B12C-28A4-2F86-C6DD148C6DDB}"/>
                    </a:ext>
                  </a:extLst>
                </p14:cNvPr>
                <p14:cNvContentPartPr/>
                <p14:nvPr/>
              </p14:nvContentPartPr>
              <p14:xfrm>
                <a:off x="9163730" y="4277028"/>
                <a:ext cx="360" cy="1051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AD8580-B12C-28A4-2F86-C6DD148C6D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57610" y="4270908"/>
                  <a:ext cx="1260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8ACEA5B-70D9-2873-F00A-43ABAEA13743}"/>
                    </a:ext>
                  </a:extLst>
                </p14:cNvPr>
                <p14:cNvContentPartPr/>
                <p14:nvPr/>
              </p14:nvContentPartPr>
              <p14:xfrm>
                <a:off x="9732890" y="4670148"/>
                <a:ext cx="68400" cy="127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8ACEA5B-70D9-2873-F00A-43ABAEA137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26770" y="4664028"/>
                  <a:ext cx="80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7F58F18-6DBC-E2C3-5241-C10CBA709966}"/>
                    </a:ext>
                  </a:extLst>
                </p14:cNvPr>
                <p14:cNvContentPartPr/>
                <p14:nvPr/>
              </p14:nvContentPartPr>
              <p14:xfrm>
                <a:off x="10834490" y="4277028"/>
                <a:ext cx="39600" cy="195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7F58F18-6DBC-E2C3-5241-C10CBA70996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828370" y="4270908"/>
                  <a:ext cx="51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118089-B1B4-4A19-3791-B9ADC5CEF300}"/>
                    </a:ext>
                  </a:extLst>
                </p14:cNvPr>
                <p14:cNvContentPartPr/>
                <p14:nvPr/>
              </p14:nvContentPartPr>
              <p14:xfrm>
                <a:off x="9556490" y="4561788"/>
                <a:ext cx="1681560" cy="99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118089-B1B4-4A19-3791-B9ADC5CEF30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50370" y="4555668"/>
                  <a:ext cx="16938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E4ED4ED-C136-56D3-E76B-B02A50C6018D}"/>
                    </a:ext>
                  </a:extLst>
                </p14:cNvPr>
                <p14:cNvContentPartPr/>
                <p14:nvPr/>
              </p14:nvContentPartPr>
              <p14:xfrm>
                <a:off x="8180210" y="4630908"/>
                <a:ext cx="1317600" cy="30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E4ED4ED-C136-56D3-E76B-B02A50C6018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74090" y="4624788"/>
                  <a:ext cx="1329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F6480B4-ECD5-C9AD-173F-3ACFC6556CAB}"/>
                    </a:ext>
                  </a:extLst>
                </p14:cNvPr>
                <p14:cNvContentPartPr/>
                <p14:nvPr/>
              </p14:nvContentPartPr>
              <p14:xfrm>
                <a:off x="9458570" y="2605908"/>
                <a:ext cx="10080" cy="1897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F6480B4-ECD5-C9AD-173F-3ACFC6556CA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52450" y="2599788"/>
                  <a:ext cx="22320" cy="19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5288C81-F826-DB32-6FF1-DB301CB525C6}"/>
                    </a:ext>
                  </a:extLst>
                </p14:cNvPr>
                <p14:cNvContentPartPr/>
                <p14:nvPr/>
              </p14:nvContentPartPr>
              <p14:xfrm>
                <a:off x="9507890" y="4846908"/>
                <a:ext cx="59400" cy="50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5288C81-F826-DB32-6FF1-DB301CB525C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01770" y="4840788"/>
                  <a:ext cx="71640" cy="51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40B8F28-4AAE-E323-16DE-96FD670E8AFF}"/>
                  </a:ext>
                </a:extLst>
              </p14:cNvPr>
              <p14:cNvContentPartPr/>
              <p14:nvPr/>
            </p14:nvContentPartPr>
            <p14:xfrm>
              <a:off x="9655130" y="3234468"/>
              <a:ext cx="1366920" cy="12884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40B8F28-4AAE-E323-16DE-96FD670E8AF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649010" y="3228348"/>
                <a:ext cx="1379160" cy="130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67A6CE96-5260-C52B-1A96-B141A740DBE1}"/>
              </a:ext>
            </a:extLst>
          </p:cNvPr>
          <p:cNvGrpSpPr/>
          <p:nvPr/>
        </p:nvGrpSpPr>
        <p:grpSpPr>
          <a:xfrm>
            <a:off x="10101170" y="1325388"/>
            <a:ext cx="568080" cy="263160"/>
            <a:chOff x="10101170" y="1325388"/>
            <a:chExt cx="56808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4E40FD-E2C9-CE19-96A0-7BF6AFD6133F}"/>
                    </a:ext>
                  </a:extLst>
                </p14:cNvPr>
                <p14:cNvContentPartPr/>
                <p14:nvPr/>
              </p14:nvContentPartPr>
              <p14:xfrm>
                <a:off x="10101170" y="1382988"/>
                <a:ext cx="242280" cy="205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4E40FD-E2C9-CE19-96A0-7BF6AFD6133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95050" y="1376868"/>
                  <a:ext cx="254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A9A898F-D47C-7FC1-A835-EF076B8DDCB1}"/>
                    </a:ext>
                  </a:extLst>
                </p14:cNvPr>
                <p14:cNvContentPartPr/>
                <p14:nvPr/>
              </p14:nvContentPartPr>
              <p14:xfrm>
                <a:off x="10458650" y="1325388"/>
                <a:ext cx="210600" cy="209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A9A898F-D47C-7FC1-A835-EF076B8DDC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52530" y="1319268"/>
                  <a:ext cx="22284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F3677E7-1E3F-A165-0690-610000DA10E0}"/>
                  </a:ext>
                </a:extLst>
              </p14:cNvPr>
              <p14:cNvContentPartPr/>
              <p14:nvPr/>
            </p14:nvContentPartPr>
            <p14:xfrm>
              <a:off x="10840250" y="1336908"/>
              <a:ext cx="220320" cy="146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F3677E7-1E3F-A165-0690-610000DA10E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834130" y="1330788"/>
                <a:ext cx="232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E5E4D24-1640-70C0-F975-D93B382D3954}"/>
                  </a:ext>
                </a:extLst>
              </p14:cNvPr>
              <p14:cNvContentPartPr/>
              <p14:nvPr/>
            </p14:nvContentPartPr>
            <p14:xfrm>
              <a:off x="11257490" y="1268508"/>
              <a:ext cx="128160" cy="1980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E5E4D24-1640-70C0-F975-D93B382D395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251370" y="1262388"/>
                <a:ext cx="14040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A43A1A29-E8CE-B459-3A82-E818C04C487E}"/>
              </a:ext>
            </a:extLst>
          </p:cNvPr>
          <p:cNvGrpSpPr/>
          <p:nvPr/>
        </p:nvGrpSpPr>
        <p:grpSpPr>
          <a:xfrm>
            <a:off x="8227730" y="1248348"/>
            <a:ext cx="1114560" cy="833760"/>
            <a:chOff x="8227730" y="1248348"/>
            <a:chExt cx="1114560" cy="83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C6DA46-C962-48D2-E68A-9B00CC4C38AE}"/>
                    </a:ext>
                  </a:extLst>
                </p14:cNvPr>
                <p14:cNvContentPartPr/>
                <p14:nvPr/>
              </p14:nvContentPartPr>
              <p14:xfrm>
                <a:off x="8227730" y="1248348"/>
                <a:ext cx="31680" cy="372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C6DA46-C962-48D2-E68A-9B00CC4C38A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21610" y="1242228"/>
                  <a:ext cx="439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5EFD55-A7A9-7037-EB53-067542FE9D5F}"/>
                    </a:ext>
                  </a:extLst>
                </p14:cNvPr>
                <p14:cNvContentPartPr/>
                <p14:nvPr/>
              </p14:nvContentPartPr>
              <p14:xfrm>
                <a:off x="8357330" y="1338708"/>
                <a:ext cx="143280" cy="28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5EFD55-A7A9-7037-EB53-067542FE9D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51210" y="1332588"/>
                  <a:ext cx="1555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74874B8-A132-D35C-86C2-32C712E50652}"/>
                    </a:ext>
                  </a:extLst>
                </p14:cNvPr>
                <p14:cNvContentPartPr/>
                <p14:nvPr/>
              </p14:nvContentPartPr>
              <p14:xfrm>
                <a:off x="8862410" y="1342308"/>
                <a:ext cx="154800" cy="229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74874B8-A132-D35C-86C2-32C712E5065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56290" y="1336188"/>
                  <a:ext cx="167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23B626-0953-2F19-36AF-9C133EC8F3B8}"/>
                    </a:ext>
                  </a:extLst>
                </p14:cNvPr>
                <p14:cNvContentPartPr/>
                <p14:nvPr/>
              </p14:nvContentPartPr>
              <p14:xfrm>
                <a:off x="9142130" y="1434828"/>
                <a:ext cx="200160" cy="189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23B626-0953-2F19-36AF-9C133EC8F3B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36010" y="1428708"/>
                  <a:ext cx="212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30741A6-4DAF-0B22-B72D-B012053EDFFA}"/>
                    </a:ext>
                  </a:extLst>
                </p14:cNvPr>
                <p14:cNvContentPartPr/>
                <p14:nvPr/>
              </p14:nvContentPartPr>
              <p14:xfrm>
                <a:off x="8642450" y="1811028"/>
                <a:ext cx="284400" cy="27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30741A6-4DAF-0B22-B72D-B012053EDFF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36330" y="1804908"/>
                  <a:ext cx="296640" cy="28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1938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1923"/>
          </a:xfrm>
        </p:spPr>
        <p:txBody>
          <a:bodyPr>
            <a:normAutofit fontScale="85000" lnSpcReduction="20000"/>
          </a:bodyPr>
          <a:lstStyle/>
          <a:p>
            <a:r>
              <a:rPr lang="en-US" altLang="x-none" dirty="0"/>
              <a:t>Put N Queens on an </a:t>
            </a:r>
            <a:r>
              <a:rPr lang="en-US" altLang="x-none" i="1" dirty="0"/>
              <a:t>n × n</a:t>
            </a:r>
            <a:r>
              <a:rPr lang="en-US" altLang="x-none" dirty="0"/>
              <a:t> board with no two queens on the same row, column, or diagonal</a:t>
            </a:r>
          </a:p>
          <a:p>
            <a:r>
              <a:rPr lang="en-US" altLang="x-none" dirty="0"/>
              <a:t>Move a queen to reduce number of conflicts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Almost always solves n-queens problems instantaneously for very large n, e.g.,</a:t>
            </a:r>
            <a:r>
              <a:rPr lang="en-US" dirty="0">
                <a:solidFill>
                  <a:srgbClr val="FF0000"/>
                </a:solidFill>
              </a:rPr>
              <a:t> n = 1 million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0" t="55187" r="14861" b="13149"/>
          <a:stretch/>
        </p:blipFill>
        <p:spPr bwMode="auto">
          <a:xfrm>
            <a:off x="3159452" y="2959082"/>
            <a:ext cx="6103819" cy="182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401361" y="4787077"/>
            <a:ext cx="762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400" b="1" dirty="0"/>
              <a:t>Initial state … Improve it … using local transformations  </a:t>
            </a:r>
            <a:endParaRPr lang="en-GB" altLang="x-none" sz="2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C9A4-4540-458A-89B9-E05F16F7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10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6C380B0-9F8F-89A3-79E5-B7BF28D97499}"/>
              </a:ext>
            </a:extLst>
          </p:cNvPr>
          <p:cNvGrpSpPr/>
          <p:nvPr/>
        </p:nvGrpSpPr>
        <p:grpSpPr>
          <a:xfrm>
            <a:off x="1710290" y="2978148"/>
            <a:ext cx="571320" cy="331200"/>
            <a:chOff x="1710290" y="2978148"/>
            <a:chExt cx="57132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EC6A51-0B08-5219-91A0-8B5D802DEF90}"/>
                    </a:ext>
                  </a:extLst>
                </p14:cNvPr>
                <p14:cNvContentPartPr/>
                <p14:nvPr/>
              </p14:nvContentPartPr>
              <p14:xfrm>
                <a:off x="1710290" y="2978148"/>
                <a:ext cx="216000" cy="331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EC6A51-0B08-5219-91A0-8B5D802DEF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04170" y="2972028"/>
                  <a:ext cx="2282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C6F2E2-6FF4-C3DA-D493-C960129F1579}"/>
                    </a:ext>
                  </a:extLst>
                </p14:cNvPr>
                <p14:cNvContentPartPr/>
                <p14:nvPr/>
              </p14:nvContentPartPr>
              <p14:xfrm>
                <a:off x="2074610" y="3003708"/>
                <a:ext cx="207000" cy="245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C6F2E2-6FF4-C3DA-D493-C960129F157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8490" y="2997588"/>
                  <a:ext cx="2192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8CE2EC0-30FB-3FBC-EB6E-020DCE3B1FB5}"/>
              </a:ext>
            </a:extLst>
          </p:cNvPr>
          <p:cNvGrpSpPr/>
          <p:nvPr/>
        </p:nvGrpSpPr>
        <p:grpSpPr>
          <a:xfrm>
            <a:off x="3283850" y="3049428"/>
            <a:ext cx="1415160" cy="1415520"/>
            <a:chOff x="3283850" y="3049428"/>
            <a:chExt cx="1415160" cy="14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312D8ED-9A89-4F29-136A-543B87F728E4}"/>
                    </a:ext>
                  </a:extLst>
                </p14:cNvPr>
                <p14:cNvContentPartPr/>
                <p14:nvPr/>
              </p14:nvContentPartPr>
              <p14:xfrm>
                <a:off x="3283850" y="3765468"/>
                <a:ext cx="21960" cy="109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312D8ED-9A89-4F29-136A-543B87F728E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77730" y="3759348"/>
                  <a:ext cx="34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DCA4BD-8288-A267-CF6E-D19F64385941}"/>
                    </a:ext>
                  </a:extLst>
                </p14:cNvPr>
                <p14:cNvContentPartPr/>
                <p14:nvPr/>
              </p14:nvContentPartPr>
              <p14:xfrm>
                <a:off x="3873890" y="3370908"/>
                <a:ext cx="156240" cy="10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DCA4BD-8288-A267-CF6E-D19F6438594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67770" y="3364788"/>
                  <a:ext cx="168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D1FEEA-2D9D-3E8A-D13D-AC7A2C9BCBE4}"/>
                    </a:ext>
                  </a:extLst>
                </p14:cNvPr>
                <p14:cNvContentPartPr/>
                <p14:nvPr/>
              </p14:nvContentPartPr>
              <p14:xfrm>
                <a:off x="4198250" y="3893268"/>
                <a:ext cx="68400" cy="165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D1FEEA-2D9D-3E8A-D13D-AC7A2C9BCBE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92130" y="3887148"/>
                  <a:ext cx="80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A3E15D3-B5BB-1687-F6C0-0AA0953439A6}"/>
                    </a:ext>
                  </a:extLst>
                </p14:cNvPr>
                <p14:cNvContentPartPr/>
                <p14:nvPr/>
              </p14:nvContentPartPr>
              <p14:xfrm>
                <a:off x="4555730" y="3529668"/>
                <a:ext cx="60120" cy="10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A3E15D3-B5BB-1687-F6C0-0AA0953439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49610" y="3523548"/>
                  <a:ext cx="72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36C642-94E0-156A-EA84-586BE682DFD3}"/>
                    </a:ext>
                  </a:extLst>
                </p14:cNvPr>
                <p14:cNvContentPartPr/>
                <p14:nvPr/>
              </p14:nvContentPartPr>
              <p14:xfrm>
                <a:off x="3352970" y="3108468"/>
                <a:ext cx="796320" cy="81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36C642-94E0-156A-EA84-586BE682DF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46850" y="3102348"/>
                  <a:ext cx="80856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A6D6A3-E286-5CF1-0514-C9190B6FAE74}"/>
                    </a:ext>
                  </a:extLst>
                </p14:cNvPr>
                <p14:cNvContentPartPr/>
                <p14:nvPr/>
              </p14:nvContentPartPr>
              <p14:xfrm>
                <a:off x="4070090" y="3873828"/>
                <a:ext cx="535680" cy="491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A6D6A3-E286-5CF1-0514-C9190B6FAE7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63970" y="3867708"/>
                  <a:ext cx="5479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F73EDB-8DB7-E746-C805-B0C59C2912D4}"/>
                    </a:ext>
                  </a:extLst>
                </p14:cNvPr>
                <p14:cNvContentPartPr/>
                <p14:nvPr/>
              </p14:nvContentPartPr>
              <p14:xfrm>
                <a:off x="3558890" y="3677268"/>
                <a:ext cx="822600" cy="59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F73EDB-8DB7-E746-C805-B0C59C2912D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52770" y="3671148"/>
                  <a:ext cx="83484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299500-69B8-67DB-4B47-AC98529584F7}"/>
                    </a:ext>
                  </a:extLst>
                </p14:cNvPr>
                <p14:cNvContentPartPr/>
                <p14:nvPr/>
              </p14:nvContentPartPr>
              <p14:xfrm>
                <a:off x="4069370" y="3049428"/>
                <a:ext cx="130320" cy="1415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299500-69B8-67DB-4B47-AC98529584F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63250" y="3043308"/>
                  <a:ext cx="142560" cy="14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9CD31B-2F6C-6DF9-E71C-964A09BCDB94}"/>
                    </a:ext>
                  </a:extLst>
                </p14:cNvPr>
                <p14:cNvContentPartPr/>
                <p14:nvPr/>
              </p14:nvContentPartPr>
              <p14:xfrm>
                <a:off x="3494090" y="3902628"/>
                <a:ext cx="1204920" cy="11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9CD31B-2F6C-6DF9-E71C-964A09BCDB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87970" y="3896508"/>
                  <a:ext cx="121716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9FD02FA-607B-A4BF-0E44-BBC0F1622034}"/>
              </a:ext>
            </a:extLst>
          </p:cNvPr>
          <p:cNvGrpSpPr/>
          <p:nvPr/>
        </p:nvGrpSpPr>
        <p:grpSpPr>
          <a:xfrm>
            <a:off x="1061570" y="2900028"/>
            <a:ext cx="1811160" cy="699840"/>
            <a:chOff x="1061570" y="2900028"/>
            <a:chExt cx="1811160" cy="6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5A5AF8-550E-D0D7-B537-DEDFB95B290D}"/>
                    </a:ext>
                  </a:extLst>
                </p14:cNvPr>
                <p14:cNvContentPartPr/>
                <p14:nvPr/>
              </p14:nvContentPartPr>
              <p14:xfrm>
                <a:off x="1120610" y="3095148"/>
                <a:ext cx="264600" cy="248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5A5AF8-550E-D0D7-B537-DEDFB95B290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4490" y="3089028"/>
                  <a:ext cx="276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CFE740-4874-E570-510C-DBAF9E7C7265}"/>
                    </a:ext>
                  </a:extLst>
                </p14:cNvPr>
                <p14:cNvContentPartPr/>
                <p14:nvPr/>
              </p14:nvContentPartPr>
              <p14:xfrm>
                <a:off x="1445330" y="3069588"/>
                <a:ext cx="136080" cy="212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CFE740-4874-E570-510C-DBAF9E7C726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39210" y="3063468"/>
                  <a:ext cx="148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F93F4A-4A20-2D10-C6D4-052B78DE6DF5}"/>
                    </a:ext>
                  </a:extLst>
                </p14:cNvPr>
                <p14:cNvContentPartPr/>
                <p14:nvPr/>
              </p14:nvContentPartPr>
              <p14:xfrm>
                <a:off x="2319410" y="2900028"/>
                <a:ext cx="16920" cy="446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F93F4A-4A20-2D10-C6D4-052B78DE6D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13290" y="2893908"/>
                  <a:ext cx="2916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D96B2F-3D41-20F6-B89C-7DF49EDB88BD}"/>
                    </a:ext>
                  </a:extLst>
                </p14:cNvPr>
                <p14:cNvContentPartPr/>
                <p14:nvPr/>
              </p14:nvContentPartPr>
              <p14:xfrm>
                <a:off x="2448290" y="3015228"/>
                <a:ext cx="164880" cy="20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D96B2F-3D41-20F6-B89C-7DF49EDB88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42170" y="3009108"/>
                  <a:ext cx="177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7342B7-EFA4-0B1B-39B1-66AB9B3BBD6B}"/>
                    </a:ext>
                  </a:extLst>
                </p14:cNvPr>
                <p14:cNvContentPartPr/>
                <p14:nvPr/>
              </p14:nvContentPartPr>
              <p14:xfrm>
                <a:off x="2743130" y="3067428"/>
                <a:ext cx="12960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7342B7-EFA4-0B1B-39B1-66AB9B3BBD6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37010" y="3061308"/>
                  <a:ext cx="141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E169565-D8D6-3223-93F3-7C42233F8E89}"/>
                    </a:ext>
                  </a:extLst>
                </p14:cNvPr>
                <p14:cNvContentPartPr/>
                <p14:nvPr/>
              </p14:nvContentPartPr>
              <p14:xfrm>
                <a:off x="1061570" y="3500508"/>
                <a:ext cx="1601640" cy="99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E169565-D8D6-3223-93F3-7C42233F8E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55450" y="3494388"/>
                  <a:ext cx="16138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DC93D20-0D9B-2961-8EA3-C6C3D879E949}"/>
              </a:ext>
            </a:extLst>
          </p:cNvPr>
          <p:cNvGrpSpPr/>
          <p:nvPr/>
        </p:nvGrpSpPr>
        <p:grpSpPr>
          <a:xfrm>
            <a:off x="1701650" y="3804708"/>
            <a:ext cx="332640" cy="405000"/>
            <a:chOff x="1701650" y="3804708"/>
            <a:chExt cx="33264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8D61E7-2162-C0C0-A9E9-041971BA4589}"/>
                    </a:ext>
                  </a:extLst>
                </p14:cNvPr>
                <p14:cNvContentPartPr/>
                <p14:nvPr/>
              </p14:nvContentPartPr>
              <p14:xfrm>
                <a:off x="1701650" y="3962028"/>
                <a:ext cx="159120" cy="247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8D61E7-2162-C0C0-A9E9-041971BA458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95530" y="3955908"/>
                  <a:ext cx="171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33A926D-7840-00BB-F37B-B9DCC4CBF6B3}"/>
                    </a:ext>
                  </a:extLst>
                </p14:cNvPr>
                <p14:cNvContentPartPr/>
                <p14:nvPr/>
              </p14:nvContentPartPr>
              <p14:xfrm>
                <a:off x="1740170" y="3804708"/>
                <a:ext cx="294120" cy="50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33A926D-7840-00BB-F37B-B9DCC4CBF6B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34050" y="3798588"/>
                  <a:ext cx="30636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9ECE0C5-67D3-BD69-B379-3768D4D59179}"/>
                  </a:ext>
                </a:extLst>
              </p14:cNvPr>
              <p14:cNvContentPartPr/>
              <p14:nvPr/>
            </p14:nvContentPartPr>
            <p14:xfrm>
              <a:off x="3726650" y="4845468"/>
              <a:ext cx="469440" cy="12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9ECE0C5-67D3-BD69-B379-3768D4D5917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720530" y="4839348"/>
                <a:ext cx="481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E70A36F-F15C-9E7A-269C-F3104D109711}"/>
                  </a:ext>
                </a:extLst>
              </p14:cNvPr>
              <p14:cNvContentPartPr/>
              <p14:nvPr/>
            </p14:nvContentPartPr>
            <p14:xfrm>
              <a:off x="6050090" y="4778148"/>
              <a:ext cx="497160" cy="50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E70A36F-F15C-9E7A-269C-F3104D10971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43970" y="4772028"/>
                <a:ext cx="5094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2ACA1C3-87F9-EEB2-4862-B83B09E77A75}"/>
                  </a:ext>
                </a:extLst>
              </p14:cNvPr>
              <p14:cNvContentPartPr/>
              <p14:nvPr/>
            </p14:nvContentPartPr>
            <p14:xfrm>
              <a:off x="8553890" y="4768428"/>
              <a:ext cx="43164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2ACA1C3-87F9-EEB2-4862-B83B09E77A7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47770" y="4762308"/>
                <a:ext cx="4438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D9C4A02-10EC-C2B0-7A97-5E2B2CE56E11}"/>
                  </a:ext>
                </a:extLst>
              </p14:cNvPr>
              <p14:cNvContentPartPr/>
              <p14:nvPr/>
            </p14:nvContentPartPr>
            <p14:xfrm>
              <a:off x="9989570" y="5782908"/>
              <a:ext cx="687600" cy="972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D9C4A02-10EC-C2B0-7A97-5E2B2CE56E1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983450" y="5776788"/>
                <a:ext cx="6998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BE6ABD4-C249-6CBA-2881-DB072DF3B9DA}"/>
                  </a:ext>
                </a:extLst>
              </p14:cNvPr>
              <p14:cNvContentPartPr/>
              <p14:nvPr/>
            </p14:nvContentPartPr>
            <p14:xfrm>
              <a:off x="1248770" y="6272148"/>
              <a:ext cx="779760" cy="36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BE6ABD4-C249-6CBA-2881-DB072DF3B9D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42650" y="6266028"/>
                <a:ext cx="79200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700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8241-523C-6C1A-1948-B3EC56BB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9985-6175-B8C5-2FD8-06D44BDEA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9750C-25F9-7167-3EB4-7FD207AC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16AEB-CFD1-37FB-6767-791361510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381000"/>
            <a:ext cx="722947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9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Put N Queens on an </a:t>
            </a:r>
            <a:r>
              <a:rPr lang="en-US" altLang="x-none" i="1" dirty="0"/>
              <a:t>n × n</a:t>
            </a:r>
            <a:r>
              <a:rPr lang="en-US" altLang="x-none" dirty="0"/>
              <a:t> board with no two queens on the same row, column, or diagonal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03" y="2845905"/>
            <a:ext cx="3331058" cy="3331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8E3DB-AAA6-46F7-BF6F-D8007E0E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39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n-Queen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Put N Queens on an </a:t>
            </a:r>
            <a:r>
              <a:rPr lang="en-US" altLang="x-none" i="1" dirty="0"/>
              <a:t>n × n</a:t>
            </a:r>
            <a:r>
              <a:rPr lang="en-US" altLang="x-none" dirty="0"/>
              <a:t> board with no two queens on the same row, column, or diagonal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2208" y="3019508"/>
            <a:ext cx="355158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HEURISTIC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h = # of pairs of queens that are attacking each other, either </a:t>
            </a:r>
            <a:r>
              <a:rPr lang="en-US" b="1" dirty="0"/>
              <a:t>directly or indirectly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89" y="5374377"/>
            <a:ext cx="2962275" cy="1171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641" y="5659039"/>
            <a:ext cx="1866900" cy="1085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964" y="2298785"/>
            <a:ext cx="3360254" cy="33602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5E77A-95BC-455D-B2DE-7E7B9E2B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38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6784-D421-9772-E66A-43F6A79A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4DA0-45C6-6FF4-B682-3DEC483E5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3BC3A-5D23-15F8-0E4D-2B63D791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B36F5-C27E-4465-8B86-D5389D95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714375"/>
            <a:ext cx="71818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5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2EF9-44D3-26DB-8F90-41367075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ED1C1-34A3-CE4B-6ADC-0B9BFF28B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C6A73-19A1-B728-0B15-03B5CDD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19648-9F48-B2A3-7414-E159A655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42937"/>
            <a:ext cx="645795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10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</a:t>
            </a:r>
            <a:br>
              <a:rPr lang="en-US" dirty="0"/>
            </a:br>
            <a:r>
              <a:rPr lang="en-US" dirty="0"/>
              <a:t>Algorithm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Ascent/Descent Algorithm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661" y="2468494"/>
            <a:ext cx="5794789" cy="36211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9DEB21-1EBF-4B5B-8F37-966F4A08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2898" y="365125"/>
            <a:ext cx="4750902" cy="2969314"/>
          </a:xfrm>
          <a:prstGeom prst="rect">
            <a:avLst/>
          </a:prstGeom>
          <a:noFill/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Hill Climbing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Simple, general idea: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Start wherever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Repeat: move to the best neighboring state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If no neighbors better than current, quit</a:t>
            </a:r>
          </a:p>
          <a:p>
            <a:pPr eaLnBrk="1" hangingPunct="1">
              <a:lnSpc>
                <a:spcPct val="90000"/>
              </a:lnSpc>
            </a:pPr>
            <a:endParaRPr lang="en-US" sz="19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What’s bad about this approach?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Complete?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Optimal?</a:t>
            </a:r>
          </a:p>
          <a:p>
            <a:pPr eaLnBrk="1" hangingPunct="1">
              <a:lnSpc>
                <a:spcPct val="90000"/>
              </a:lnSpc>
            </a:pPr>
            <a:endParaRPr lang="en-US" sz="1900" dirty="0"/>
          </a:p>
          <a:p>
            <a:endParaRPr lang="en-US" dirty="0"/>
          </a:p>
          <a:p>
            <a:r>
              <a:rPr lang="en-US" dirty="0"/>
              <a:t>Hill climbing algorithm (a.k.a. greedy local search) uses a </a:t>
            </a:r>
            <a:r>
              <a:rPr lang="en-US" dirty="0">
                <a:solidFill>
                  <a:srgbClr val="7030A0"/>
                </a:solidFill>
              </a:rPr>
              <a:t>loop</a:t>
            </a:r>
            <a:r>
              <a:rPr lang="en-US" dirty="0"/>
              <a:t> that continually moves in the direction of </a:t>
            </a:r>
            <a:r>
              <a:rPr lang="en-US" dirty="0">
                <a:solidFill>
                  <a:srgbClr val="7030A0"/>
                </a:solidFill>
              </a:rPr>
              <a:t>increasing values </a:t>
            </a:r>
            <a:r>
              <a:rPr lang="en-US" dirty="0"/>
              <a:t>(that is uphill).</a:t>
            </a:r>
          </a:p>
          <a:p>
            <a:r>
              <a:rPr lang="en-US" dirty="0"/>
              <a:t>It terminates when it reaches a peak where </a:t>
            </a:r>
            <a:r>
              <a:rPr lang="en-US" dirty="0">
                <a:solidFill>
                  <a:srgbClr val="7030A0"/>
                </a:solidFill>
              </a:rPr>
              <a:t>no neighbor has a higher value.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sz="28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 rot="10800000" flipV="1">
            <a:off x="6347791" y="3334439"/>
            <a:ext cx="54731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x-none" sz="2000" dirty="0"/>
              <a:t>  "Like climbing Everest in thick fog with amnesia"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843253"/>
            <a:ext cx="10515600" cy="1333710"/>
          </a:xfrm>
          <a:prstGeom prst="rect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368F15-5BD1-4C1C-B271-D84B807F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660" name="Ink 27659">
                <a:extLst>
                  <a:ext uri="{FF2B5EF4-FFF2-40B4-BE49-F238E27FC236}">
                    <a16:creationId xmlns:a16="http://schemas.microsoft.com/office/drawing/2014/main" id="{70BA8A0F-0A96-6A0B-AEA7-CCD314CCD07F}"/>
                  </a:ext>
                </a:extLst>
              </p14:cNvPr>
              <p14:cNvContentPartPr/>
              <p14:nvPr/>
            </p14:nvContentPartPr>
            <p14:xfrm>
              <a:off x="7314770" y="1638948"/>
              <a:ext cx="207720" cy="101520"/>
            </p14:xfrm>
          </p:contentPart>
        </mc:Choice>
        <mc:Fallback xmlns="">
          <p:pic>
            <p:nvPicPr>
              <p:cNvPr id="27660" name="Ink 27659">
                <a:extLst>
                  <a:ext uri="{FF2B5EF4-FFF2-40B4-BE49-F238E27FC236}">
                    <a16:creationId xmlns:a16="http://schemas.microsoft.com/office/drawing/2014/main" id="{70BA8A0F-0A96-6A0B-AEA7-CCD314CCD0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8650" y="1632828"/>
                <a:ext cx="2199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662" name="Ink 27661">
                <a:extLst>
                  <a:ext uri="{FF2B5EF4-FFF2-40B4-BE49-F238E27FC236}">
                    <a16:creationId xmlns:a16="http://schemas.microsoft.com/office/drawing/2014/main" id="{C9B81DA7-5241-E46E-1FD4-CB7FBB8F058E}"/>
                  </a:ext>
                </a:extLst>
              </p14:cNvPr>
              <p14:cNvContentPartPr/>
              <p14:nvPr/>
            </p14:nvContentPartPr>
            <p14:xfrm>
              <a:off x="6951170" y="1809588"/>
              <a:ext cx="1245240" cy="815760"/>
            </p14:xfrm>
          </p:contentPart>
        </mc:Choice>
        <mc:Fallback xmlns="">
          <p:pic>
            <p:nvPicPr>
              <p:cNvPr id="27662" name="Ink 27661">
                <a:extLst>
                  <a:ext uri="{FF2B5EF4-FFF2-40B4-BE49-F238E27FC236}">
                    <a16:creationId xmlns:a16="http://schemas.microsoft.com/office/drawing/2014/main" id="{C9B81DA7-5241-E46E-1FD4-CB7FBB8F05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45050" y="1803468"/>
                <a:ext cx="1257480" cy="82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65" name="Group 27664">
            <a:extLst>
              <a:ext uri="{FF2B5EF4-FFF2-40B4-BE49-F238E27FC236}">
                <a16:creationId xmlns:a16="http://schemas.microsoft.com/office/drawing/2014/main" id="{FC3E854C-A5E2-C194-3D67-027F06A59720}"/>
              </a:ext>
            </a:extLst>
          </p:cNvPr>
          <p:cNvGrpSpPr/>
          <p:nvPr/>
        </p:nvGrpSpPr>
        <p:grpSpPr>
          <a:xfrm>
            <a:off x="5956130" y="179148"/>
            <a:ext cx="2004480" cy="2186280"/>
            <a:chOff x="5956130" y="179148"/>
            <a:chExt cx="2004480" cy="21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CC9E0E-D193-2DB7-6E98-381416F4BC51}"/>
                    </a:ext>
                  </a:extLst>
                </p14:cNvPr>
                <p14:cNvContentPartPr/>
                <p14:nvPr/>
              </p14:nvContentPartPr>
              <p14:xfrm>
                <a:off x="6241970" y="179148"/>
                <a:ext cx="145080" cy="267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CC9E0E-D193-2DB7-6E98-381416F4BC5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35850" y="173028"/>
                  <a:ext cx="157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BBC337-5D9F-62D0-7C67-04644D4E528A}"/>
                    </a:ext>
                  </a:extLst>
                </p14:cNvPr>
                <p14:cNvContentPartPr/>
                <p14:nvPr/>
              </p14:nvContentPartPr>
              <p14:xfrm>
                <a:off x="6204530" y="570108"/>
                <a:ext cx="97920" cy="471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BBC337-5D9F-62D0-7C67-04644D4E528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98410" y="563988"/>
                  <a:ext cx="1101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04E774-F625-461F-3AEE-15E9F54D20DE}"/>
                    </a:ext>
                  </a:extLst>
                </p14:cNvPr>
                <p14:cNvContentPartPr/>
                <p14:nvPr/>
              </p14:nvContentPartPr>
              <p14:xfrm>
                <a:off x="6272930" y="589548"/>
                <a:ext cx="364320" cy="352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04E774-F625-461F-3AEE-15E9F54D20D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66810" y="583428"/>
                  <a:ext cx="3765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9897AF-FD56-3BA1-402F-BA8D22F40E9E}"/>
                    </a:ext>
                  </a:extLst>
                </p14:cNvPr>
                <p14:cNvContentPartPr/>
                <p14:nvPr/>
              </p14:nvContentPartPr>
              <p14:xfrm>
                <a:off x="6096890" y="1091388"/>
                <a:ext cx="134640" cy="24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9897AF-FD56-3BA1-402F-BA8D22F40E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90770" y="1085268"/>
                  <a:ext cx="146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43EEE7-441F-2B7D-7858-A4904AA5E1CD}"/>
                    </a:ext>
                  </a:extLst>
                </p14:cNvPr>
                <p14:cNvContentPartPr/>
                <p14:nvPr/>
              </p14:nvContentPartPr>
              <p14:xfrm>
                <a:off x="5956130" y="845508"/>
                <a:ext cx="184320" cy="34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43EEE7-441F-2B7D-7858-A4904AA5E1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50010" y="839388"/>
                  <a:ext cx="1965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E6CB7B-8237-8647-CF37-1EB77B02DF37}"/>
                    </a:ext>
                  </a:extLst>
                </p14:cNvPr>
                <p14:cNvContentPartPr/>
                <p14:nvPr/>
              </p14:nvContentPartPr>
              <p14:xfrm>
                <a:off x="6567770" y="1012188"/>
                <a:ext cx="159120" cy="23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E6CB7B-8237-8647-CF37-1EB77B02DF3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61650" y="1006068"/>
                  <a:ext cx="171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ECB121-F3B1-CE43-781E-2ED8B8F17645}"/>
                    </a:ext>
                  </a:extLst>
                </p14:cNvPr>
                <p14:cNvContentPartPr/>
                <p14:nvPr/>
              </p14:nvContentPartPr>
              <p14:xfrm>
                <a:off x="6322250" y="579828"/>
                <a:ext cx="686880" cy="168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ECB121-F3B1-CE43-781E-2ED8B8F176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16130" y="573708"/>
                  <a:ext cx="699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FF31D9-EA97-52F6-4F63-1FEF03A8D064}"/>
                    </a:ext>
                  </a:extLst>
                </p14:cNvPr>
                <p14:cNvContentPartPr/>
                <p14:nvPr/>
              </p14:nvContentPartPr>
              <p14:xfrm>
                <a:off x="6429890" y="421788"/>
                <a:ext cx="747360" cy="79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FF31D9-EA97-52F6-4F63-1FEF03A8D0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23770" y="415668"/>
                  <a:ext cx="759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5CC906-C4C1-CA79-2F4A-94B117C8EDD3}"/>
                    </a:ext>
                  </a:extLst>
                </p14:cNvPr>
                <p14:cNvContentPartPr/>
                <p14:nvPr/>
              </p14:nvContentPartPr>
              <p14:xfrm>
                <a:off x="6608810" y="1307388"/>
                <a:ext cx="116640" cy="48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5CC906-C4C1-CA79-2F4A-94B117C8EDD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02690" y="1301268"/>
                  <a:ext cx="1288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93FFFB-6486-6253-6837-106BF2CFC0F0}"/>
                    </a:ext>
                  </a:extLst>
                </p14:cNvPr>
                <p14:cNvContentPartPr/>
                <p14:nvPr/>
              </p14:nvContentPartPr>
              <p14:xfrm>
                <a:off x="6725090" y="1297668"/>
                <a:ext cx="195120" cy="37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93FFFB-6486-6253-6837-106BF2CFC0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18970" y="1291548"/>
                  <a:ext cx="2073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31DB59D-ED6C-FC1C-D767-8D16FCD2F0A9}"/>
                    </a:ext>
                  </a:extLst>
                </p14:cNvPr>
                <p14:cNvContentPartPr/>
                <p14:nvPr/>
              </p14:nvContentPartPr>
              <p14:xfrm>
                <a:off x="6783770" y="1238628"/>
                <a:ext cx="442440" cy="167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31DB59D-ED6C-FC1C-D767-8D16FCD2F0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77650" y="1232508"/>
                  <a:ext cx="454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3AD3EE-29EB-61D5-9EC1-3E5275D88BA0}"/>
                    </a:ext>
                  </a:extLst>
                </p14:cNvPr>
                <p14:cNvContentPartPr/>
                <p14:nvPr/>
              </p14:nvContentPartPr>
              <p14:xfrm>
                <a:off x="6419450" y="1921548"/>
                <a:ext cx="100800" cy="172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3AD3EE-29EB-61D5-9EC1-3E5275D88B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13330" y="1915428"/>
                  <a:ext cx="113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A6F1D43-127F-4A0F-5D25-2DFD713203BA}"/>
                    </a:ext>
                  </a:extLst>
                </p14:cNvPr>
                <p14:cNvContentPartPr/>
                <p14:nvPr/>
              </p14:nvContentPartPr>
              <p14:xfrm>
                <a:off x="6371930" y="1748028"/>
                <a:ext cx="166680" cy="90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A6F1D43-127F-4A0F-5D25-2DFD713203B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65810" y="1741908"/>
                  <a:ext cx="178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DD0CB7-256A-2714-534B-113590955F26}"/>
                    </a:ext>
                  </a:extLst>
                </p14:cNvPr>
                <p14:cNvContentPartPr/>
                <p14:nvPr/>
              </p14:nvContentPartPr>
              <p14:xfrm>
                <a:off x="6912290" y="1798068"/>
                <a:ext cx="110520" cy="20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DD0CB7-256A-2714-534B-113590955F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06170" y="1791948"/>
                  <a:ext cx="122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1F72AB4-2E8C-2238-06B1-2B1041717FFD}"/>
                    </a:ext>
                  </a:extLst>
                </p14:cNvPr>
                <p14:cNvContentPartPr/>
                <p14:nvPr/>
              </p14:nvContentPartPr>
              <p14:xfrm>
                <a:off x="6714290" y="1730388"/>
                <a:ext cx="177120" cy="145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1F72AB4-2E8C-2238-06B1-2B1041717FF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08170" y="1724268"/>
                  <a:ext cx="189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3D9CA58-04FC-C116-8CF4-9124082390AC}"/>
                    </a:ext>
                  </a:extLst>
                </p14:cNvPr>
                <p14:cNvContentPartPr/>
                <p14:nvPr/>
              </p14:nvContentPartPr>
              <p14:xfrm>
                <a:off x="7313330" y="1415748"/>
                <a:ext cx="121680" cy="26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3D9CA58-04FC-C116-8CF4-9124082390A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07210" y="1409628"/>
                  <a:ext cx="133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11A850F-8BD4-8AEE-A92E-93545840890D}"/>
                    </a:ext>
                  </a:extLst>
                </p14:cNvPr>
                <p14:cNvContentPartPr/>
                <p14:nvPr/>
              </p14:nvContentPartPr>
              <p14:xfrm>
                <a:off x="7354370" y="1303068"/>
                <a:ext cx="130320" cy="152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11A850F-8BD4-8AEE-A92E-9354584089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48250" y="1296948"/>
                  <a:ext cx="142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DAA5A9-E262-1087-DE0D-22A150186F7F}"/>
                    </a:ext>
                  </a:extLst>
                </p14:cNvPr>
                <p14:cNvContentPartPr/>
                <p14:nvPr/>
              </p14:nvContentPartPr>
              <p14:xfrm>
                <a:off x="7531490" y="1173108"/>
                <a:ext cx="153000" cy="232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DAA5A9-E262-1087-DE0D-22A150186F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25370" y="1166988"/>
                  <a:ext cx="165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648" name="Ink 27647">
                  <a:extLst>
                    <a:ext uri="{FF2B5EF4-FFF2-40B4-BE49-F238E27FC236}">
                      <a16:creationId xmlns:a16="http://schemas.microsoft.com/office/drawing/2014/main" id="{2F0DEF75-9B42-A4D9-4D91-BEDA9C9BB031}"/>
                    </a:ext>
                  </a:extLst>
                </p14:cNvPr>
                <p14:cNvContentPartPr/>
                <p14:nvPr/>
              </p14:nvContentPartPr>
              <p14:xfrm>
                <a:off x="7369130" y="1750188"/>
                <a:ext cx="74160" cy="350280"/>
              </p14:xfrm>
            </p:contentPart>
          </mc:Choice>
          <mc:Fallback xmlns="">
            <p:pic>
              <p:nvPicPr>
                <p:cNvPr id="27648" name="Ink 27647">
                  <a:extLst>
                    <a:ext uri="{FF2B5EF4-FFF2-40B4-BE49-F238E27FC236}">
                      <a16:creationId xmlns:a16="http://schemas.microsoft.com/office/drawing/2014/main" id="{2F0DEF75-9B42-A4D9-4D91-BEDA9C9BB03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363010" y="1744068"/>
                  <a:ext cx="86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652" name="Ink 27651">
                  <a:extLst>
                    <a:ext uri="{FF2B5EF4-FFF2-40B4-BE49-F238E27FC236}">
                      <a16:creationId xmlns:a16="http://schemas.microsoft.com/office/drawing/2014/main" id="{17299755-0A41-3598-DAE1-38131EF4D14A}"/>
                    </a:ext>
                  </a:extLst>
                </p14:cNvPr>
                <p14:cNvContentPartPr/>
                <p14:nvPr/>
              </p14:nvContentPartPr>
              <p14:xfrm>
                <a:off x="7423130" y="1769628"/>
                <a:ext cx="284760" cy="98640"/>
              </p14:xfrm>
            </p:contentPart>
          </mc:Choice>
          <mc:Fallback xmlns="">
            <p:pic>
              <p:nvPicPr>
                <p:cNvPr id="27652" name="Ink 27651">
                  <a:extLst>
                    <a:ext uri="{FF2B5EF4-FFF2-40B4-BE49-F238E27FC236}">
                      <a16:creationId xmlns:a16="http://schemas.microsoft.com/office/drawing/2014/main" id="{17299755-0A41-3598-DAE1-38131EF4D14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17010" y="1763508"/>
                  <a:ext cx="297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653" name="Ink 27652">
                  <a:extLst>
                    <a:ext uri="{FF2B5EF4-FFF2-40B4-BE49-F238E27FC236}">
                      <a16:creationId xmlns:a16="http://schemas.microsoft.com/office/drawing/2014/main" id="{4CE19D7C-DB81-BCB9-5FB4-55F8FC62BBEC}"/>
                    </a:ext>
                  </a:extLst>
                </p14:cNvPr>
                <p14:cNvContentPartPr/>
                <p14:nvPr/>
              </p14:nvContentPartPr>
              <p14:xfrm>
                <a:off x="7167530" y="2192268"/>
                <a:ext cx="111600" cy="173160"/>
              </p14:xfrm>
            </p:contentPart>
          </mc:Choice>
          <mc:Fallback xmlns="">
            <p:pic>
              <p:nvPicPr>
                <p:cNvPr id="27653" name="Ink 27652">
                  <a:extLst>
                    <a:ext uri="{FF2B5EF4-FFF2-40B4-BE49-F238E27FC236}">
                      <a16:creationId xmlns:a16="http://schemas.microsoft.com/office/drawing/2014/main" id="{4CE19D7C-DB81-BCB9-5FB4-55F8FC62BBE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61410" y="2186148"/>
                  <a:ext cx="123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655" name="Ink 27654">
                  <a:extLst>
                    <a:ext uri="{FF2B5EF4-FFF2-40B4-BE49-F238E27FC236}">
                      <a16:creationId xmlns:a16="http://schemas.microsoft.com/office/drawing/2014/main" id="{C3378616-EE80-539B-60E8-B3F8E2A2C6E9}"/>
                    </a:ext>
                  </a:extLst>
                </p14:cNvPr>
                <p14:cNvContentPartPr/>
                <p14:nvPr/>
              </p14:nvContentPartPr>
              <p14:xfrm>
                <a:off x="7167530" y="2074188"/>
                <a:ext cx="87480" cy="138600"/>
              </p14:xfrm>
            </p:contentPart>
          </mc:Choice>
          <mc:Fallback xmlns="">
            <p:pic>
              <p:nvPicPr>
                <p:cNvPr id="27655" name="Ink 27654">
                  <a:extLst>
                    <a:ext uri="{FF2B5EF4-FFF2-40B4-BE49-F238E27FC236}">
                      <a16:creationId xmlns:a16="http://schemas.microsoft.com/office/drawing/2014/main" id="{C3378616-EE80-539B-60E8-B3F8E2A2C6E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61410" y="2068068"/>
                  <a:ext cx="99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7657" name="Ink 27656">
                  <a:extLst>
                    <a:ext uri="{FF2B5EF4-FFF2-40B4-BE49-F238E27FC236}">
                      <a16:creationId xmlns:a16="http://schemas.microsoft.com/office/drawing/2014/main" id="{0C98B051-4ABA-0A1A-D832-CABF8B8B09D2}"/>
                    </a:ext>
                  </a:extLst>
                </p14:cNvPr>
                <p14:cNvContentPartPr/>
                <p14:nvPr/>
              </p14:nvContentPartPr>
              <p14:xfrm>
                <a:off x="7766210" y="1769628"/>
                <a:ext cx="101520" cy="149040"/>
              </p14:xfrm>
            </p:contentPart>
          </mc:Choice>
          <mc:Fallback xmlns="">
            <p:pic>
              <p:nvPicPr>
                <p:cNvPr id="27657" name="Ink 27656">
                  <a:extLst>
                    <a:ext uri="{FF2B5EF4-FFF2-40B4-BE49-F238E27FC236}">
                      <a16:creationId xmlns:a16="http://schemas.microsoft.com/office/drawing/2014/main" id="{0C98B051-4ABA-0A1A-D832-CABF8B8B09D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60090" y="1763508"/>
                  <a:ext cx="113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7658" name="Ink 27657">
                  <a:extLst>
                    <a:ext uri="{FF2B5EF4-FFF2-40B4-BE49-F238E27FC236}">
                      <a16:creationId xmlns:a16="http://schemas.microsoft.com/office/drawing/2014/main" id="{3A9EDD3A-900A-4984-29AE-8E5AE688AB0B}"/>
                    </a:ext>
                  </a:extLst>
                </p14:cNvPr>
                <p14:cNvContentPartPr/>
                <p14:nvPr/>
              </p14:nvContentPartPr>
              <p14:xfrm>
                <a:off x="7797170" y="1481268"/>
                <a:ext cx="163440" cy="298440"/>
              </p14:xfrm>
            </p:contentPart>
          </mc:Choice>
          <mc:Fallback xmlns="">
            <p:pic>
              <p:nvPicPr>
                <p:cNvPr id="27658" name="Ink 27657">
                  <a:extLst>
                    <a:ext uri="{FF2B5EF4-FFF2-40B4-BE49-F238E27FC236}">
                      <a16:creationId xmlns:a16="http://schemas.microsoft.com/office/drawing/2014/main" id="{3A9EDD3A-900A-4984-29AE-8E5AE688AB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91050" y="1475148"/>
                  <a:ext cx="1756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7664" name="Ink 27663">
                  <a:extLst>
                    <a:ext uri="{FF2B5EF4-FFF2-40B4-BE49-F238E27FC236}">
                      <a16:creationId xmlns:a16="http://schemas.microsoft.com/office/drawing/2014/main" id="{15BBC7A0-337A-674B-1A01-C2C65120AD1F}"/>
                    </a:ext>
                  </a:extLst>
                </p14:cNvPr>
                <p14:cNvContentPartPr/>
                <p14:nvPr/>
              </p14:nvContentPartPr>
              <p14:xfrm>
                <a:off x="7126130" y="1226748"/>
                <a:ext cx="476280" cy="524520"/>
              </p14:xfrm>
            </p:contentPart>
          </mc:Choice>
          <mc:Fallback xmlns="">
            <p:pic>
              <p:nvPicPr>
                <p:cNvPr id="27664" name="Ink 27663">
                  <a:extLst>
                    <a:ext uri="{FF2B5EF4-FFF2-40B4-BE49-F238E27FC236}">
                      <a16:creationId xmlns:a16="http://schemas.microsoft.com/office/drawing/2014/main" id="{15BBC7A0-337A-674B-1A01-C2C65120AD1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20010" y="1220628"/>
                  <a:ext cx="488520" cy="53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7666" name="Ink 27665">
                <a:extLst>
                  <a:ext uri="{FF2B5EF4-FFF2-40B4-BE49-F238E27FC236}">
                    <a16:creationId xmlns:a16="http://schemas.microsoft.com/office/drawing/2014/main" id="{D1D0E16E-D018-7A43-EAAF-7E7CB837A30E}"/>
                  </a:ext>
                </a:extLst>
              </p14:cNvPr>
              <p14:cNvContentPartPr/>
              <p14:nvPr/>
            </p14:nvContentPartPr>
            <p14:xfrm>
              <a:off x="2064530" y="3834228"/>
              <a:ext cx="815400" cy="360"/>
            </p14:xfrm>
          </p:contentPart>
        </mc:Choice>
        <mc:Fallback xmlns="">
          <p:pic>
            <p:nvPicPr>
              <p:cNvPr id="27666" name="Ink 27665">
                <a:extLst>
                  <a:ext uri="{FF2B5EF4-FFF2-40B4-BE49-F238E27FC236}">
                    <a16:creationId xmlns:a16="http://schemas.microsoft.com/office/drawing/2014/main" id="{D1D0E16E-D018-7A43-EAAF-7E7CB837A30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058410" y="3828108"/>
                <a:ext cx="82764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0752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Hill-Climbing Algorithm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Pick a </a:t>
            </a:r>
            <a:r>
              <a:rPr lang="en-US" altLang="x-none" dirty="0">
                <a:solidFill>
                  <a:srgbClr val="FF0000"/>
                </a:solidFill>
              </a:rPr>
              <a:t>random point </a:t>
            </a:r>
            <a:r>
              <a:rPr lang="en-US" altLang="x-none" dirty="0"/>
              <a:t>in the search space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Consider all the neighbors of the current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Choose the neighbor with the best quality and move to that state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Repeat 2 to 4 until all the neighboring states are of lower quality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x-none" dirty="0"/>
              <a:t>Return the current state as the solution state.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6EBCE-CDC9-47BC-9A92-8ADF2DF6BB57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2F25DD-8E5B-CC52-77EC-53DAB7C0A518}"/>
              </a:ext>
            </a:extLst>
          </p:cNvPr>
          <p:cNvGrpSpPr/>
          <p:nvPr/>
        </p:nvGrpSpPr>
        <p:grpSpPr>
          <a:xfrm>
            <a:off x="2369450" y="2143308"/>
            <a:ext cx="4002120" cy="394200"/>
            <a:chOff x="2369450" y="2143308"/>
            <a:chExt cx="400212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5FB4ED-9275-DEB7-09C7-F75E80E7FD78}"/>
                    </a:ext>
                  </a:extLst>
                </p14:cNvPr>
                <p14:cNvContentPartPr/>
                <p14:nvPr/>
              </p14:nvContentPartPr>
              <p14:xfrm>
                <a:off x="2369450" y="2153028"/>
                <a:ext cx="1740600" cy="109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5FB4ED-9275-DEB7-09C7-F75E80E7FD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63330" y="2146908"/>
                  <a:ext cx="1752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110B59-C608-742A-86EC-BE8337802E9F}"/>
                    </a:ext>
                  </a:extLst>
                </p14:cNvPr>
                <p14:cNvContentPartPr/>
                <p14:nvPr/>
              </p14:nvContentPartPr>
              <p14:xfrm>
                <a:off x="4168730" y="2143308"/>
                <a:ext cx="2202840" cy="394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110B59-C608-742A-86EC-BE8337802E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2610" y="2137188"/>
                  <a:ext cx="2215080" cy="40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7465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Steepest Ascent Search, Greedy Local Search</a:t>
            </a:r>
          </a:p>
          <a:p>
            <a:r>
              <a:rPr lang="en-US" dirty="0"/>
              <a:t>Iteratively maximize value of current state by replacing its successors state that has highest value , as long as possible.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693" y="3505201"/>
            <a:ext cx="7839075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5352A-92A6-4721-B8BC-F12BF6E1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72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Hill-climbing strategies expand the current state of the search and evaluate its children. </a:t>
            </a:r>
          </a:p>
          <a:p>
            <a:r>
              <a:rPr lang="en-US" dirty="0"/>
              <a:t>The “best” child is selected for further expansion; neither its siblings nor its parent are retained.</a:t>
            </a:r>
          </a:p>
          <a:p>
            <a:r>
              <a:rPr lang="en-US" dirty="0"/>
              <a:t>Because it keeps no history, the algorithm cannot recover from failures of its strategy. </a:t>
            </a:r>
          </a:p>
          <a:p>
            <a:r>
              <a:rPr lang="en-US" dirty="0"/>
              <a:t>The algorithm does not maintain a search tree, so the data structure for the current node need only record the state and the value of the objective function.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042CE-7574-4B66-8800-9B02DC27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41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F3AF-E7DB-9F47-3B19-539BB6AC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5B92-850A-DC21-FE8B-392B3FB38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E8F21-96C0-9273-AE02-C6B3F243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B7B2F-2725-9A9F-7915-7646B40CB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681037"/>
            <a:ext cx="83058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02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0016-DE6C-540E-FE32-47CC82D4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6197E-F24C-4F2A-66BC-F0744F695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857F7-1BB3-6461-9011-14C1D284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10691-CF60-7DA7-9740-16DC0AB4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7" y="1223962"/>
            <a:ext cx="54959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82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CABA-5F99-F683-8FD2-FF11AB1F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A078-B8F9-0DAB-4F21-8FA2379DA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FB8AF-EEA2-1DA4-3F93-7564CCCB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5A031-72A6-256A-39D7-AF21CF33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543050"/>
            <a:ext cx="8077200" cy="3771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DDBE47-42AF-6EBE-3205-0F5FBFC3A1F1}"/>
                  </a:ext>
                </a:extLst>
              </p14:cNvPr>
              <p14:cNvContentPartPr/>
              <p14:nvPr/>
            </p14:nvContentPartPr>
            <p14:xfrm>
              <a:off x="3657170" y="3951588"/>
              <a:ext cx="324000" cy="119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DDBE47-42AF-6EBE-3205-0F5FBFC3A1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1050" y="3945468"/>
                <a:ext cx="336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0FB416E-8D93-36E8-4472-EDAE52A49A7C}"/>
                  </a:ext>
                </a:extLst>
              </p14:cNvPr>
              <p14:cNvContentPartPr/>
              <p14:nvPr/>
            </p14:nvContentPartPr>
            <p14:xfrm>
              <a:off x="3677330" y="4394028"/>
              <a:ext cx="254520" cy="60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0FB416E-8D93-36E8-4472-EDAE52A49A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1210" y="4387908"/>
                <a:ext cx="2667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1CB2EF9-AFDC-9CAC-1F1C-0D46CB104CCC}"/>
                  </a:ext>
                </a:extLst>
              </p14:cNvPr>
              <p14:cNvContentPartPr/>
              <p14:nvPr/>
            </p14:nvContentPartPr>
            <p14:xfrm>
              <a:off x="3667610" y="4761948"/>
              <a:ext cx="307440" cy="55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1CB2EF9-AFDC-9CAC-1F1C-0D46CB104C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61490" y="4755828"/>
                <a:ext cx="31968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14D1F-36F5-570A-A999-3082FE0E59F0}"/>
              </a:ext>
            </a:extLst>
          </p:cNvPr>
          <p:cNvGrpSpPr/>
          <p:nvPr/>
        </p:nvGrpSpPr>
        <p:grpSpPr>
          <a:xfrm>
            <a:off x="2644490" y="4347228"/>
            <a:ext cx="673560" cy="195480"/>
            <a:chOff x="2644490" y="4347228"/>
            <a:chExt cx="67356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F5DD14-1035-8CF2-58D8-43D808895508}"/>
                    </a:ext>
                  </a:extLst>
                </p14:cNvPr>
                <p14:cNvContentPartPr/>
                <p14:nvPr/>
              </p14:nvContentPartPr>
              <p14:xfrm>
                <a:off x="3156050" y="4371348"/>
                <a:ext cx="162000" cy="17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F5DD14-1035-8CF2-58D8-43D80889550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49930" y="4365228"/>
                  <a:ext cx="174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E1B1AA5-024E-61E4-C752-E0A086657704}"/>
                    </a:ext>
                  </a:extLst>
                </p14:cNvPr>
                <p14:cNvContentPartPr/>
                <p14:nvPr/>
              </p14:nvContentPartPr>
              <p14:xfrm>
                <a:off x="2644490" y="4347228"/>
                <a:ext cx="254520" cy="97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E1B1AA5-024E-61E4-C752-E0A08665770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38370" y="4341108"/>
                  <a:ext cx="2667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3FB572-0524-B26E-A6E4-CCACA80B1647}"/>
              </a:ext>
            </a:extLst>
          </p:cNvPr>
          <p:cNvGrpSpPr/>
          <p:nvPr/>
        </p:nvGrpSpPr>
        <p:grpSpPr>
          <a:xfrm>
            <a:off x="2604530" y="5245788"/>
            <a:ext cx="340560" cy="294120"/>
            <a:chOff x="2604530" y="5245788"/>
            <a:chExt cx="34056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2F2F46-5FCF-32B5-FBBA-2DC86887648A}"/>
                    </a:ext>
                  </a:extLst>
                </p14:cNvPr>
                <p14:cNvContentPartPr/>
                <p14:nvPr/>
              </p14:nvContentPartPr>
              <p14:xfrm>
                <a:off x="2604530" y="5299428"/>
                <a:ext cx="129600" cy="24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2F2F46-5FCF-32B5-FBBA-2DC86887648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98410" y="5293308"/>
                  <a:ext cx="14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87F3C7-792F-0296-D6AB-06358015AF19}"/>
                    </a:ext>
                  </a:extLst>
                </p14:cNvPr>
                <p14:cNvContentPartPr/>
                <p14:nvPr/>
              </p14:nvContentPartPr>
              <p14:xfrm>
                <a:off x="2654210" y="5245788"/>
                <a:ext cx="290880" cy="83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87F3C7-792F-0296-D6AB-06358015AF1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48090" y="5239668"/>
                  <a:ext cx="30312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C73D343-849C-16EC-4F65-E5240113F3B8}"/>
                  </a:ext>
                </a:extLst>
              </p14:cNvPr>
              <p14:cNvContentPartPr/>
              <p14:nvPr/>
            </p14:nvContentPartPr>
            <p14:xfrm>
              <a:off x="5210930" y="3900828"/>
              <a:ext cx="105480" cy="159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C73D343-849C-16EC-4F65-E5240113F3B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04810" y="3894708"/>
                <a:ext cx="1177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D5AFB5-946B-D7B0-1F8A-B0D0B0C310CD}"/>
                  </a:ext>
                </a:extLst>
              </p14:cNvPr>
              <p14:cNvContentPartPr/>
              <p14:nvPr/>
            </p14:nvContentPartPr>
            <p14:xfrm>
              <a:off x="5623850" y="3865908"/>
              <a:ext cx="304920" cy="204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D5AFB5-946B-D7B0-1F8A-B0D0B0C310C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17730" y="3859788"/>
                <a:ext cx="317160" cy="21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F5B9FE47-64B5-C4D1-FD35-1D72D8508580}"/>
              </a:ext>
            </a:extLst>
          </p:cNvPr>
          <p:cNvGrpSpPr/>
          <p:nvPr/>
        </p:nvGrpSpPr>
        <p:grpSpPr>
          <a:xfrm>
            <a:off x="5279690" y="4385028"/>
            <a:ext cx="638640" cy="157320"/>
            <a:chOff x="5279690" y="4385028"/>
            <a:chExt cx="63864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FCF3FB9-CD06-0A99-3A80-D99BCB5B9812}"/>
                    </a:ext>
                  </a:extLst>
                </p14:cNvPr>
                <p14:cNvContentPartPr/>
                <p14:nvPr/>
              </p14:nvContentPartPr>
              <p14:xfrm>
                <a:off x="5663090" y="4413828"/>
                <a:ext cx="255240" cy="12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FCF3FB9-CD06-0A99-3A80-D99BCB5B981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56970" y="4407708"/>
                  <a:ext cx="267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1E1C44-328D-AFD2-6CD6-FA1D68020869}"/>
                    </a:ext>
                  </a:extLst>
                </p14:cNvPr>
                <p14:cNvContentPartPr/>
                <p14:nvPr/>
              </p14:nvContentPartPr>
              <p14:xfrm>
                <a:off x="5279690" y="4385028"/>
                <a:ext cx="176400" cy="11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1E1C44-328D-AFD2-6CD6-FA1D6802086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73570" y="4378908"/>
                  <a:ext cx="1886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9D13EFF-A8E6-C9A1-334A-CF6B53609630}"/>
                  </a:ext>
                </a:extLst>
              </p14:cNvPr>
              <p14:cNvContentPartPr/>
              <p14:nvPr/>
            </p14:nvContentPartPr>
            <p14:xfrm>
              <a:off x="4748330" y="4331388"/>
              <a:ext cx="190080" cy="173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9D13EFF-A8E6-C9A1-334A-CF6B5360963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42210" y="4325268"/>
                <a:ext cx="2023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FD42F79-A2E5-823F-29B0-8FFCB2D8B436}"/>
                  </a:ext>
                </a:extLst>
              </p14:cNvPr>
              <p14:cNvContentPartPr/>
              <p14:nvPr/>
            </p14:nvContentPartPr>
            <p14:xfrm>
              <a:off x="5810690" y="4751148"/>
              <a:ext cx="205920" cy="10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FD42F79-A2E5-823F-29B0-8FFCB2D8B43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04570" y="4745028"/>
                <a:ext cx="21816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04C218C-73FD-5C61-C5C1-BE9B0D73E765}"/>
                  </a:ext>
                </a:extLst>
              </p14:cNvPr>
              <p14:cNvContentPartPr/>
              <p14:nvPr/>
            </p14:nvContentPartPr>
            <p14:xfrm>
              <a:off x="5073050" y="5161908"/>
              <a:ext cx="159840" cy="307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04C218C-73FD-5C61-C5C1-BE9B0D73E76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066930" y="5155788"/>
                <a:ext cx="1720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3130522-FFAC-1153-F6FE-93133B3AA56E}"/>
                  </a:ext>
                </a:extLst>
              </p14:cNvPr>
              <p14:cNvContentPartPr/>
              <p14:nvPr/>
            </p14:nvContentPartPr>
            <p14:xfrm>
              <a:off x="7747850" y="2979228"/>
              <a:ext cx="10728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3130522-FFAC-1153-F6FE-93133B3AA56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41730" y="2973108"/>
                <a:ext cx="1195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805F84B-DF12-737F-341C-2A2D7D3D6733}"/>
                  </a:ext>
                </a:extLst>
              </p14:cNvPr>
              <p14:cNvContentPartPr/>
              <p14:nvPr/>
            </p14:nvContentPartPr>
            <p14:xfrm>
              <a:off x="7372010" y="2115588"/>
              <a:ext cx="366840" cy="286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805F84B-DF12-737F-341C-2A2D7D3D673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65890" y="2109468"/>
                <a:ext cx="3790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23E3532-7F4B-5915-3865-F84E2021A22D}"/>
                  </a:ext>
                </a:extLst>
              </p14:cNvPr>
              <p14:cNvContentPartPr/>
              <p14:nvPr/>
            </p14:nvContentPartPr>
            <p14:xfrm>
              <a:off x="3261890" y="5112588"/>
              <a:ext cx="223200" cy="306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23E3532-7F4B-5915-3865-F84E2021A22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255770" y="5106468"/>
                <a:ext cx="235440" cy="31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80921F1-DEFC-3FD5-9F70-AE479565D1A7}"/>
              </a:ext>
            </a:extLst>
          </p:cNvPr>
          <p:cNvGrpSpPr/>
          <p:nvPr/>
        </p:nvGrpSpPr>
        <p:grpSpPr>
          <a:xfrm>
            <a:off x="4925810" y="5240388"/>
            <a:ext cx="711360" cy="344520"/>
            <a:chOff x="4925810" y="5240388"/>
            <a:chExt cx="71136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FA88C9-291C-FEEC-DA62-5987D03CC98F}"/>
                    </a:ext>
                  </a:extLst>
                </p14:cNvPr>
                <p14:cNvContentPartPr/>
                <p14:nvPr/>
              </p14:nvContentPartPr>
              <p14:xfrm>
                <a:off x="4925810" y="5558628"/>
                <a:ext cx="288360" cy="26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FA88C9-291C-FEEC-DA62-5987D03CC98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19690" y="5552508"/>
                  <a:ext cx="300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8A9695-67F1-27A2-D1BA-7D9D5B6C7D39}"/>
                    </a:ext>
                  </a:extLst>
                </p14:cNvPr>
                <p14:cNvContentPartPr/>
                <p14:nvPr/>
              </p14:nvContentPartPr>
              <p14:xfrm>
                <a:off x="5446370" y="5240388"/>
                <a:ext cx="190800" cy="28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8A9695-67F1-27A2-D1BA-7D9D5B6C7D3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440250" y="5234268"/>
                  <a:ext cx="20304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6E60D38-F8F5-F314-C953-6033D6B19FED}"/>
                  </a:ext>
                </a:extLst>
              </p14:cNvPr>
              <p14:cNvContentPartPr/>
              <p14:nvPr/>
            </p14:nvContentPartPr>
            <p14:xfrm>
              <a:off x="7275890" y="4018188"/>
              <a:ext cx="84960" cy="131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6E60D38-F8F5-F314-C953-6033D6B19FE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269770" y="4012068"/>
                <a:ext cx="972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06FCAB5-BF48-1A22-93B0-C8B58EB0CE2D}"/>
                  </a:ext>
                </a:extLst>
              </p14:cNvPr>
              <p14:cNvContentPartPr/>
              <p14:nvPr/>
            </p14:nvContentPartPr>
            <p14:xfrm>
              <a:off x="7836050" y="3995148"/>
              <a:ext cx="156240" cy="144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06FCAB5-BF48-1A22-93B0-C8B58EB0CE2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829930" y="3989028"/>
                <a:ext cx="1684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3C51D85-185B-915B-FA60-F7C152109A42}"/>
                  </a:ext>
                </a:extLst>
              </p14:cNvPr>
              <p14:cNvContentPartPr/>
              <p14:nvPr/>
            </p14:nvContentPartPr>
            <p14:xfrm>
              <a:off x="7668650" y="4494828"/>
              <a:ext cx="206280" cy="87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3C51D85-185B-915B-FA60-F7C152109A4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662530" y="4488708"/>
                <a:ext cx="2185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3A2F007-AED5-DC95-C6D5-BF1CB005900C}"/>
                  </a:ext>
                </a:extLst>
              </p14:cNvPr>
              <p14:cNvContentPartPr/>
              <p14:nvPr/>
            </p14:nvContentPartPr>
            <p14:xfrm>
              <a:off x="7816610" y="4905948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3A2F007-AED5-DC95-C6D5-BF1CB005900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810490" y="48998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761B785-65C9-BD75-0D5A-A1FAACE95F72}"/>
                  </a:ext>
                </a:extLst>
              </p14:cNvPr>
              <p14:cNvContentPartPr/>
              <p14:nvPr/>
            </p14:nvContentPartPr>
            <p14:xfrm>
              <a:off x="7767290" y="4806588"/>
              <a:ext cx="136440" cy="70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761B785-65C9-BD75-0D5A-A1FAACE95F7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761170" y="4800468"/>
                <a:ext cx="1486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B9E1C3F-CDA3-3542-03CD-3FC0458AAB11}"/>
                  </a:ext>
                </a:extLst>
              </p14:cNvPr>
              <p14:cNvContentPartPr/>
              <p14:nvPr/>
            </p14:nvContentPartPr>
            <p14:xfrm>
              <a:off x="7068890" y="5034108"/>
              <a:ext cx="250920" cy="466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B9E1C3F-CDA3-3542-03CD-3FC0458AAB1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062770" y="5027988"/>
                <a:ext cx="26316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13FA077-C397-F745-073B-D8B0EE438509}"/>
                  </a:ext>
                </a:extLst>
              </p14:cNvPr>
              <p14:cNvContentPartPr/>
              <p14:nvPr/>
            </p14:nvContentPartPr>
            <p14:xfrm>
              <a:off x="6321890" y="5122308"/>
              <a:ext cx="669600" cy="209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13FA077-C397-F745-073B-D8B0EE43850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315770" y="5116188"/>
                <a:ext cx="6818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20210D6-1C39-2352-4AA1-616549B5038B}"/>
                  </a:ext>
                </a:extLst>
              </p14:cNvPr>
              <p14:cNvContentPartPr/>
              <p14:nvPr/>
            </p14:nvContentPartPr>
            <p14:xfrm>
              <a:off x="7008770" y="2359308"/>
              <a:ext cx="113760" cy="321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20210D6-1C39-2352-4AA1-616549B5038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002650" y="2353188"/>
                <a:ext cx="126000" cy="3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6735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9292-A25D-3344-D6FB-551844DE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2397-CE24-3910-309E-AE206DC63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2F8FD-487F-401B-746E-A7BB6CF3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A845B-2CF8-84B3-B6E6-11B60E59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12" y="1281112"/>
            <a:ext cx="81819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92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A658-3824-CE7C-CFB0-8CDE9388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8F89-13B8-C9D6-B009-3C5728A1C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59C4A-4835-2E69-8E3B-4E927485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8CAFC-6242-78FA-2AF3-E48501A46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85750"/>
            <a:ext cx="8115300" cy="628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2182A9-9C08-863A-D852-E098BFB8A146}"/>
              </a:ext>
            </a:extLst>
          </p:cNvPr>
          <p:cNvSpPr txBox="1"/>
          <p:nvPr/>
        </p:nvSpPr>
        <p:spPr>
          <a:xfrm>
            <a:off x="10284643" y="5788058"/>
            <a:ext cx="1509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maxima </a:t>
            </a:r>
          </a:p>
          <a:p>
            <a:r>
              <a:rPr lang="en-US" dirty="0"/>
              <a:t>Problem</a:t>
            </a:r>
            <a:endParaRPr lang="en-P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27939F-40F3-53A5-90BB-06F1FE2B298E}"/>
                  </a:ext>
                </a:extLst>
              </p14:cNvPr>
              <p14:cNvContentPartPr/>
              <p14:nvPr/>
            </p14:nvContentPartPr>
            <p14:xfrm>
              <a:off x="5289410" y="2005068"/>
              <a:ext cx="1710720" cy="276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27939F-40F3-53A5-90BB-06F1FE2B29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83290" y="1998948"/>
                <a:ext cx="17229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D97ED7-947D-3F04-D664-3D95B6D45811}"/>
                  </a:ext>
                </a:extLst>
              </p14:cNvPr>
              <p14:cNvContentPartPr/>
              <p14:nvPr/>
            </p14:nvContentPartPr>
            <p14:xfrm>
              <a:off x="7462730" y="4469268"/>
              <a:ext cx="958680" cy="44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D97ED7-947D-3F04-D664-3D95B6D458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56610" y="4463148"/>
                <a:ext cx="9709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82E8333-A113-6839-FB49-C0A63855ADFB}"/>
                  </a:ext>
                </a:extLst>
              </p14:cNvPr>
              <p14:cNvContentPartPr/>
              <p14:nvPr/>
            </p14:nvContentPartPr>
            <p14:xfrm>
              <a:off x="6122810" y="2486748"/>
              <a:ext cx="1950480" cy="208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82E8333-A113-6839-FB49-C0A63855AD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16690" y="2480628"/>
                <a:ext cx="1962720" cy="20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8FBF57-1169-DB3C-91B1-61BB7A4CEDA1}"/>
                  </a:ext>
                </a:extLst>
              </p14:cNvPr>
              <p14:cNvContentPartPr/>
              <p14:nvPr/>
            </p14:nvContentPartPr>
            <p14:xfrm>
              <a:off x="4630610" y="5299428"/>
              <a:ext cx="237600" cy="539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8FBF57-1169-DB3C-91B1-61BB7A4CEDA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24490" y="5293308"/>
                <a:ext cx="24984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8EB8676-44C6-D4D5-4F6B-77FB0F72EF28}"/>
                  </a:ext>
                </a:extLst>
              </p14:cNvPr>
              <p14:cNvContentPartPr/>
              <p14:nvPr/>
            </p14:nvContentPartPr>
            <p14:xfrm>
              <a:off x="6813650" y="6055068"/>
              <a:ext cx="247320" cy="213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8EB8676-44C6-D4D5-4F6B-77FB0F72EF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07530" y="6048948"/>
                <a:ext cx="2595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DE58D0C-45E1-39CC-CE49-5C075663B564}"/>
                  </a:ext>
                </a:extLst>
              </p14:cNvPr>
              <p14:cNvContentPartPr/>
              <p14:nvPr/>
            </p14:nvContentPartPr>
            <p14:xfrm>
              <a:off x="7019210" y="4010628"/>
              <a:ext cx="967680" cy="513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DE58D0C-45E1-39CC-CE49-5C075663B5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13090" y="4004508"/>
                <a:ext cx="97992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BC2BFE-B993-414D-A357-E315B5331DF3}"/>
                  </a:ext>
                </a:extLst>
              </p14:cNvPr>
              <p14:cNvContentPartPr/>
              <p14:nvPr/>
            </p14:nvContentPartPr>
            <p14:xfrm>
              <a:off x="5978090" y="2722188"/>
              <a:ext cx="2204640" cy="1594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BC2BFE-B993-414D-A357-E315B5331DF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71970" y="2716068"/>
                <a:ext cx="2216880" cy="160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4975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672F-650F-D791-86D1-00429D7A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A4CE2-A165-9509-96C4-6E16EE8BC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F3638-00F2-9788-F43E-AB863A22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0BD3F-EEC6-5DA5-1A84-4CA99308E7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191"/>
          <a:stretch/>
        </p:blipFill>
        <p:spPr>
          <a:xfrm>
            <a:off x="1714057" y="681037"/>
            <a:ext cx="7934325" cy="232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01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108" y="-38789"/>
            <a:ext cx="8904849" cy="66856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D8F2A4-D776-476B-A176-92A4A857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C8CC27-1D34-AE3D-517B-D2BDA83661C7}"/>
                  </a:ext>
                </a:extLst>
              </p14:cNvPr>
              <p14:cNvContentPartPr/>
              <p14:nvPr/>
            </p14:nvContentPartPr>
            <p14:xfrm>
              <a:off x="5850290" y="6412548"/>
              <a:ext cx="178200" cy="38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C8CC27-1D34-AE3D-517B-D2BDA83661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4170" y="6406428"/>
                <a:ext cx="1904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0C0157A-A692-2AF4-5B91-BC95715391EA}"/>
                  </a:ext>
                </a:extLst>
              </p14:cNvPr>
              <p14:cNvContentPartPr/>
              <p14:nvPr/>
            </p14:nvContentPartPr>
            <p14:xfrm>
              <a:off x="5957930" y="610582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0C0157A-A692-2AF4-5B91-BC95715391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51810" y="60997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EA5196A-7E5F-160E-0E94-9B5C4B930F5E}"/>
                  </a:ext>
                </a:extLst>
              </p14:cNvPr>
              <p14:cNvContentPartPr/>
              <p14:nvPr/>
            </p14:nvContentPartPr>
            <p14:xfrm>
              <a:off x="5624570" y="137028"/>
              <a:ext cx="215280" cy="239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EA5196A-7E5F-160E-0E94-9B5C4B930F5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8450" y="130908"/>
                <a:ext cx="22752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A3D9336-0AD9-7079-3C7A-8AD8A9A822F7}"/>
              </a:ext>
            </a:extLst>
          </p:cNvPr>
          <p:cNvGrpSpPr/>
          <p:nvPr/>
        </p:nvGrpSpPr>
        <p:grpSpPr>
          <a:xfrm>
            <a:off x="8650010" y="631668"/>
            <a:ext cx="349200" cy="264600"/>
            <a:chOff x="8650010" y="631668"/>
            <a:chExt cx="34920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CE981CB-6A02-2BFC-85CB-952B2C19BB54}"/>
                    </a:ext>
                  </a:extLst>
                </p14:cNvPr>
                <p14:cNvContentPartPr/>
                <p14:nvPr/>
              </p14:nvContentPartPr>
              <p14:xfrm>
                <a:off x="8650010" y="631668"/>
                <a:ext cx="277560" cy="264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CE981CB-6A02-2BFC-85CB-952B2C19BB5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43890" y="625548"/>
                  <a:ext cx="289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A346FA-C83F-E3C3-E2BE-9A81F51369BA}"/>
                    </a:ext>
                  </a:extLst>
                </p14:cNvPr>
                <p14:cNvContentPartPr/>
                <p14:nvPr/>
              </p14:nvContentPartPr>
              <p14:xfrm>
                <a:off x="8927570" y="747228"/>
                <a:ext cx="71640" cy="114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A346FA-C83F-E3C3-E2BE-9A81F51369B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1450" y="741108"/>
                  <a:ext cx="8388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FC9AEA-3BA0-201D-6DDB-9F9ADEEA968D}"/>
              </a:ext>
            </a:extLst>
          </p:cNvPr>
          <p:cNvGrpSpPr/>
          <p:nvPr/>
        </p:nvGrpSpPr>
        <p:grpSpPr>
          <a:xfrm>
            <a:off x="9291530" y="482988"/>
            <a:ext cx="504360" cy="382680"/>
            <a:chOff x="9291530" y="482988"/>
            <a:chExt cx="50436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78E088-FD54-99A3-1C2F-6E67FE0F5D53}"/>
                    </a:ext>
                  </a:extLst>
                </p14:cNvPr>
                <p14:cNvContentPartPr/>
                <p14:nvPr/>
              </p14:nvContentPartPr>
              <p14:xfrm>
                <a:off x="9291530" y="707628"/>
                <a:ext cx="147240" cy="7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78E088-FD54-99A3-1C2F-6E67FE0F5D5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85410" y="701508"/>
                  <a:ext cx="159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B33322-CCD7-E641-C5FF-E1DE65EC8879}"/>
                    </a:ext>
                  </a:extLst>
                </p14:cNvPr>
                <p14:cNvContentPartPr/>
                <p14:nvPr/>
              </p14:nvContentPartPr>
              <p14:xfrm>
                <a:off x="9340490" y="779988"/>
                <a:ext cx="160200" cy="85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B33322-CCD7-E641-C5FF-E1DE65EC887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34370" y="773868"/>
                  <a:ext cx="172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7AD23C9-C856-EB4A-8411-4D5BEAA9752C}"/>
                    </a:ext>
                  </a:extLst>
                </p14:cNvPr>
                <p14:cNvContentPartPr/>
                <p14:nvPr/>
              </p14:nvContentPartPr>
              <p14:xfrm>
                <a:off x="9635690" y="482988"/>
                <a:ext cx="160200" cy="263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7AD23C9-C856-EB4A-8411-4D5BEAA9752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29570" y="476868"/>
                  <a:ext cx="17244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73876D-F534-2975-1B6B-C244CEE78F89}"/>
              </a:ext>
            </a:extLst>
          </p:cNvPr>
          <p:cNvGrpSpPr/>
          <p:nvPr/>
        </p:nvGrpSpPr>
        <p:grpSpPr>
          <a:xfrm>
            <a:off x="3724490" y="450948"/>
            <a:ext cx="748080" cy="306360"/>
            <a:chOff x="3724490" y="450948"/>
            <a:chExt cx="74808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0AB443-8861-42FF-032A-5F326BF6F811}"/>
                    </a:ext>
                  </a:extLst>
                </p14:cNvPr>
                <p14:cNvContentPartPr/>
                <p14:nvPr/>
              </p14:nvContentPartPr>
              <p14:xfrm>
                <a:off x="3724490" y="450948"/>
                <a:ext cx="191160" cy="306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0AB443-8861-42FF-032A-5F326BF6F8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18370" y="444828"/>
                  <a:ext cx="2034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FEAE382-08BA-5B44-C91C-265F1D7CE216}"/>
                    </a:ext>
                  </a:extLst>
                </p14:cNvPr>
                <p14:cNvContentPartPr/>
                <p14:nvPr/>
              </p14:nvContentPartPr>
              <p14:xfrm>
                <a:off x="3991610" y="539508"/>
                <a:ext cx="148320" cy="92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FEAE382-08BA-5B44-C91C-265F1D7CE21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85490" y="533388"/>
                  <a:ext cx="160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F15371F-B87A-7784-03DC-EC8AE83C10D4}"/>
                    </a:ext>
                  </a:extLst>
                </p14:cNvPr>
                <p14:cNvContentPartPr/>
                <p14:nvPr/>
              </p14:nvContentPartPr>
              <p14:xfrm>
                <a:off x="4237490" y="463908"/>
                <a:ext cx="43560" cy="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F15371F-B87A-7784-03DC-EC8AE83C10D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31370" y="457788"/>
                  <a:ext cx="55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4714C20-888D-44F5-16D9-0F2F18E1B491}"/>
                    </a:ext>
                  </a:extLst>
                </p14:cNvPr>
                <p14:cNvContentPartPr/>
                <p14:nvPr/>
              </p14:nvContentPartPr>
              <p14:xfrm>
                <a:off x="4188170" y="579468"/>
                <a:ext cx="284400" cy="50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4714C20-888D-44F5-16D9-0F2F18E1B49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82050" y="573348"/>
                  <a:ext cx="29664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AE8CCF4-B629-338C-81CC-5FE6A92377DE}"/>
                  </a:ext>
                </a:extLst>
              </p14:cNvPr>
              <p14:cNvContentPartPr/>
              <p14:nvPr/>
            </p14:nvContentPartPr>
            <p14:xfrm>
              <a:off x="3903410" y="89868"/>
              <a:ext cx="256320" cy="157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AE8CCF4-B629-338C-81CC-5FE6A92377D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897290" y="83748"/>
                <a:ext cx="268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4E07897-015C-D760-92E1-25EE02710891}"/>
                  </a:ext>
                </a:extLst>
              </p14:cNvPr>
              <p14:cNvContentPartPr/>
              <p14:nvPr/>
            </p14:nvContentPartPr>
            <p14:xfrm>
              <a:off x="5602970" y="1155828"/>
              <a:ext cx="217800" cy="182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4E07897-015C-D760-92E1-25EE0271089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96850" y="1149708"/>
                <a:ext cx="2300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CDD0E63-A641-F33A-D0FE-72BDC5FE8A11}"/>
                  </a:ext>
                </a:extLst>
              </p14:cNvPr>
              <p14:cNvContentPartPr/>
              <p14:nvPr/>
            </p14:nvContentPartPr>
            <p14:xfrm>
              <a:off x="7871330" y="1847388"/>
              <a:ext cx="246240" cy="129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CDD0E63-A641-F33A-D0FE-72BDC5FE8A1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865210" y="1841268"/>
                <a:ext cx="2584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0824163-AE66-E2BC-1E96-E18B9788FE84}"/>
                  </a:ext>
                </a:extLst>
              </p14:cNvPr>
              <p14:cNvContentPartPr/>
              <p14:nvPr/>
            </p14:nvContentPartPr>
            <p14:xfrm>
              <a:off x="8248610" y="1682508"/>
              <a:ext cx="559440" cy="155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0824163-AE66-E2BC-1E96-E18B9788FE8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242490" y="1676388"/>
                <a:ext cx="571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EE118F5-004D-E1E8-3652-9E19A03E6721}"/>
                  </a:ext>
                </a:extLst>
              </p14:cNvPr>
              <p14:cNvContentPartPr/>
              <p14:nvPr/>
            </p14:nvContentPartPr>
            <p14:xfrm>
              <a:off x="6215690" y="2418348"/>
              <a:ext cx="441000" cy="500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EE118F5-004D-E1E8-3652-9E19A03E672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209570" y="2412228"/>
                <a:ext cx="453240" cy="51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954FF24A-9517-5013-FC86-29CB2687A5E9}"/>
              </a:ext>
            </a:extLst>
          </p:cNvPr>
          <p:cNvGrpSpPr/>
          <p:nvPr/>
        </p:nvGrpSpPr>
        <p:grpSpPr>
          <a:xfrm>
            <a:off x="4857050" y="289308"/>
            <a:ext cx="1307880" cy="2517480"/>
            <a:chOff x="4857050" y="289308"/>
            <a:chExt cx="1307880" cy="25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A98A922-76C0-1BAC-6BAD-ABB3102E3B64}"/>
                    </a:ext>
                  </a:extLst>
                </p14:cNvPr>
                <p14:cNvContentPartPr/>
                <p14:nvPr/>
              </p14:nvContentPartPr>
              <p14:xfrm>
                <a:off x="4857050" y="403068"/>
                <a:ext cx="43920" cy="31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A98A922-76C0-1BAC-6BAD-ABB3102E3B6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50930" y="396948"/>
                  <a:ext cx="561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EC298A-5E52-78FD-DC92-B1161136D9C6}"/>
                    </a:ext>
                  </a:extLst>
                </p14:cNvPr>
                <p14:cNvContentPartPr/>
                <p14:nvPr/>
              </p14:nvContentPartPr>
              <p14:xfrm>
                <a:off x="5014010" y="459588"/>
                <a:ext cx="145440" cy="193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EC298A-5E52-78FD-DC92-B1161136D9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07890" y="453468"/>
                  <a:ext cx="157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F030E0-0B30-DD9D-EE10-99952983F4DC}"/>
                    </a:ext>
                  </a:extLst>
                </p14:cNvPr>
                <p14:cNvContentPartPr/>
                <p14:nvPr/>
              </p14:nvContentPartPr>
              <p14:xfrm>
                <a:off x="5210930" y="352668"/>
                <a:ext cx="177480" cy="223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F030E0-0B30-DD9D-EE10-99952983F4D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04810" y="346548"/>
                  <a:ext cx="189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29226F-052A-FF70-25A6-BFAEC219D401}"/>
                    </a:ext>
                  </a:extLst>
                </p14:cNvPr>
                <p14:cNvContentPartPr/>
                <p14:nvPr/>
              </p14:nvContentPartPr>
              <p14:xfrm>
                <a:off x="5457530" y="289308"/>
                <a:ext cx="152640" cy="162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29226F-052A-FF70-25A6-BFAEC219D40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51410" y="283188"/>
                  <a:ext cx="164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9DF1957-C0B9-6BDC-9FCE-034C65EA36D4}"/>
                    </a:ext>
                  </a:extLst>
                </p14:cNvPr>
                <p14:cNvContentPartPr/>
                <p14:nvPr/>
              </p14:nvContentPartPr>
              <p14:xfrm>
                <a:off x="5033810" y="704388"/>
                <a:ext cx="1131120" cy="2102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9DF1957-C0B9-6BDC-9FCE-034C65EA36D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27690" y="698268"/>
                  <a:ext cx="1143360" cy="21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A1B2AA-1BA4-12FF-8FA6-C6C7E21C61EC}"/>
              </a:ext>
            </a:extLst>
          </p:cNvPr>
          <p:cNvGrpSpPr/>
          <p:nvPr/>
        </p:nvGrpSpPr>
        <p:grpSpPr>
          <a:xfrm>
            <a:off x="5848490" y="2929908"/>
            <a:ext cx="259200" cy="354240"/>
            <a:chOff x="5848490" y="2929908"/>
            <a:chExt cx="25920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13D806C-EA6B-CC57-FAA1-800FFE92542C}"/>
                    </a:ext>
                  </a:extLst>
                </p14:cNvPr>
                <p14:cNvContentPartPr/>
                <p14:nvPr/>
              </p14:nvContentPartPr>
              <p14:xfrm>
                <a:off x="5948210" y="3155988"/>
                <a:ext cx="159480" cy="128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13D806C-EA6B-CC57-FAA1-800FFE92542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42090" y="3149868"/>
                  <a:ext cx="171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B36253-E058-FA6B-9296-F467D481CBF7}"/>
                    </a:ext>
                  </a:extLst>
                </p14:cNvPr>
                <p14:cNvContentPartPr/>
                <p14:nvPr/>
              </p14:nvContentPartPr>
              <p14:xfrm>
                <a:off x="5968370" y="3006228"/>
                <a:ext cx="124200" cy="14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B36253-E058-FA6B-9296-F467D481CBF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62250" y="3000108"/>
                  <a:ext cx="136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9B6A14-AE0D-8B2F-A6AD-72A65A5971F7}"/>
                    </a:ext>
                  </a:extLst>
                </p14:cNvPr>
                <p14:cNvContentPartPr/>
                <p14:nvPr/>
              </p14:nvContentPartPr>
              <p14:xfrm>
                <a:off x="5848490" y="2929908"/>
                <a:ext cx="217800" cy="24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9B6A14-AE0D-8B2F-A6AD-72A65A5971F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42370" y="2923788"/>
                  <a:ext cx="23004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F6097B8-1737-85D9-220A-4695EC5F3B4E}"/>
                  </a:ext>
                </a:extLst>
              </p14:cNvPr>
              <p14:cNvContentPartPr/>
              <p14:nvPr/>
            </p14:nvContentPartPr>
            <p14:xfrm>
              <a:off x="7403330" y="1870068"/>
              <a:ext cx="187200" cy="1227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F6097B8-1737-85D9-220A-4695EC5F3B4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397210" y="1863948"/>
                <a:ext cx="1994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6256555-4C48-BDD5-86DC-02F9A70CA66A}"/>
                  </a:ext>
                </a:extLst>
              </p14:cNvPr>
              <p14:cNvContentPartPr/>
              <p14:nvPr/>
            </p14:nvContentPartPr>
            <p14:xfrm>
              <a:off x="7157450" y="3608148"/>
              <a:ext cx="151920" cy="250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6256555-4C48-BDD5-86DC-02F9A70CA66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151330" y="3602028"/>
                <a:ext cx="1641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6E9731D-8392-7DC0-0344-9DCFC94B854C}"/>
                  </a:ext>
                </a:extLst>
              </p14:cNvPr>
              <p14:cNvContentPartPr/>
              <p14:nvPr/>
            </p14:nvContentPartPr>
            <p14:xfrm>
              <a:off x="6538250" y="4374948"/>
              <a:ext cx="205920" cy="87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6E9731D-8392-7DC0-0344-9DCFC94B854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32130" y="4368828"/>
                <a:ext cx="2181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3BD89BD-4D49-4F3B-C603-857ADD4F1992}"/>
                  </a:ext>
                </a:extLst>
              </p14:cNvPr>
              <p14:cNvContentPartPr/>
              <p14:nvPr/>
            </p14:nvContentPartPr>
            <p14:xfrm>
              <a:off x="7649210" y="4670148"/>
              <a:ext cx="618120" cy="4752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3BD89BD-4D49-4F3B-C603-857ADD4F199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643090" y="4664028"/>
                <a:ext cx="63036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132DBA9-2844-ACD9-6291-70CB26E01256}"/>
                  </a:ext>
                </a:extLst>
              </p14:cNvPr>
              <p14:cNvContentPartPr/>
              <p14:nvPr/>
            </p14:nvContentPartPr>
            <p14:xfrm>
              <a:off x="8966810" y="4865268"/>
              <a:ext cx="307080" cy="1774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132DBA9-2844-ACD9-6291-70CB26E0125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960690" y="4859148"/>
                <a:ext cx="3193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8CEDE6F-FE9D-F402-B04F-13FD22D07A29}"/>
                  </a:ext>
                </a:extLst>
              </p14:cNvPr>
              <p14:cNvContentPartPr/>
              <p14:nvPr/>
            </p14:nvContentPartPr>
            <p14:xfrm>
              <a:off x="5919050" y="5389068"/>
              <a:ext cx="209160" cy="1958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8CEDE6F-FE9D-F402-B04F-13FD22D07A2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912930" y="5382948"/>
                <a:ext cx="2214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E0FB3AA-4E12-86DA-AE7D-FC464AE85EA9}"/>
                  </a:ext>
                </a:extLst>
              </p14:cNvPr>
              <p14:cNvContentPartPr/>
              <p14:nvPr/>
            </p14:nvContentPartPr>
            <p14:xfrm>
              <a:off x="7414490" y="5506068"/>
              <a:ext cx="334800" cy="647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E0FB3AA-4E12-86DA-AE7D-FC464AE85EA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408370" y="5499948"/>
                <a:ext cx="347040" cy="65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ECD297C6-9D38-5183-4F24-E5D54C1B478D}"/>
              </a:ext>
            </a:extLst>
          </p:cNvPr>
          <p:cNvGrpSpPr/>
          <p:nvPr/>
        </p:nvGrpSpPr>
        <p:grpSpPr>
          <a:xfrm>
            <a:off x="5515850" y="6439188"/>
            <a:ext cx="1140840" cy="20880"/>
            <a:chOff x="5515850" y="6439188"/>
            <a:chExt cx="1140840" cy="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C0F1CA-E6A6-9D5E-8969-BE6F82D237B9}"/>
                    </a:ext>
                  </a:extLst>
                </p14:cNvPr>
                <p14:cNvContentPartPr/>
                <p14:nvPr/>
              </p14:nvContentPartPr>
              <p14:xfrm>
                <a:off x="5515850" y="6439188"/>
                <a:ext cx="1130400" cy="20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C0F1CA-E6A6-9D5E-8969-BE6F82D237B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09730" y="6433068"/>
                  <a:ext cx="1142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DE3FE93-F178-EAA6-578A-E4F2BBC537AC}"/>
                    </a:ext>
                  </a:extLst>
                </p14:cNvPr>
                <p14:cNvContentPartPr/>
                <p14:nvPr/>
              </p14:nvContentPartPr>
              <p14:xfrm>
                <a:off x="6656330" y="6439908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DE3FE93-F178-EAA6-578A-E4F2BBC537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50210" y="64337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306D6EF-2366-E3BF-3F38-FAF0ED7D9DC3}"/>
                  </a:ext>
                </a:extLst>
              </p14:cNvPr>
              <p14:cNvContentPartPr/>
              <p14:nvPr/>
            </p14:nvContentPartPr>
            <p14:xfrm>
              <a:off x="-1042270" y="4139148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306D6EF-2366-E3BF-3F38-FAF0ED7D9D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048390" y="41330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72E2B7-D57A-D0BD-3AFD-88F333A35B27}"/>
                  </a:ext>
                </a:extLst>
              </p14:cNvPr>
              <p14:cNvContentPartPr/>
              <p14:nvPr/>
            </p14:nvContentPartPr>
            <p14:xfrm>
              <a:off x="6709250" y="678468"/>
              <a:ext cx="70920" cy="248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72E2B7-D57A-D0BD-3AFD-88F333A35B2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703130" y="672348"/>
                <a:ext cx="831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E270C0-74FB-324A-7978-E255C2E4D5FE}"/>
                  </a:ext>
                </a:extLst>
              </p14:cNvPr>
              <p14:cNvContentPartPr/>
              <p14:nvPr/>
            </p14:nvContentPartPr>
            <p14:xfrm>
              <a:off x="6715010" y="914268"/>
              <a:ext cx="207000" cy="19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E270C0-74FB-324A-7978-E255C2E4D5F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708890" y="908148"/>
                <a:ext cx="2192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FD97C2-4FEA-82C3-2D98-69B7D2D5E82F}"/>
                  </a:ext>
                </a:extLst>
              </p14:cNvPr>
              <p14:cNvContentPartPr/>
              <p14:nvPr/>
            </p14:nvContentPartPr>
            <p14:xfrm>
              <a:off x="6967370" y="682428"/>
              <a:ext cx="43560" cy="222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FD97C2-4FEA-82C3-2D98-69B7D2D5E82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961250" y="676308"/>
                <a:ext cx="55800" cy="23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492CEAC3-B9C4-DDE7-4920-18515F5EC690}"/>
              </a:ext>
            </a:extLst>
          </p:cNvPr>
          <p:cNvGrpSpPr/>
          <p:nvPr/>
        </p:nvGrpSpPr>
        <p:grpSpPr>
          <a:xfrm>
            <a:off x="6725090" y="539868"/>
            <a:ext cx="315360" cy="354960"/>
            <a:chOff x="6725090" y="539868"/>
            <a:chExt cx="31536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FFCF13-284E-ACC4-CA8B-44D6555E80BD}"/>
                    </a:ext>
                  </a:extLst>
                </p14:cNvPr>
                <p14:cNvContentPartPr/>
                <p14:nvPr/>
              </p14:nvContentPartPr>
              <p14:xfrm>
                <a:off x="7033970" y="636348"/>
                <a:ext cx="6480" cy="258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FFCF13-284E-ACC4-CA8B-44D6555E80B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27850" y="630228"/>
                  <a:ext cx="18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39AA08-5F3D-5D91-62E0-088F976FAF70}"/>
                    </a:ext>
                  </a:extLst>
                </p14:cNvPr>
                <p14:cNvContentPartPr/>
                <p14:nvPr/>
              </p14:nvContentPartPr>
              <p14:xfrm>
                <a:off x="6725090" y="539868"/>
                <a:ext cx="226440" cy="40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39AA08-5F3D-5D91-62E0-088F976FAF7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18970" y="533748"/>
                  <a:ext cx="23868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17F5283-E9CE-2A52-A47F-1523A710E2FB}"/>
                  </a:ext>
                </a:extLst>
              </p14:cNvPr>
              <p14:cNvContentPartPr/>
              <p14:nvPr/>
            </p14:nvContentPartPr>
            <p14:xfrm>
              <a:off x="6677930" y="107868"/>
              <a:ext cx="178920" cy="200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17F5283-E9CE-2A52-A47F-1523A710E2F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671810" y="101748"/>
                <a:ext cx="1911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3F468D1-6864-4AAC-D614-E391FA1E0023}"/>
                  </a:ext>
                </a:extLst>
              </p14:cNvPr>
              <p14:cNvContentPartPr/>
              <p14:nvPr/>
            </p14:nvContentPartPr>
            <p14:xfrm>
              <a:off x="8141330" y="2705628"/>
              <a:ext cx="353160" cy="108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3F468D1-6864-4AAC-D614-E391FA1E002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135210" y="2699508"/>
                <a:ext cx="3654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70C5DA8-41C4-0658-0F26-195DB2FA1C47}"/>
                  </a:ext>
                </a:extLst>
              </p14:cNvPr>
              <p14:cNvContentPartPr/>
              <p14:nvPr/>
            </p14:nvContentPartPr>
            <p14:xfrm>
              <a:off x="8573330" y="4021068"/>
              <a:ext cx="176760" cy="28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70C5DA8-41C4-0658-0F26-195DB2FA1C47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567210" y="4014948"/>
                <a:ext cx="189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E7C75AD-0AD1-DC8F-DC81-78D1A6C8A5D6}"/>
                  </a:ext>
                </a:extLst>
              </p14:cNvPr>
              <p14:cNvContentPartPr/>
              <p14:nvPr/>
            </p14:nvContentPartPr>
            <p14:xfrm>
              <a:off x="8945570" y="3735228"/>
              <a:ext cx="453240" cy="1515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E7C75AD-0AD1-DC8F-DC81-78D1A6C8A5D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939450" y="3729108"/>
                <a:ext cx="4654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7C7D7D2-8948-38BC-7198-9270A30AB136}"/>
                  </a:ext>
                </a:extLst>
              </p14:cNvPr>
              <p14:cNvContentPartPr/>
              <p14:nvPr/>
            </p14:nvContentPartPr>
            <p14:xfrm>
              <a:off x="10008290" y="5101428"/>
              <a:ext cx="126000" cy="112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7C7D7D2-8948-38BC-7198-9270A30AB13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002170" y="5095308"/>
                <a:ext cx="1382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2E3160B-3F08-C39E-1069-10A5DA165EAD}"/>
                  </a:ext>
                </a:extLst>
              </p14:cNvPr>
              <p14:cNvContentPartPr/>
              <p14:nvPr/>
            </p14:nvContentPartPr>
            <p14:xfrm>
              <a:off x="7157810" y="5024028"/>
              <a:ext cx="14652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2E3160B-3F08-C39E-1069-10A5DA165EA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151690" y="5017908"/>
                <a:ext cx="158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28D7280-AB97-CA8D-491B-EF93C013A3FB}"/>
                  </a:ext>
                </a:extLst>
              </p14:cNvPr>
              <p14:cNvContentPartPr/>
              <p14:nvPr/>
            </p14:nvContentPartPr>
            <p14:xfrm>
              <a:off x="5435570" y="4852308"/>
              <a:ext cx="295200" cy="174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28D7280-AB97-CA8D-491B-EF93C013A3F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429450" y="4846188"/>
                <a:ext cx="3074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3CAF290-4412-5D76-500D-442381893C88}"/>
                  </a:ext>
                </a:extLst>
              </p14:cNvPr>
              <p14:cNvContentPartPr/>
              <p14:nvPr/>
            </p14:nvContentPartPr>
            <p14:xfrm>
              <a:off x="7826330" y="6233268"/>
              <a:ext cx="254880" cy="40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3CAF290-4412-5D76-500D-442381893C8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820210" y="6227148"/>
                <a:ext cx="2671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AEAC46C-15C8-6C06-B8B2-C7A363E775F3}"/>
                  </a:ext>
                </a:extLst>
              </p14:cNvPr>
              <p14:cNvContentPartPr/>
              <p14:nvPr/>
            </p14:nvContentPartPr>
            <p14:xfrm>
              <a:off x="6509090" y="6187548"/>
              <a:ext cx="149760" cy="16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AEAC46C-15C8-6C06-B8B2-C7A363E775F3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502970" y="6181428"/>
                <a:ext cx="162000" cy="2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5013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174875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Hill climbing example (</a:t>
            </a:r>
            <a:r>
              <a:rPr lang="en-US" i="1" dirty="0"/>
              <a:t>minimizing</a:t>
            </a:r>
            <a:r>
              <a:rPr lang="en-US" dirty="0"/>
              <a:t> h)</a:t>
            </a: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altLang="en-US">
                <a:cs typeface="Arial" pitchFamily="34" charset="0"/>
              </a:rPr>
              <a:t>       </a:t>
            </a:r>
            <a:fld id="{BB71903E-7DFB-4449-A2F7-E869AC1DE824}" type="slidenum">
              <a:rPr lang="en-US" altLang="en-US">
                <a:cs typeface="Arial" pitchFamily="34" charset="0"/>
              </a:rPr>
              <a:pPr/>
              <a:t>28</a:t>
            </a:fld>
            <a:endParaRPr lang="en-US" altLang="en-US">
              <a:cs typeface="Arial" pitchFamily="34" charset="0"/>
            </a:endParaRPr>
          </a:p>
        </p:txBody>
      </p:sp>
      <p:grpSp>
        <p:nvGrpSpPr>
          <p:cNvPr id="10245" name="Group 312"/>
          <p:cNvGrpSpPr>
            <a:grpSpLocks/>
          </p:cNvGrpSpPr>
          <p:nvPr/>
        </p:nvGrpSpPr>
        <p:grpSpPr bwMode="auto">
          <a:xfrm>
            <a:off x="7754939" y="1106488"/>
            <a:ext cx="1209675" cy="1376362"/>
            <a:chOff x="3925" y="697"/>
            <a:chExt cx="762" cy="867"/>
          </a:xfrm>
        </p:grpSpPr>
        <p:grpSp>
          <p:nvGrpSpPr>
            <p:cNvPr id="10438" name="Group 159"/>
            <p:cNvGrpSpPr>
              <a:grpSpLocks/>
            </p:cNvGrpSpPr>
            <p:nvPr/>
          </p:nvGrpSpPr>
          <p:grpSpPr bwMode="auto">
            <a:xfrm>
              <a:off x="3935" y="712"/>
              <a:ext cx="752" cy="330"/>
              <a:chOff x="1282" y="2126"/>
              <a:chExt cx="752" cy="330"/>
            </a:xfrm>
          </p:grpSpPr>
          <p:grpSp>
            <p:nvGrpSpPr>
              <p:cNvPr id="10459" name="Group 160"/>
              <p:cNvGrpSpPr>
                <a:grpSpLocks/>
              </p:cNvGrpSpPr>
              <p:nvPr/>
            </p:nvGrpSpPr>
            <p:grpSpPr bwMode="auto">
              <a:xfrm>
                <a:off x="1282" y="2126"/>
                <a:ext cx="246" cy="330"/>
                <a:chOff x="1287" y="1865"/>
                <a:chExt cx="246" cy="330"/>
              </a:xfrm>
            </p:grpSpPr>
            <p:sp>
              <p:nvSpPr>
                <p:cNvPr id="10466" name="Rectangle 16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67" name="Text Box 16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1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 sz="2800"/>
                </a:p>
              </p:txBody>
            </p:sp>
          </p:grpSp>
          <p:grpSp>
            <p:nvGrpSpPr>
              <p:cNvPr id="10460" name="Group 163"/>
              <p:cNvGrpSpPr>
                <a:grpSpLocks/>
              </p:cNvGrpSpPr>
              <p:nvPr/>
            </p:nvGrpSpPr>
            <p:grpSpPr bwMode="auto">
              <a:xfrm>
                <a:off x="1528" y="2126"/>
                <a:ext cx="246" cy="330"/>
                <a:chOff x="1287" y="1865"/>
                <a:chExt cx="246" cy="330"/>
              </a:xfrm>
            </p:grpSpPr>
            <p:sp>
              <p:nvSpPr>
                <p:cNvPr id="10464" name="Rectangle 16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65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1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en-US" sz="2800"/>
                </a:p>
              </p:txBody>
            </p:sp>
          </p:grpSp>
          <p:grpSp>
            <p:nvGrpSpPr>
              <p:cNvPr id="10461" name="Group 166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0462" name="Rectangle 16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63" name="Text Box 16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0439" name="Group 169"/>
            <p:cNvGrpSpPr>
              <a:grpSpLocks/>
            </p:cNvGrpSpPr>
            <p:nvPr/>
          </p:nvGrpSpPr>
          <p:grpSpPr bwMode="auto">
            <a:xfrm>
              <a:off x="3930" y="973"/>
              <a:ext cx="315" cy="330"/>
              <a:chOff x="1287" y="1865"/>
              <a:chExt cx="315" cy="330"/>
            </a:xfrm>
          </p:grpSpPr>
          <p:sp>
            <p:nvSpPr>
              <p:cNvPr id="10457" name="Rectangle 170"/>
              <p:cNvSpPr>
                <a:spLocks noChangeArrowheads="1"/>
              </p:cNvSpPr>
              <p:nvPr/>
            </p:nvSpPr>
            <p:spPr bwMode="auto"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0458" name="Text Box 171"/>
              <p:cNvSpPr txBox="1">
                <a:spLocks noChangeArrowheads="1"/>
              </p:cNvSpPr>
              <p:nvPr/>
            </p:nvSpPr>
            <p:spPr bwMode="auto">
              <a:xfrm>
                <a:off x="1316" y="1865"/>
                <a:ext cx="28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3 </a:t>
                </a:r>
              </a:p>
            </p:txBody>
          </p:sp>
        </p:grpSp>
        <p:grpSp>
          <p:nvGrpSpPr>
            <p:cNvPr id="10440" name="Group 172"/>
            <p:cNvGrpSpPr>
              <a:grpSpLocks/>
            </p:cNvGrpSpPr>
            <p:nvPr/>
          </p:nvGrpSpPr>
          <p:grpSpPr bwMode="auto">
            <a:xfrm>
              <a:off x="4176" y="973"/>
              <a:ext cx="260" cy="330"/>
              <a:chOff x="1287" y="1865"/>
              <a:chExt cx="260" cy="330"/>
            </a:xfrm>
          </p:grpSpPr>
          <p:sp>
            <p:nvSpPr>
              <p:cNvPr id="10455" name="Rectangle 173"/>
              <p:cNvSpPr>
                <a:spLocks noChangeArrowheads="1"/>
              </p:cNvSpPr>
              <p:nvPr/>
            </p:nvSpPr>
            <p:spPr bwMode="auto"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0456" name="Text Box 174"/>
              <p:cNvSpPr txBox="1">
                <a:spLocks noChangeArrowheads="1"/>
              </p:cNvSpPr>
              <p:nvPr/>
            </p:nvSpPr>
            <p:spPr bwMode="auto">
              <a:xfrm>
                <a:off x="1316" y="1865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4</a:t>
                </a:r>
              </a:p>
            </p:txBody>
          </p:sp>
        </p:grpSp>
        <p:grpSp>
          <p:nvGrpSpPr>
            <p:cNvPr id="10441" name="Group 175"/>
            <p:cNvGrpSpPr>
              <a:grpSpLocks/>
            </p:cNvGrpSpPr>
            <p:nvPr/>
          </p:nvGrpSpPr>
          <p:grpSpPr bwMode="auto">
            <a:xfrm>
              <a:off x="4422" y="973"/>
              <a:ext cx="260" cy="330"/>
              <a:chOff x="1287" y="1865"/>
              <a:chExt cx="260" cy="330"/>
            </a:xfrm>
          </p:grpSpPr>
          <p:sp>
            <p:nvSpPr>
              <p:cNvPr id="10453" name="Rectangle 176"/>
              <p:cNvSpPr>
                <a:spLocks noChangeArrowheads="1"/>
              </p:cNvSpPr>
              <p:nvPr/>
            </p:nvSpPr>
            <p:spPr bwMode="auto"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0454" name="Text Box 177"/>
              <p:cNvSpPr txBox="1">
                <a:spLocks noChangeArrowheads="1"/>
              </p:cNvSpPr>
              <p:nvPr/>
            </p:nvSpPr>
            <p:spPr bwMode="auto">
              <a:xfrm>
                <a:off x="1316" y="1865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5</a:t>
                </a:r>
              </a:p>
            </p:txBody>
          </p:sp>
        </p:grpSp>
        <p:grpSp>
          <p:nvGrpSpPr>
            <p:cNvPr id="10442" name="Group 178"/>
            <p:cNvGrpSpPr>
              <a:grpSpLocks/>
            </p:cNvGrpSpPr>
            <p:nvPr/>
          </p:nvGrpSpPr>
          <p:grpSpPr bwMode="auto">
            <a:xfrm>
              <a:off x="3925" y="1234"/>
              <a:ext cx="752" cy="330"/>
              <a:chOff x="1282" y="2126"/>
              <a:chExt cx="752" cy="330"/>
            </a:xfrm>
          </p:grpSpPr>
          <p:grpSp>
            <p:nvGrpSpPr>
              <p:cNvPr id="10444" name="Group 179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0451" name="Rectangle 18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52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0445" name="Group 182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0449" name="Rectangle 18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50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</a:t>
                  </a:r>
                </a:p>
              </p:txBody>
            </p:sp>
          </p:grpSp>
          <p:grpSp>
            <p:nvGrpSpPr>
              <p:cNvPr id="10446" name="Group 185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0447" name="Rectangle 18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48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  <p:sp>
          <p:nvSpPr>
            <p:cNvPr id="10443" name="Text Box 188"/>
            <p:cNvSpPr txBox="1">
              <a:spLocks noChangeArrowheads="1"/>
            </p:cNvSpPr>
            <p:nvPr/>
          </p:nvSpPr>
          <p:spPr bwMode="auto">
            <a:xfrm>
              <a:off x="4200" y="697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1</a:t>
              </a:r>
            </a:p>
          </p:txBody>
        </p:sp>
      </p:grpSp>
      <p:sp>
        <p:nvSpPr>
          <p:cNvPr id="10246" name="Text Box 189"/>
          <p:cNvSpPr txBox="1">
            <a:spLocks noChangeArrowheads="1"/>
          </p:cNvSpPr>
          <p:nvPr/>
        </p:nvSpPr>
        <p:spPr bwMode="auto">
          <a:xfrm>
            <a:off x="2046288" y="1501775"/>
            <a:ext cx="613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start</a:t>
            </a:r>
          </a:p>
        </p:txBody>
      </p:sp>
      <p:sp>
        <p:nvSpPr>
          <p:cNvPr id="10247" name="Text Box 190"/>
          <p:cNvSpPr txBox="1">
            <a:spLocks noChangeArrowheads="1"/>
          </p:cNvSpPr>
          <p:nvPr/>
        </p:nvSpPr>
        <p:spPr bwMode="auto">
          <a:xfrm>
            <a:off x="6923088" y="1568450"/>
            <a:ext cx="5774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goal</a:t>
            </a:r>
          </a:p>
        </p:txBody>
      </p:sp>
      <p:grpSp>
        <p:nvGrpSpPr>
          <p:cNvPr id="14" name="Group 191"/>
          <p:cNvGrpSpPr>
            <a:grpSpLocks/>
          </p:cNvGrpSpPr>
          <p:nvPr/>
        </p:nvGrpSpPr>
        <p:grpSpPr bwMode="auto">
          <a:xfrm>
            <a:off x="2754314" y="2373314"/>
            <a:ext cx="1882775" cy="598487"/>
            <a:chOff x="686" y="1661"/>
            <a:chExt cx="1186" cy="377"/>
          </a:xfrm>
        </p:grpSpPr>
        <p:sp>
          <p:nvSpPr>
            <p:cNvPr id="10435" name="Line 192"/>
            <p:cNvSpPr>
              <a:spLocks noChangeShapeType="1"/>
            </p:cNvSpPr>
            <p:nvPr/>
          </p:nvSpPr>
          <p:spPr bwMode="auto">
            <a:xfrm>
              <a:off x="1258" y="1661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6" name="Line 193"/>
            <p:cNvSpPr>
              <a:spLocks noChangeShapeType="1"/>
            </p:cNvSpPr>
            <p:nvPr/>
          </p:nvSpPr>
          <p:spPr bwMode="auto">
            <a:xfrm>
              <a:off x="1288" y="1661"/>
              <a:ext cx="584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7" name="Line 194"/>
            <p:cNvSpPr>
              <a:spLocks noChangeShapeType="1"/>
            </p:cNvSpPr>
            <p:nvPr/>
          </p:nvSpPr>
          <p:spPr bwMode="auto">
            <a:xfrm flipH="1">
              <a:off x="686" y="1661"/>
              <a:ext cx="572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195"/>
          <p:cNvGrpSpPr>
            <a:grpSpLocks/>
          </p:cNvGrpSpPr>
          <p:nvPr/>
        </p:nvGrpSpPr>
        <p:grpSpPr bwMode="auto">
          <a:xfrm>
            <a:off x="2655888" y="4257675"/>
            <a:ext cx="908050" cy="598488"/>
            <a:chOff x="686" y="1661"/>
            <a:chExt cx="572" cy="377"/>
          </a:xfrm>
        </p:grpSpPr>
        <p:sp>
          <p:nvSpPr>
            <p:cNvPr id="10432" name="Line 196"/>
            <p:cNvSpPr>
              <a:spLocks noChangeShapeType="1"/>
            </p:cNvSpPr>
            <p:nvPr/>
          </p:nvSpPr>
          <p:spPr bwMode="auto">
            <a:xfrm>
              <a:off x="1258" y="1661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4" name="Line 198"/>
            <p:cNvSpPr>
              <a:spLocks noChangeShapeType="1"/>
            </p:cNvSpPr>
            <p:nvPr/>
          </p:nvSpPr>
          <p:spPr bwMode="auto">
            <a:xfrm flipH="1">
              <a:off x="686" y="1661"/>
              <a:ext cx="572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2919" name="Text Box 199"/>
          <p:cNvSpPr txBox="1">
            <a:spLocks noChangeArrowheads="1"/>
          </p:cNvSpPr>
          <p:nvPr/>
        </p:nvSpPr>
        <p:spPr bwMode="auto">
          <a:xfrm>
            <a:off x="2316163" y="258603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182920" name="Text Box 200"/>
          <p:cNvSpPr txBox="1">
            <a:spLocks noChangeArrowheads="1"/>
          </p:cNvSpPr>
          <p:nvPr/>
        </p:nvSpPr>
        <p:spPr bwMode="auto">
          <a:xfrm>
            <a:off x="3124201" y="2438400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4</a:t>
            </a:r>
          </a:p>
        </p:txBody>
      </p:sp>
      <p:sp>
        <p:nvSpPr>
          <p:cNvPr id="1182921" name="Text Box 201"/>
          <p:cNvSpPr txBox="1">
            <a:spLocks noChangeArrowheads="1"/>
          </p:cNvSpPr>
          <p:nvPr/>
        </p:nvSpPr>
        <p:spPr bwMode="auto">
          <a:xfrm>
            <a:off x="3048001" y="4338637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3</a:t>
            </a:r>
          </a:p>
        </p:txBody>
      </p:sp>
      <p:sp>
        <p:nvSpPr>
          <p:cNvPr id="1182922" name="Text Box 202"/>
          <p:cNvSpPr txBox="1">
            <a:spLocks noChangeArrowheads="1"/>
          </p:cNvSpPr>
          <p:nvPr/>
        </p:nvSpPr>
        <p:spPr bwMode="auto">
          <a:xfrm>
            <a:off x="6400801" y="5257800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h</a:t>
            </a:r>
            <a:r>
              <a:rPr lang="en-US" baseline="-25000">
                <a:solidFill>
                  <a:schemeClr val="accent2"/>
                </a:solidFill>
              </a:rPr>
              <a:t>oop</a:t>
            </a:r>
            <a:r>
              <a:rPr lang="en-US">
                <a:solidFill>
                  <a:schemeClr val="accent2"/>
                </a:solidFill>
              </a:rPr>
              <a:t> = 2</a:t>
            </a:r>
          </a:p>
        </p:txBody>
      </p:sp>
      <p:sp>
        <p:nvSpPr>
          <p:cNvPr id="1182923" name="Text Box 203"/>
          <p:cNvSpPr txBox="1">
            <a:spLocks noChangeArrowheads="1"/>
          </p:cNvSpPr>
          <p:nvPr/>
        </p:nvSpPr>
        <p:spPr bwMode="auto">
          <a:xfrm>
            <a:off x="7762877" y="4257675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1</a:t>
            </a:r>
          </a:p>
        </p:txBody>
      </p:sp>
      <p:sp>
        <p:nvSpPr>
          <p:cNvPr id="1182924" name="Text Box 204"/>
          <p:cNvSpPr txBox="1">
            <a:spLocks noChangeArrowheads="1"/>
          </p:cNvSpPr>
          <p:nvPr/>
        </p:nvSpPr>
        <p:spPr bwMode="auto">
          <a:xfrm>
            <a:off x="7848601" y="2406085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  <a:r>
              <a:rPr lang="en-US" baseline="-25000" dirty="0">
                <a:solidFill>
                  <a:schemeClr val="accent2"/>
                </a:solidFill>
              </a:rPr>
              <a:t>oop</a:t>
            </a:r>
            <a:r>
              <a:rPr lang="en-US" dirty="0">
                <a:solidFill>
                  <a:schemeClr val="accent2"/>
                </a:solidFill>
              </a:rPr>
              <a:t> = 0</a:t>
            </a:r>
          </a:p>
        </p:txBody>
      </p:sp>
      <p:sp>
        <p:nvSpPr>
          <p:cNvPr id="10256" name="Text Box 205"/>
          <p:cNvSpPr txBox="1">
            <a:spLocks noChangeArrowheads="1"/>
          </p:cNvSpPr>
          <p:nvPr/>
        </p:nvSpPr>
        <p:spPr bwMode="auto">
          <a:xfrm>
            <a:off x="4419601" y="1611313"/>
            <a:ext cx="8883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</a:t>
            </a:r>
            <a:r>
              <a:rPr lang="en-US" baseline="-25000">
                <a:solidFill>
                  <a:srgbClr val="FF0000"/>
                </a:solidFill>
              </a:rPr>
              <a:t>oop</a:t>
            </a:r>
            <a:r>
              <a:rPr lang="en-US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1182926" name="Text Box 206"/>
          <p:cNvSpPr txBox="1">
            <a:spLocks noChangeArrowheads="1"/>
          </p:cNvSpPr>
          <p:nvPr/>
        </p:nvSpPr>
        <p:spPr bwMode="auto">
          <a:xfrm>
            <a:off x="4538663" y="258603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82927" name="Text Box 207"/>
          <p:cNvSpPr txBox="1">
            <a:spLocks noChangeArrowheads="1"/>
          </p:cNvSpPr>
          <p:nvPr/>
        </p:nvSpPr>
        <p:spPr bwMode="auto">
          <a:xfrm>
            <a:off x="4895850" y="59086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82929" name="Text Box 209"/>
          <p:cNvSpPr txBox="1">
            <a:spLocks noChangeArrowheads="1"/>
          </p:cNvSpPr>
          <p:nvPr/>
        </p:nvSpPr>
        <p:spPr bwMode="auto">
          <a:xfrm>
            <a:off x="2217738" y="44735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82931" name="Line 211"/>
          <p:cNvSpPr>
            <a:spLocks noChangeShapeType="1"/>
          </p:cNvSpPr>
          <p:nvPr/>
        </p:nvSpPr>
        <p:spPr bwMode="auto">
          <a:xfrm flipV="1">
            <a:off x="8434388" y="4305300"/>
            <a:ext cx="0" cy="579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2932" name="Line 212"/>
          <p:cNvSpPr>
            <a:spLocks noChangeShapeType="1"/>
          </p:cNvSpPr>
          <p:nvPr/>
        </p:nvSpPr>
        <p:spPr bwMode="auto">
          <a:xfrm>
            <a:off x="4243388" y="5527675"/>
            <a:ext cx="3511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2933" name="Line 213"/>
          <p:cNvSpPr>
            <a:spLocks noChangeShapeType="1"/>
          </p:cNvSpPr>
          <p:nvPr/>
        </p:nvSpPr>
        <p:spPr bwMode="auto">
          <a:xfrm>
            <a:off x="4243389" y="5527675"/>
            <a:ext cx="7334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82934" name="Line 214"/>
          <p:cNvSpPr>
            <a:spLocks noChangeShapeType="1"/>
          </p:cNvSpPr>
          <p:nvPr/>
        </p:nvSpPr>
        <p:spPr bwMode="auto">
          <a:xfrm flipV="1">
            <a:off x="8310563" y="2416175"/>
            <a:ext cx="0" cy="579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" name="Group 346"/>
          <p:cNvGrpSpPr>
            <a:grpSpLocks/>
          </p:cNvGrpSpPr>
          <p:nvPr/>
        </p:nvGrpSpPr>
        <p:grpSpPr bwMode="auto">
          <a:xfrm>
            <a:off x="7924801" y="4800601"/>
            <a:ext cx="1209675" cy="1376363"/>
            <a:chOff x="4032" y="3024"/>
            <a:chExt cx="762" cy="867"/>
          </a:xfrm>
        </p:grpSpPr>
        <p:sp>
          <p:nvSpPr>
            <p:cNvPr id="10400" name="Text Box 249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401" name="Group 281"/>
            <p:cNvGrpSpPr>
              <a:grpSpLocks/>
            </p:cNvGrpSpPr>
            <p:nvPr/>
          </p:nvGrpSpPr>
          <p:grpSpPr bwMode="auto">
            <a:xfrm>
              <a:off x="4032" y="3024"/>
              <a:ext cx="762" cy="867"/>
              <a:chOff x="3797" y="3132"/>
              <a:chExt cx="762" cy="867"/>
            </a:xfrm>
          </p:grpSpPr>
          <p:grpSp>
            <p:nvGrpSpPr>
              <p:cNvPr id="10402" name="Group 282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423" name="Group 283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430" name="Rectangle 28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31" name="Text Box 2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424" name="Group 286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428" name="Rectangle 28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29" name="Text Box 2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425" name="Group 289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26" name="Rectangle 29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27" name="Text Box 2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403" name="Group 292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421" name="Rectangle 29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22" name="Text Box 29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404" name="Group 295"/>
              <p:cNvGrpSpPr>
                <a:grpSpLocks/>
              </p:cNvGrpSpPr>
              <p:nvPr/>
            </p:nvGrpSpPr>
            <p:grpSpPr bwMode="auto">
              <a:xfrm>
                <a:off x="4048" y="3408"/>
                <a:ext cx="248" cy="330"/>
                <a:chOff x="1287" y="1865"/>
                <a:chExt cx="248" cy="330"/>
              </a:xfrm>
            </p:grpSpPr>
            <p:sp>
              <p:nvSpPr>
                <p:cNvPr id="10419" name="Rectangle 29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20" name="Text Box 29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1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 </a:t>
                  </a:r>
                </a:p>
              </p:txBody>
            </p:sp>
          </p:grpSp>
          <p:grpSp>
            <p:nvGrpSpPr>
              <p:cNvPr id="10405" name="Group 298"/>
              <p:cNvGrpSpPr>
                <a:grpSpLocks/>
              </p:cNvGrpSpPr>
              <p:nvPr/>
            </p:nvGrpSpPr>
            <p:grpSpPr bwMode="auto">
              <a:xfrm>
                <a:off x="4294" y="3408"/>
                <a:ext cx="260" cy="330"/>
                <a:chOff x="1287" y="1865"/>
                <a:chExt cx="260" cy="330"/>
              </a:xfrm>
            </p:grpSpPr>
            <p:sp>
              <p:nvSpPr>
                <p:cNvPr id="10417" name="Rectangle 29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418" name="Text Box 30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  <p:grpSp>
            <p:nvGrpSpPr>
              <p:cNvPr id="10406" name="Group 301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408" name="Group 302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15" name="Rectangle 30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16" name="Text Box 3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409" name="Group 305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13" name="Rectangle 306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14" name="Text Box 3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410" name="Group 308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411" name="Rectangle 309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412" name="Text Box 3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8</a:t>
                    </a:r>
                  </a:p>
                </p:txBody>
              </p:sp>
            </p:grpSp>
          </p:grpSp>
          <p:sp>
            <p:nvSpPr>
              <p:cNvPr id="10407" name="Text Box 311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29" name="Group 380"/>
          <p:cNvGrpSpPr>
            <a:grpSpLocks/>
          </p:cNvGrpSpPr>
          <p:nvPr/>
        </p:nvGrpSpPr>
        <p:grpSpPr bwMode="auto">
          <a:xfrm>
            <a:off x="3048001" y="4876801"/>
            <a:ext cx="1209675" cy="1376363"/>
            <a:chOff x="4032" y="3024"/>
            <a:chExt cx="762" cy="867"/>
          </a:xfrm>
        </p:grpSpPr>
        <p:sp>
          <p:nvSpPr>
            <p:cNvPr id="10368" name="Text Box 381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369" name="Group 382"/>
            <p:cNvGrpSpPr>
              <a:grpSpLocks/>
            </p:cNvGrpSpPr>
            <p:nvPr/>
          </p:nvGrpSpPr>
          <p:grpSpPr bwMode="auto">
            <a:xfrm>
              <a:off x="4032" y="3024"/>
              <a:ext cx="762" cy="867"/>
              <a:chOff x="3797" y="3132"/>
              <a:chExt cx="762" cy="867"/>
            </a:xfrm>
          </p:grpSpPr>
          <p:grpSp>
            <p:nvGrpSpPr>
              <p:cNvPr id="10370" name="Group 383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391" name="Group 384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98" name="Rectangle 385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99" name="Text Box 38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92" name="Group 387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96" name="Rectangle 388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97" name="Text Box 38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93" name="Group 390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94" name="Rectangle 391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95" name="Text Box 39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371" name="Group 393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389" name="Rectangle 39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90" name="Text Box 39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372" name="Group 396"/>
              <p:cNvGrpSpPr>
                <a:grpSpLocks/>
              </p:cNvGrpSpPr>
              <p:nvPr/>
            </p:nvGrpSpPr>
            <p:grpSpPr bwMode="auto">
              <a:xfrm>
                <a:off x="4048" y="3408"/>
                <a:ext cx="372" cy="330"/>
                <a:chOff x="1287" y="1865"/>
                <a:chExt cx="372" cy="330"/>
              </a:xfrm>
            </p:grpSpPr>
            <p:sp>
              <p:nvSpPr>
                <p:cNvPr id="10387" name="Rectangle 39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88" name="Text Box 39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  </a:t>
                  </a:r>
                </a:p>
              </p:txBody>
            </p:sp>
          </p:grpSp>
          <p:grpSp>
            <p:nvGrpSpPr>
              <p:cNvPr id="10373" name="Group 399"/>
              <p:cNvGrpSpPr>
                <a:grpSpLocks/>
              </p:cNvGrpSpPr>
              <p:nvPr/>
            </p:nvGrpSpPr>
            <p:grpSpPr bwMode="auto">
              <a:xfrm>
                <a:off x="4294" y="3408"/>
                <a:ext cx="246" cy="330"/>
                <a:chOff x="1287" y="1865"/>
                <a:chExt cx="246" cy="330"/>
              </a:xfrm>
            </p:grpSpPr>
            <p:sp>
              <p:nvSpPr>
                <p:cNvPr id="10385" name="Rectangle 40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86" name="Text Box 40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0374" name="Group 402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376" name="Group 403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83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84" name="Text Box 4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377" name="Group 406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81" name="Rectangle 40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82" name="Text Box 40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378" name="Group 409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79" name="Rectangle 41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80" name="Text Box 4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8</a:t>
                    </a:r>
                  </a:p>
                </p:txBody>
              </p:sp>
            </p:grpSp>
          </p:grpSp>
          <p:sp>
            <p:nvSpPr>
              <p:cNvPr id="10375" name="Text Box 412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1182911" name="Group 413"/>
          <p:cNvGrpSpPr>
            <a:grpSpLocks/>
          </p:cNvGrpSpPr>
          <p:nvPr/>
        </p:nvGrpSpPr>
        <p:grpSpPr bwMode="auto">
          <a:xfrm>
            <a:off x="3124201" y="2971801"/>
            <a:ext cx="1209675" cy="1376363"/>
            <a:chOff x="4032" y="3024"/>
            <a:chExt cx="762" cy="867"/>
          </a:xfrm>
        </p:grpSpPr>
        <p:sp>
          <p:nvSpPr>
            <p:cNvPr id="10336" name="Text Box 414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337" name="Group 415"/>
            <p:cNvGrpSpPr>
              <a:grpSpLocks/>
            </p:cNvGrpSpPr>
            <p:nvPr/>
          </p:nvGrpSpPr>
          <p:grpSpPr bwMode="auto">
            <a:xfrm>
              <a:off x="4032" y="3024"/>
              <a:ext cx="762" cy="867"/>
              <a:chOff x="3797" y="3132"/>
              <a:chExt cx="762" cy="867"/>
            </a:xfrm>
          </p:grpSpPr>
          <p:grpSp>
            <p:nvGrpSpPr>
              <p:cNvPr id="10338" name="Group 416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359" name="Group 417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66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67" name="Text Box 4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60" name="Group 420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64" name="Rectangle 421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65" name="Text Box 4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61" name="Group 423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62" name="Rectangle 42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63" name="Text Box 4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339" name="Group 426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357" name="Rectangle 42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58" name="Text Box 42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340" name="Group 429"/>
              <p:cNvGrpSpPr>
                <a:grpSpLocks/>
              </p:cNvGrpSpPr>
              <p:nvPr/>
            </p:nvGrpSpPr>
            <p:grpSpPr bwMode="auto">
              <a:xfrm>
                <a:off x="4048" y="3408"/>
                <a:ext cx="372" cy="330"/>
                <a:chOff x="1287" y="1865"/>
                <a:chExt cx="372" cy="330"/>
              </a:xfrm>
            </p:grpSpPr>
            <p:sp>
              <p:nvSpPr>
                <p:cNvPr id="10355" name="Rectangle 43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56" name="Text Box 43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  </a:t>
                  </a:r>
                </a:p>
              </p:txBody>
            </p:sp>
          </p:grpSp>
          <p:grpSp>
            <p:nvGrpSpPr>
              <p:cNvPr id="10341" name="Group 432"/>
              <p:cNvGrpSpPr>
                <a:grpSpLocks/>
              </p:cNvGrpSpPr>
              <p:nvPr/>
            </p:nvGrpSpPr>
            <p:grpSpPr bwMode="auto">
              <a:xfrm>
                <a:off x="4294" y="3408"/>
                <a:ext cx="260" cy="330"/>
                <a:chOff x="1287" y="1865"/>
                <a:chExt cx="260" cy="330"/>
              </a:xfrm>
            </p:grpSpPr>
            <p:sp>
              <p:nvSpPr>
                <p:cNvPr id="10353" name="Rectangle 43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54" name="Text Box 43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  <p:grpSp>
            <p:nvGrpSpPr>
              <p:cNvPr id="10342" name="Group 435"/>
              <p:cNvGrpSpPr>
                <a:grpSpLocks/>
              </p:cNvGrpSpPr>
              <p:nvPr/>
            </p:nvGrpSpPr>
            <p:grpSpPr bwMode="auto">
              <a:xfrm>
                <a:off x="3797" y="3669"/>
                <a:ext cx="738" cy="330"/>
                <a:chOff x="1282" y="2126"/>
                <a:chExt cx="738" cy="330"/>
              </a:xfrm>
            </p:grpSpPr>
            <p:grpSp>
              <p:nvGrpSpPr>
                <p:cNvPr id="10344" name="Group 436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51" name="Rectangle 43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52" name="Text Box 4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345" name="Group 439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49" name="Rectangle 44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50" name="Text Box 4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346" name="Group 442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47" name="Rectangle 44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48" name="Text Box 44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</p:grpSp>
          <p:sp>
            <p:nvSpPr>
              <p:cNvPr id="10343" name="Text Box 445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10270" name="Group 479"/>
          <p:cNvGrpSpPr>
            <a:grpSpLocks/>
          </p:cNvGrpSpPr>
          <p:nvPr/>
        </p:nvGrpSpPr>
        <p:grpSpPr bwMode="auto">
          <a:xfrm>
            <a:off x="3124200" y="1143001"/>
            <a:ext cx="1289050" cy="1376363"/>
            <a:chOff x="4032" y="3024"/>
            <a:chExt cx="812" cy="867"/>
          </a:xfrm>
        </p:grpSpPr>
        <p:sp>
          <p:nvSpPr>
            <p:cNvPr id="10304" name="Text Box 480"/>
            <p:cNvSpPr txBox="1">
              <a:spLocks noChangeArrowheads="1"/>
            </p:cNvSpPr>
            <p:nvPr/>
          </p:nvSpPr>
          <p:spPr bwMode="auto">
            <a:xfrm>
              <a:off x="4080" y="3024"/>
              <a:ext cx="2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3</a:t>
              </a:r>
            </a:p>
          </p:txBody>
        </p:sp>
        <p:grpSp>
          <p:nvGrpSpPr>
            <p:cNvPr id="10305" name="Group 481"/>
            <p:cNvGrpSpPr>
              <a:grpSpLocks/>
            </p:cNvGrpSpPr>
            <p:nvPr/>
          </p:nvGrpSpPr>
          <p:grpSpPr bwMode="auto">
            <a:xfrm>
              <a:off x="4032" y="3024"/>
              <a:ext cx="812" cy="867"/>
              <a:chOff x="3797" y="3132"/>
              <a:chExt cx="812" cy="867"/>
            </a:xfrm>
          </p:grpSpPr>
          <p:grpSp>
            <p:nvGrpSpPr>
              <p:cNvPr id="10306" name="Group 482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327" name="Group 483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34" name="Rectangle 484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35" name="Text Box 48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28" name="Group 486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32" name="Rectangle 487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33" name="Text Box 48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329" name="Group 489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30" name="Rectangle 49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31" name="Text Box 49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307" name="Group 492"/>
              <p:cNvGrpSpPr>
                <a:grpSpLocks/>
              </p:cNvGrpSpPr>
              <p:nvPr/>
            </p:nvGrpSpPr>
            <p:grpSpPr bwMode="auto">
              <a:xfrm>
                <a:off x="3802" y="3408"/>
                <a:ext cx="260" cy="330"/>
                <a:chOff x="1287" y="1865"/>
                <a:chExt cx="260" cy="330"/>
              </a:xfrm>
            </p:grpSpPr>
            <p:sp>
              <p:nvSpPr>
                <p:cNvPr id="10325" name="Rectangle 49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26" name="Text Box 49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308" name="Group 495"/>
              <p:cNvGrpSpPr>
                <a:grpSpLocks/>
              </p:cNvGrpSpPr>
              <p:nvPr/>
            </p:nvGrpSpPr>
            <p:grpSpPr bwMode="auto">
              <a:xfrm>
                <a:off x="4048" y="3408"/>
                <a:ext cx="372" cy="330"/>
                <a:chOff x="1287" y="1865"/>
                <a:chExt cx="372" cy="330"/>
              </a:xfrm>
            </p:grpSpPr>
            <p:sp>
              <p:nvSpPr>
                <p:cNvPr id="10323" name="Rectangle 49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24" name="Text Box 49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  </a:t>
                  </a:r>
                </a:p>
              </p:txBody>
            </p:sp>
          </p:grpSp>
          <p:grpSp>
            <p:nvGrpSpPr>
              <p:cNvPr id="10309" name="Group 498"/>
              <p:cNvGrpSpPr>
                <a:grpSpLocks/>
              </p:cNvGrpSpPr>
              <p:nvPr/>
            </p:nvGrpSpPr>
            <p:grpSpPr bwMode="auto">
              <a:xfrm>
                <a:off x="4294" y="3408"/>
                <a:ext cx="315" cy="330"/>
                <a:chOff x="1287" y="1865"/>
                <a:chExt cx="315" cy="330"/>
              </a:xfrm>
            </p:grpSpPr>
            <p:sp>
              <p:nvSpPr>
                <p:cNvPr id="10321" name="Rectangle 49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322" name="Text Box 50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 </a:t>
                  </a:r>
                </a:p>
              </p:txBody>
            </p:sp>
          </p:grpSp>
          <p:grpSp>
            <p:nvGrpSpPr>
              <p:cNvPr id="10310" name="Group 501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312" name="Group 502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19" name="Rectangle 50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20" name="Text Box 50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313" name="Group 505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17" name="Rectangle 506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18" name="Text Box 5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73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 </a:t>
                    </a:r>
                  </a:p>
                </p:txBody>
              </p:sp>
            </p:grpSp>
            <p:grpSp>
              <p:nvGrpSpPr>
                <p:cNvPr id="10314" name="Group 508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315" name="Rectangle 509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16" name="Text Box 5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</p:grpSp>
          <p:sp>
            <p:nvSpPr>
              <p:cNvPr id="10311" name="Text Box 511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</p:grpSp>
      <p:grpSp>
        <p:nvGrpSpPr>
          <p:cNvPr id="231" name="Group 229"/>
          <p:cNvGrpSpPr>
            <a:grpSpLocks/>
          </p:cNvGrpSpPr>
          <p:nvPr/>
        </p:nvGrpSpPr>
        <p:grpSpPr bwMode="auto">
          <a:xfrm>
            <a:off x="7772401" y="2971801"/>
            <a:ext cx="1209675" cy="1376363"/>
            <a:chOff x="6248400" y="2971800"/>
            <a:chExt cx="1209675" cy="1376363"/>
          </a:xfrm>
        </p:grpSpPr>
        <p:grpSp>
          <p:nvGrpSpPr>
            <p:cNvPr id="10272" name="Group 217"/>
            <p:cNvGrpSpPr>
              <a:grpSpLocks/>
            </p:cNvGrpSpPr>
            <p:nvPr/>
          </p:nvGrpSpPr>
          <p:grpSpPr bwMode="auto">
            <a:xfrm>
              <a:off x="6248400" y="2971800"/>
              <a:ext cx="1209675" cy="1376363"/>
              <a:chOff x="3797" y="3132"/>
              <a:chExt cx="762" cy="867"/>
            </a:xfrm>
          </p:grpSpPr>
          <p:grpSp>
            <p:nvGrpSpPr>
              <p:cNvPr id="10274" name="Group 218"/>
              <p:cNvGrpSpPr>
                <a:grpSpLocks/>
              </p:cNvGrpSpPr>
              <p:nvPr/>
            </p:nvGrpSpPr>
            <p:grpSpPr bwMode="auto">
              <a:xfrm>
                <a:off x="3807" y="3147"/>
                <a:ext cx="752" cy="330"/>
                <a:chOff x="1282" y="2126"/>
                <a:chExt cx="752" cy="330"/>
              </a:xfrm>
            </p:grpSpPr>
            <p:grpSp>
              <p:nvGrpSpPr>
                <p:cNvPr id="10295" name="Group 219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02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03" name="Text Box 2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296" name="Group 222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46" cy="330"/>
                  <a:chOff x="1287" y="1865"/>
                  <a:chExt cx="246" cy="330"/>
                </a:xfrm>
              </p:grpSpPr>
              <p:sp>
                <p:nvSpPr>
                  <p:cNvPr id="10300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301" name="Text Box 2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116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endParaRPr lang="en-US" sz="2800"/>
                  </a:p>
                </p:txBody>
              </p:sp>
            </p:grpSp>
            <p:grpSp>
              <p:nvGrpSpPr>
                <p:cNvPr id="10297" name="Group 225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98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99" name="Text Box 2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2</a:t>
                    </a:r>
                  </a:p>
                </p:txBody>
              </p:sp>
            </p:grpSp>
          </p:grpSp>
          <p:grpSp>
            <p:nvGrpSpPr>
              <p:cNvPr id="10275" name="Group 228"/>
              <p:cNvGrpSpPr>
                <a:grpSpLocks/>
              </p:cNvGrpSpPr>
              <p:nvPr/>
            </p:nvGrpSpPr>
            <p:grpSpPr bwMode="auto">
              <a:xfrm>
                <a:off x="3802" y="3408"/>
                <a:ext cx="248" cy="330"/>
                <a:chOff x="1287" y="1865"/>
                <a:chExt cx="248" cy="330"/>
              </a:xfrm>
            </p:grpSpPr>
            <p:sp>
              <p:nvSpPr>
                <p:cNvPr id="10293" name="Rectangle 22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294" name="Text Box 23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1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 </a:t>
                  </a:r>
                </a:p>
              </p:txBody>
            </p:sp>
          </p:grpSp>
          <p:grpSp>
            <p:nvGrpSpPr>
              <p:cNvPr id="10276" name="Group 231"/>
              <p:cNvGrpSpPr>
                <a:grpSpLocks/>
              </p:cNvGrpSpPr>
              <p:nvPr/>
            </p:nvGrpSpPr>
            <p:grpSpPr bwMode="auto">
              <a:xfrm>
                <a:off x="4048" y="3408"/>
                <a:ext cx="260" cy="330"/>
                <a:chOff x="1287" y="1865"/>
                <a:chExt cx="260" cy="330"/>
              </a:xfrm>
            </p:grpSpPr>
            <p:sp>
              <p:nvSpPr>
                <p:cNvPr id="10291" name="Rectangle 23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292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0277" name="Group 234"/>
              <p:cNvGrpSpPr>
                <a:grpSpLocks/>
              </p:cNvGrpSpPr>
              <p:nvPr/>
            </p:nvGrpSpPr>
            <p:grpSpPr bwMode="auto">
              <a:xfrm>
                <a:off x="4294" y="3408"/>
                <a:ext cx="260" cy="330"/>
                <a:chOff x="1287" y="1865"/>
                <a:chExt cx="260" cy="330"/>
              </a:xfrm>
            </p:grpSpPr>
            <p:sp>
              <p:nvSpPr>
                <p:cNvPr id="10289" name="Rectangle 23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0290" name="Text Box 23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  <p:grpSp>
            <p:nvGrpSpPr>
              <p:cNvPr id="10278" name="Group 237"/>
              <p:cNvGrpSpPr>
                <a:grpSpLocks/>
              </p:cNvGrpSpPr>
              <p:nvPr/>
            </p:nvGrpSpPr>
            <p:grpSpPr bwMode="auto">
              <a:xfrm>
                <a:off x="3797" y="3669"/>
                <a:ext cx="752" cy="330"/>
                <a:chOff x="1282" y="2126"/>
                <a:chExt cx="752" cy="330"/>
              </a:xfrm>
            </p:grpSpPr>
            <p:grpSp>
              <p:nvGrpSpPr>
                <p:cNvPr id="10280" name="Group 238"/>
                <p:cNvGrpSpPr>
                  <a:grpSpLocks/>
                </p:cNvGrpSpPr>
                <p:nvPr/>
              </p:nvGrpSpPr>
              <p:grpSpPr bwMode="auto">
                <a:xfrm>
                  <a:off x="1282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87" name="Rectangle 239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88" name="Text Box 24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6</a:t>
                    </a:r>
                  </a:p>
                </p:txBody>
              </p:sp>
            </p:grpSp>
            <p:grpSp>
              <p:nvGrpSpPr>
                <p:cNvPr id="10281" name="Group 241"/>
                <p:cNvGrpSpPr>
                  <a:grpSpLocks/>
                </p:cNvGrpSpPr>
                <p:nvPr/>
              </p:nvGrpSpPr>
              <p:grpSpPr bwMode="auto">
                <a:xfrm>
                  <a:off x="1528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85" name="Rectangle 242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86" name="Text Box 24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7</a:t>
                    </a:r>
                  </a:p>
                </p:txBody>
              </p:sp>
            </p:grpSp>
            <p:grpSp>
              <p:nvGrpSpPr>
                <p:cNvPr id="10282" name="Group 244"/>
                <p:cNvGrpSpPr>
                  <a:grpSpLocks/>
                </p:cNvGrpSpPr>
                <p:nvPr/>
              </p:nvGrpSpPr>
              <p:grpSpPr bwMode="auto">
                <a:xfrm>
                  <a:off x="1774" y="2126"/>
                  <a:ext cx="260" cy="330"/>
                  <a:chOff x="1287" y="1865"/>
                  <a:chExt cx="260" cy="330"/>
                </a:xfrm>
              </p:grpSpPr>
              <p:sp>
                <p:nvSpPr>
                  <p:cNvPr id="10283" name="Rectangle 245"/>
                  <p:cNvSpPr>
                    <a:spLocks noChangeArrowheads="1"/>
                  </p:cNvSpPr>
                  <p:nvPr/>
                </p:nvSpPr>
                <p:spPr bwMode="auto">
                  <a:xfrm>
                    <a:off x="1287" y="1880"/>
                    <a:ext cx="246" cy="24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2800"/>
                  </a:p>
                </p:txBody>
              </p:sp>
              <p:sp>
                <p:nvSpPr>
                  <p:cNvPr id="10284" name="Text Box 2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6" y="1865"/>
                    <a:ext cx="231" cy="3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800"/>
                      <a:t>8</a:t>
                    </a:r>
                  </a:p>
                </p:txBody>
              </p:sp>
            </p:grpSp>
          </p:grpSp>
          <p:sp>
            <p:nvSpPr>
              <p:cNvPr id="10279" name="Text Box 247"/>
              <p:cNvSpPr txBox="1">
                <a:spLocks noChangeArrowheads="1"/>
              </p:cNvSpPr>
              <p:nvPr/>
            </p:nvSpPr>
            <p:spPr bwMode="auto">
              <a:xfrm>
                <a:off x="4072" y="3132"/>
                <a:ext cx="2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800"/>
                  <a:t>1</a:t>
                </a:r>
              </a:p>
            </p:txBody>
          </p:sp>
        </p:grpSp>
        <p:sp>
          <p:nvSpPr>
            <p:cNvPr id="10273" name="Text Box 233"/>
            <p:cNvSpPr txBox="1">
              <a:spLocks noChangeArrowheads="1"/>
            </p:cNvSpPr>
            <p:nvPr/>
          </p:nvSpPr>
          <p:spPr bwMode="auto">
            <a:xfrm>
              <a:off x="6299200" y="2992042"/>
              <a:ext cx="36420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 dirty="0"/>
                <a:t>3</a:t>
              </a:r>
            </a:p>
          </p:txBody>
        </p:sp>
      </p:grpSp>
      <p:sp>
        <p:nvSpPr>
          <p:cNvPr id="228" name="Text Box 207"/>
          <p:cNvSpPr txBox="1">
            <a:spLocks noChangeArrowheads="1"/>
          </p:cNvSpPr>
          <p:nvPr/>
        </p:nvSpPr>
        <p:spPr bwMode="auto">
          <a:xfrm>
            <a:off x="4912473" y="451168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9" name="Line 213"/>
          <p:cNvSpPr>
            <a:spLocks noChangeShapeType="1"/>
          </p:cNvSpPr>
          <p:nvPr/>
        </p:nvSpPr>
        <p:spPr bwMode="auto">
          <a:xfrm flipV="1">
            <a:off x="4252914" y="4935486"/>
            <a:ext cx="649286" cy="577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919" grpId="0" autoUpdateAnimBg="0"/>
      <p:bldP spid="1182920" grpId="0" autoUpdateAnimBg="0"/>
      <p:bldP spid="1182921" grpId="0" autoUpdateAnimBg="0"/>
      <p:bldP spid="1182922" grpId="0" autoUpdateAnimBg="0"/>
      <p:bldP spid="1182923" grpId="0" autoUpdateAnimBg="0"/>
      <p:bldP spid="1182924" grpId="0" autoUpdateAnimBg="0"/>
      <p:bldP spid="1182926" grpId="0" autoUpdateAnimBg="0"/>
      <p:bldP spid="1182927" grpId="0" autoUpdateAnimBg="0"/>
      <p:bldP spid="1182929" grpId="0" autoUpdateAnimBg="0"/>
      <p:bldP spid="1182931" grpId="0" animBg="1"/>
      <p:bldP spid="1182932" grpId="0" animBg="1"/>
      <p:bldP spid="1182933" grpId="0" animBg="1"/>
      <p:bldP spid="1182934" grpId="0" animBg="1"/>
      <p:bldP spid="228" grpId="0" autoUpdateAnimBg="0"/>
      <p:bldP spid="2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B6BF-0D47-3217-CFE5-A862E8C7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D090F7-6604-1C97-B396-E86936B5D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88" y="1328313"/>
            <a:ext cx="8822987" cy="53904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FD3A-574F-3540-B86F-CA3C9237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51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319" y="789915"/>
            <a:ext cx="3541762" cy="47105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48A7C-2FA3-45C5-949A-D8D55267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2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49057"/>
            <a:ext cx="9592995" cy="39654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5B13B3-FAE2-E51A-EFD6-4605122C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0D372B-A92E-4513-98F1-E0415813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3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71" y="714155"/>
            <a:ext cx="8168339" cy="52927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6062F-29DB-4C9D-99B1-8113C48B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82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B78D39-1417-4096-C0FB-8C8343B8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BC031-FD56-1991-61E6-EFDCB317F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447675"/>
            <a:ext cx="10944225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82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the maze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maze:</a:t>
            </a:r>
          </a:p>
          <a:p>
            <a:r>
              <a:rPr lang="en-US" dirty="0"/>
              <a:t>The problem is to get from the start node S to the goal node G, by moving horizontally and vertically and avoiding the black obstacles in the above maze.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785" y="3466823"/>
            <a:ext cx="4728214" cy="27101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8DDC-CE77-4D13-A32E-DB94EA24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1C7A61-E0F1-C030-F053-F83206DA3310}"/>
                  </a:ext>
                </a:extLst>
              </p14:cNvPr>
              <p14:cNvContentPartPr/>
              <p14:nvPr/>
            </p14:nvContentPartPr>
            <p14:xfrm>
              <a:off x="6587570" y="5761668"/>
              <a:ext cx="360" cy="17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1C7A61-E0F1-C030-F053-F83206DA33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1450" y="5755548"/>
                <a:ext cx="126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2EF6ED-5BF5-FBCE-0F93-6DFA11108917}"/>
                  </a:ext>
                </a:extLst>
              </p14:cNvPr>
              <p14:cNvContentPartPr/>
              <p14:nvPr/>
            </p14:nvContentPartPr>
            <p14:xfrm>
              <a:off x="6547970" y="5308428"/>
              <a:ext cx="97560" cy="161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2EF6ED-5BF5-FBCE-0F93-6DFA111089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1850" y="5302308"/>
                <a:ext cx="1098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0D246D-E6D0-8B65-E867-E78E7E0BD70B}"/>
                  </a:ext>
                </a:extLst>
              </p14:cNvPr>
              <p14:cNvContentPartPr/>
              <p14:nvPr/>
            </p14:nvContentPartPr>
            <p14:xfrm>
              <a:off x="6567770" y="4859148"/>
              <a:ext cx="68760" cy="202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0D246D-E6D0-8B65-E867-E78E7E0BD7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1650" y="4853028"/>
                <a:ext cx="810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5923DCB-9CD8-D3A3-3C12-6F31765E1501}"/>
                  </a:ext>
                </a:extLst>
              </p14:cNvPr>
              <p14:cNvContentPartPr/>
              <p14:nvPr/>
            </p14:nvContentPartPr>
            <p14:xfrm>
              <a:off x="6576770" y="4286748"/>
              <a:ext cx="92520" cy="274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5923DCB-9CD8-D3A3-3C12-6F31765E15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70650" y="4280628"/>
                <a:ext cx="104760" cy="2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693B228-7318-E1A9-CDCD-2DEAF1EABB34}"/>
              </a:ext>
            </a:extLst>
          </p:cNvPr>
          <p:cNvGrpSpPr/>
          <p:nvPr/>
        </p:nvGrpSpPr>
        <p:grpSpPr>
          <a:xfrm>
            <a:off x="6605570" y="3780948"/>
            <a:ext cx="119160" cy="229680"/>
            <a:chOff x="6605570" y="3780948"/>
            <a:chExt cx="11916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6FA742-D3C0-6F12-B9D8-3890A7E96F6E}"/>
                    </a:ext>
                  </a:extLst>
                </p14:cNvPr>
                <p14:cNvContentPartPr/>
                <p14:nvPr/>
              </p14:nvContentPartPr>
              <p14:xfrm>
                <a:off x="6605570" y="3824508"/>
                <a:ext cx="82440" cy="18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6FA742-D3C0-6F12-B9D8-3890A7E96F6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99450" y="3818388"/>
                  <a:ext cx="94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E1CAE14-FFBA-C014-762A-FE47E7515F5C}"/>
                    </a:ext>
                  </a:extLst>
                </p14:cNvPr>
                <p14:cNvContentPartPr/>
                <p14:nvPr/>
              </p14:nvContentPartPr>
              <p14:xfrm>
                <a:off x="6617090" y="3780948"/>
                <a:ext cx="107640" cy="54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E1CAE14-FFBA-C014-762A-FE47E7515F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10970" y="3774828"/>
                  <a:ext cx="1198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B817807-032D-0F5E-7946-75EC0AC50BAB}"/>
                  </a:ext>
                </a:extLst>
              </p14:cNvPr>
              <p14:cNvContentPartPr/>
              <p14:nvPr/>
            </p14:nvContentPartPr>
            <p14:xfrm>
              <a:off x="4187810" y="6194028"/>
              <a:ext cx="11160" cy="117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B817807-032D-0F5E-7946-75EC0AC50BA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81690" y="6187908"/>
                <a:ext cx="234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5C1B528-708D-17D8-D05F-6FC5DF9B8314}"/>
                  </a:ext>
                </a:extLst>
              </p14:cNvPr>
              <p14:cNvContentPartPr/>
              <p14:nvPr/>
            </p14:nvContentPartPr>
            <p14:xfrm>
              <a:off x="4640690" y="6232908"/>
              <a:ext cx="127080" cy="119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5C1B528-708D-17D8-D05F-6FC5DF9B83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34570" y="6226788"/>
                <a:ext cx="1393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20FE058-8B4D-31B5-B52A-66A4F38B9951}"/>
                  </a:ext>
                </a:extLst>
              </p14:cNvPr>
              <p14:cNvContentPartPr/>
              <p14:nvPr/>
            </p14:nvContentPartPr>
            <p14:xfrm>
              <a:off x="5216330" y="6172428"/>
              <a:ext cx="140760" cy="211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20FE058-8B4D-31B5-B52A-66A4F38B99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10210" y="6166308"/>
                <a:ext cx="1530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9AE709-4B79-5770-AB69-ADCB8099475A}"/>
                  </a:ext>
                </a:extLst>
              </p14:cNvPr>
              <p14:cNvContentPartPr/>
              <p14:nvPr/>
            </p14:nvContentPartPr>
            <p14:xfrm>
              <a:off x="5661650" y="6164868"/>
              <a:ext cx="132840" cy="265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9AE709-4B79-5770-AB69-ADCB8099475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655530" y="6158748"/>
                <a:ext cx="14508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78D4936-E9AE-E533-83D6-EDB2E0EAF068}"/>
              </a:ext>
            </a:extLst>
          </p:cNvPr>
          <p:cNvGrpSpPr/>
          <p:nvPr/>
        </p:nvGrpSpPr>
        <p:grpSpPr>
          <a:xfrm>
            <a:off x="6101930" y="6203748"/>
            <a:ext cx="180000" cy="211680"/>
            <a:chOff x="6101930" y="6203748"/>
            <a:chExt cx="180000" cy="21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584DE6-9825-F2DE-80F2-7317AA66417C}"/>
                    </a:ext>
                  </a:extLst>
                </p14:cNvPr>
                <p14:cNvContentPartPr/>
                <p14:nvPr/>
              </p14:nvContentPartPr>
              <p14:xfrm>
                <a:off x="6101930" y="6223908"/>
                <a:ext cx="128880" cy="19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584DE6-9825-F2DE-80F2-7317AA66417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95810" y="6217788"/>
                  <a:ext cx="141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1BFD4F1-53CF-F690-5972-247F6FE266B0}"/>
                    </a:ext>
                  </a:extLst>
                </p14:cNvPr>
                <p14:cNvContentPartPr/>
                <p14:nvPr/>
              </p14:nvContentPartPr>
              <p14:xfrm>
                <a:off x="6135050" y="6203748"/>
                <a:ext cx="14688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1BFD4F1-53CF-F690-5972-247F6FE266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28930" y="6197628"/>
                  <a:ext cx="15912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6122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32" y="834667"/>
            <a:ext cx="5124086" cy="4944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FFB9D-6D6C-4B8E-8D57-7AAC3A55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DF937F-89B9-F20B-B927-236726B5B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15" y="4236601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BE57F8-0AEC-639A-5FD9-6B20B3ED00F1}"/>
                  </a:ext>
                </a:extLst>
              </p14:cNvPr>
              <p14:cNvContentPartPr/>
              <p14:nvPr/>
            </p14:nvContentPartPr>
            <p14:xfrm>
              <a:off x="9627050" y="5653668"/>
              <a:ext cx="111600" cy="196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BE57F8-0AEC-639A-5FD9-6B20B3ED00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20930" y="5647548"/>
                <a:ext cx="1238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6F7FEC0-9698-A7E5-AFF3-61D823BF0433}"/>
                  </a:ext>
                </a:extLst>
              </p14:cNvPr>
              <p14:cNvContentPartPr/>
              <p14:nvPr/>
            </p14:nvContentPartPr>
            <p14:xfrm>
              <a:off x="9325010" y="5928708"/>
              <a:ext cx="261720" cy="84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6F7FEC0-9698-A7E5-AFF3-61D823BF04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18890" y="5922588"/>
                <a:ext cx="2739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65942AB-EDEF-BCF2-4AD6-A1E13E0E42CA}"/>
                  </a:ext>
                </a:extLst>
              </p14:cNvPr>
              <p14:cNvContentPartPr/>
              <p14:nvPr/>
            </p14:nvContentPartPr>
            <p14:xfrm>
              <a:off x="7697810" y="147468"/>
              <a:ext cx="138600" cy="254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65942AB-EDEF-BCF2-4AD6-A1E13E0E42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91690" y="141348"/>
                <a:ext cx="15084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9CCB238E-4E4A-49D7-AEC9-3CC0CFC952F3}"/>
              </a:ext>
            </a:extLst>
          </p:cNvPr>
          <p:cNvGrpSpPr/>
          <p:nvPr/>
        </p:nvGrpSpPr>
        <p:grpSpPr>
          <a:xfrm>
            <a:off x="3674090" y="-226212"/>
            <a:ext cx="6800040" cy="1418040"/>
            <a:chOff x="3674090" y="-226212"/>
            <a:chExt cx="6800040" cy="141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44AC195-686A-D26E-2C5C-49575E9DA2F6}"/>
                    </a:ext>
                  </a:extLst>
                </p14:cNvPr>
                <p14:cNvContentPartPr/>
                <p14:nvPr/>
              </p14:nvContentPartPr>
              <p14:xfrm>
                <a:off x="6764330" y="186348"/>
                <a:ext cx="170640" cy="235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44AC195-686A-D26E-2C5C-49575E9DA2F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8210" y="180228"/>
                  <a:ext cx="182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CCBAAB-8169-D5D9-042E-221FE0297194}"/>
                    </a:ext>
                  </a:extLst>
                </p14:cNvPr>
                <p14:cNvContentPartPr/>
                <p14:nvPr/>
              </p14:nvContentPartPr>
              <p14:xfrm>
                <a:off x="7069250" y="264828"/>
                <a:ext cx="137160" cy="20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CCBAAB-8169-D5D9-042E-221FE02971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63130" y="258708"/>
                  <a:ext cx="149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576B2F-7074-575D-B5E3-698AD4CCF5AB}"/>
                    </a:ext>
                  </a:extLst>
                </p14:cNvPr>
                <p14:cNvContentPartPr/>
                <p14:nvPr/>
              </p14:nvContentPartPr>
              <p14:xfrm>
                <a:off x="7118210" y="359508"/>
                <a:ext cx="73440" cy="4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576B2F-7074-575D-B5E3-698AD4CCF5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12090" y="353388"/>
                  <a:ext cx="85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23F1748-63A2-4953-5458-16BEB0A217B2}"/>
                    </a:ext>
                  </a:extLst>
                </p14:cNvPr>
                <p14:cNvContentPartPr/>
                <p14:nvPr/>
              </p14:nvContentPartPr>
              <p14:xfrm>
                <a:off x="7423130" y="176628"/>
                <a:ext cx="360" cy="215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23F1748-63A2-4953-5458-16BEB0A217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17010" y="170508"/>
                  <a:ext cx="12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6F58D0-2643-6784-3AC0-72F0F4E2DA89}"/>
                    </a:ext>
                  </a:extLst>
                </p14:cNvPr>
                <p14:cNvContentPartPr/>
                <p14:nvPr/>
              </p14:nvContentPartPr>
              <p14:xfrm>
                <a:off x="7550930" y="294708"/>
                <a:ext cx="31680" cy="196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6F58D0-2643-6784-3AC0-72F0F4E2DA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44810" y="288588"/>
                  <a:ext cx="439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DF252E-13F5-6300-E691-C4A5ACD390C5}"/>
                    </a:ext>
                  </a:extLst>
                </p14:cNvPr>
                <p14:cNvContentPartPr/>
                <p14:nvPr/>
              </p14:nvContentPartPr>
              <p14:xfrm>
                <a:off x="7019930" y="668748"/>
                <a:ext cx="147240" cy="197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DF252E-13F5-6300-E691-C4A5ACD390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13810" y="662628"/>
                  <a:ext cx="159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33F417-3567-3000-155D-588D349DDEC3}"/>
                    </a:ext>
                  </a:extLst>
                </p14:cNvPr>
                <p14:cNvContentPartPr/>
                <p14:nvPr/>
              </p14:nvContentPartPr>
              <p14:xfrm>
                <a:off x="7039730" y="638148"/>
                <a:ext cx="97200" cy="20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33F417-3567-3000-155D-588D349DDE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33610" y="632028"/>
                  <a:ext cx="109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2DCF8A-FAB6-0BF8-7097-C21C4271A491}"/>
                    </a:ext>
                  </a:extLst>
                </p14:cNvPr>
                <p14:cNvContentPartPr/>
                <p14:nvPr/>
              </p14:nvContentPartPr>
              <p14:xfrm>
                <a:off x="6912290" y="688188"/>
                <a:ext cx="20160" cy="362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2DCF8A-FAB6-0BF8-7097-C21C4271A4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06170" y="682068"/>
                  <a:ext cx="324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374293-FE77-C4DD-B8CD-22B61ABAB7E1}"/>
                    </a:ext>
                  </a:extLst>
                </p14:cNvPr>
                <p14:cNvContentPartPr/>
                <p14:nvPr/>
              </p14:nvContentPartPr>
              <p14:xfrm>
                <a:off x="7314770" y="737508"/>
                <a:ext cx="11772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374293-FE77-C4DD-B8CD-22B61ABAB7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08650" y="731388"/>
                  <a:ext cx="129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63FD670-F78F-2DC3-47C3-84058AB277F7}"/>
                    </a:ext>
                  </a:extLst>
                </p14:cNvPr>
                <p14:cNvContentPartPr/>
                <p14:nvPr/>
              </p14:nvContentPartPr>
              <p14:xfrm>
                <a:off x="7521410" y="638868"/>
                <a:ext cx="31320" cy="166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63FD670-F78F-2DC3-47C3-84058AB277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15290" y="632748"/>
                  <a:ext cx="43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3B441E-1357-BCB8-04C4-CF7639DAE72B}"/>
                    </a:ext>
                  </a:extLst>
                </p14:cNvPr>
                <p14:cNvContentPartPr/>
                <p14:nvPr/>
              </p14:nvContentPartPr>
              <p14:xfrm>
                <a:off x="7620050" y="589548"/>
                <a:ext cx="119160" cy="28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3B441E-1357-BCB8-04C4-CF7639DAE7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13930" y="583428"/>
                  <a:ext cx="1314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697B9A7-C80A-13BD-7C25-0F41DA22BE66}"/>
                    </a:ext>
                  </a:extLst>
                </p14:cNvPr>
                <p14:cNvContentPartPr/>
                <p14:nvPr/>
              </p14:nvContentPartPr>
              <p14:xfrm>
                <a:off x="7806890" y="647868"/>
                <a:ext cx="154080" cy="124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697B9A7-C80A-13BD-7C25-0F41DA22BE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00770" y="641748"/>
                  <a:ext cx="166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D4F046-174D-FA1A-CBFA-81387302E531}"/>
                    </a:ext>
                  </a:extLst>
                </p14:cNvPr>
                <p14:cNvContentPartPr/>
                <p14:nvPr/>
              </p14:nvContentPartPr>
              <p14:xfrm>
                <a:off x="8130890" y="462108"/>
                <a:ext cx="90000" cy="333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D4F046-174D-FA1A-CBFA-81387302E5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24770" y="455988"/>
                  <a:ext cx="1022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2FE763-DFBC-AF7B-83C2-2E1574A17BE5}"/>
                    </a:ext>
                  </a:extLst>
                </p14:cNvPr>
                <p14:cNvContentPartPr/>
                <p14:nvPr/>
              </p14:nvContentPartPr>
              <p14:xfrm>
                <a:off x="8278850" y="560388"/>
                <a:ext cx="4320" cy="142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2FE763-DFBC-AF7B-83C2-2E1574A17B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72730" y="554268"/>
                  <a:ext cx="16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8D65CA-1F3F-BA52-FD98-889989639F56}"/>
                    </a:ext>
                  </a:extLst>
                </p14:cNvPr>
                <p14:cNvContentPartPr/>
                <p14:nvPr/>
              </p14:nvContentPartPr>
              <p14:xfrm>
                <a:off x="8396570" y="589908"/>
                <a:ext cx="97560" cy="29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8D65CA-1F3F-BA52-FD98-889989639F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90450" y="583788"/>
                  <a:ext cx="109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E11FAE-4DCB-D004-697B-7D0532268829}"/>
                    </a:ext>
                  </a:extLst>
                </p14:cNvPr>
                <p14:cNvContentPartPr/>
                <p14:nvPr/>
              </p14:nvContentPartPr>
              <p14:xfrm>
                <a:off x="8572970" y="393348"/>
                <a:ext cx="168480" cy="225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E11FAE-4DCB-D004-697B-7D05322688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66850" y="387228"/>
                  <a:ext cx="180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BCB6E9-9CA7-6CAB-D411-559357C5687B}"/>
                    </a:ext>
                  </a:extLst>
                </p14:cNvPr>
                <p14:cNvContentPartPr/>
                <p14:nvPr/>
              </p14:nvContentPartPr>
              <p14:xfrm>
                <a:off x="8839010" y="324588"/>
                <a:ext cx="63720" cy="369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BCB6E9-9CA7-6CAB-D411-559357C568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32890" y="318468"/>
                  <a:ext cx="759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E737909-83BE-9FDA-0B6D-783DEE742C7F}"/>
                    </a:ext>
                  </a:extLst>
                </p14:cNvPr>
                <p14:cNvContentPartPr/>
                <p14:nvPr/>
              </p14:nvContentPartPr>
              <p14:xfrm>
                <a:off x="9173450" y="471108"/>
                <a:ext cx="176040" cy="40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E737909-83BE-9FDA-0B6D-783DEE742C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67330" y="464988"/>
                  <a:ext cx="188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BE46A37-B8A7-4F08-4369-0BFE7B4E5B4F}"/>
                    </a:ext>
                  </a:extLst>
                </p14:cNvPr>
                <p14:cNvContentPartPr/>
                <p14:nvPr/>
              </p14:nvContentPartPr>
              <p14:xfrm>
                <a:off x="9192890" y="569748"/>
                <a:ext cx="215640" cy="20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BE46A37-B8A7-4F08-4369-0BFE7B4E5B4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186770" y="563628"/>
                  <a:ext cx="227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4B42BB-B314-BC54-0F5A-DE783D5F5F12}"/>
                    </a:ext>
                  </a:extLst>
                </p14:cNvPr>
                <p14:cNvContentPartPr/>
                <p14:nvPr/>
              </p14:nvContentPartPr>
              <p14:xfrm>
                <a:off x="9360290" y="411348"/>
                <a:ext cx="178200" cy="30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4B42BB-B314-BC54-0F5A-DE783D5F5F1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54170" y="405228"/>
                  <a:ext cx="1904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62192AE-7ACC-8FE7-49AC-5F29C59B8DCF}"/>
                    </a:ext>
                  </a:extLst>
                </p14:cNvPr>
                <p14:cNvContentPartPr/>
                <p14:nvPr/>
              </p14:nvContentPartPr>
              <p14:xfrm>
                <a:off x="9863570" y="304428"/>
                <a:ext cx="127080" cy="343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62192AE-7ACC-8FE7-49AC-5F29C59B8DC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57450" y="298308"/>
                  <a:ext cx="1393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0A72510-5DA0-9019-B8D1-35B57ACC1D9C}"/>
                    </a:ext>
                  </a:extLst>
                </p14:cNvPr>
                <p14:cNvContentPartPr/>
                <p14:nvPr/>
              </p14:nvContentPartPr>
              <p14:xfrm>
                <a:off x="10009010" y="527628"/>
                <a:ext cx="209880" cy="159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0A72510-5DA0-9019-B8D1-35B57ACC1D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02890" y="521508"/>
                  <a:ext cx="2221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93FDF8-36ED-FE05-93BD-4DC312807416}"/>
                    </a:ext>
                  </a:extLst>
                </p14:cNvPr>
                <p14:cNvContentPartPr/>
                <p14:nvPr/>
              </p14:nvContentPartPr>
              <p14:xfrm>
                <a:off x="10274690" y="372108"/>
                <a:ext cx="199440" cy="31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93FDF8-36ED-FE05-93BD-4DC3128074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68570" y="365988"/>
                  <a:ext cx="2116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C36899D-8199-ECB4-AFE8-EEBBD1C44D19}"/>
                    </a:ext>
                  </a:extLst>
                </p14:cNvPr>
                <p14:cNvContentPartPr/>
                <p14:nvPr/>
              </p14:nvContentPartPr>
              <p14:xfrm>
                <a:off x="3674090" y="-226212"/>
                <a:ext cx="6443640" cy="1418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C36899D-8199-ECB4-AFE8-EEBBD1C44D1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67970" y="-232332"/>
                  <a:ext cx="6455880" cy="143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792A7C4-6F71-9937-2A5F-2BC279BD3CA0}"/>
                  </a:ext>
                </a:extLst>
              </p14:cNvPr>
              <p14:cNvContentPartPr/>
              <p14:nvPr/>
            </p14:nvContentPartPr>
            <p14:xfrm>
              <a:off x="-1464910" y="1759932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792A7C4-6F71-9937-2A5F-2BC279BD3CA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-1471030" y="175381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4FF1E3-3E30-FA5F-4F92-5CFD7585C5CF}"/>
                  </a:ext>
                </a:extLst>
              </p14:cNvPr>
              <p14:cNvContentPartPr/>
              <p14:nvPr/>
            </p14:nvContentPartPr>
            <p14:xfrm>
              <a:off x="13440530" y="173041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4FF1E3-3E30-FA5F-4F92-5CFD7585C5C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434410" y="17242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6B16B2-5A1E-AC3F-27F7-6A15D0389590}"/>
                  </a:ext>
                </a:extLst>
              </p14:cNvPr>
              <p14:cNvContentPartPr/>
              <p14:nvPr/>
            </p14:nvContentPartPr>
            <p14:xfrm>
              <a:off x="13037330" y="173041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6B16B2-5A1E-AC3F-27F7-6A15D03895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031210" y="17242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0EA574D-2AE8-FAF1-9181-4BBC0033E2EA}"/>
                  </a:ext>
                </a:extLst>
              </p14:cNvPr>
              <p14:cNvContentPartPr/>
              <p14:nvPr/>
            </p14:nvContentPartPr>
            <p14:xfrm>
              <a:off x="13135610" y="49129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0EA574D-2AE8-FAF1-9181-4BBC0033E2E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129490" y="48517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C87B77B-4AD9-C987-89DD-8A06479F0D87}"/>
                  </a:ext>
                </a:extLst>
              </p14:cNvPr>
              <p14:cNvContentPartPr/>
              <p14:nvPr/>
            </p14:nvContentPartPr>
            <p14:xfrm>
              <a:off x="-737350" y="509281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C87B77B-4AD9-C987-89DD-8A06479F0D8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-743470" y="50866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144B3F-5008-7BA8-E49D-889ABEBE6199}"/>
                  </a:ext>
                </a:extLst>
              </p14:cNvPr>
              <p14:cNvContentPartPr/>
              <p14:nvPr/>
            </p14:nvContentPartPr>
            <p14:xfrm>
              <a:off x="7944410" y="4678092"/>
              <a:ext cx="433440" cy="416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144B3F-5008-7BA8-E49D-889ABEBE619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938290" y="4671972"/>
                <a:ext cx="44568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D839171-891E-8753-9261-633FC68613B3}"/>
                  </a:ext>
                </a:extLst>
              </p14:cNvPr>
              <p14:cNvContentPartPr/>
              <p14:nvPr/>
            </p14:nvContentPartPr>
            <p14:xfrm>
              <a:off x="3028250" y="14060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D839171-891E-8753-9261-633FC68613B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22130" y="139993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707AA4C-BEF3-F219-E0A7-1A6CD84609DE}"/>
                  </a:ext>
                </a:extLst>
              </p14:cNvPr>
              <p14:cNvContentPartPr/>
              <p14:nvPr/>
            </p14:nvContentPartPr>
            <p14:xfrm>
              <a:off x="2379530" y="2359692"/>
              <a:ext cx="244800" cy="10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707AA4C-BEF3-F219-E0A7-1A6CD84609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73410" y="2353572"/>
                <a:ext cx="25704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FCCE7461-A77B-6E5E-11AD-3E2A98127639}"/>
              </a:ext>
            </a:extLst>
          </p:cNvPr>
          <p:cNvGrpSpPr/>
          <p:nvPr/>
        </p:nvGrpSpPr>
        <p:grpSpPr>
          <a:xfrm>
            <a:off x="196490" y="206172"/>
            <a:ext cx="997920" cy="626400"/>
            <a:chOff x="196490" y="206172"/>
            <a:chExt cx="997920" cy="62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49FC77-746D-1A96-F702-083CB15220F6}"/>
                    </a:ext>
                  </a:extLst>
                </p14:cNvPr>
                <p14:cNvContentPartPr/>
                <p14:nvPr/>
              </p14:nvContentPartPr>
              <p14:xfrm>
                <a:off x="383330" y="521172"/>
                <a:ext cx="192960" cy="160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49FC77-746D-1A96-F702-083CB15220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7210" y="515052"/>
                  <a:ext cx="205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B05DF4-38E1-CB87-9C78-FADECA61BBD3}"/>
                    </a:ext>
                  </a:extLst>
                </p14:cNvPr>
                <p14:cNvContentPartPr/>
                <p14:nvPr/>
              </p14:nvContentPartPr>
              <p14:xfrm>
                <a:off x="707690" y="486972"/>
                <a:ext cx="113760" cy="93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B05DF4-38E1-CB87-9C78-FADECA61BBD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1570" y="480852"/>
                  <a:ext cx="126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E5E1D0-9DA4-2BE2-6F3F-1A917BDCAB2D}"/>
                    </a:ext>
                  </a:extLst>
                </p14:cNvPr>
                <p14:cNvContentPartPr/>
                <p14:nvPr/>
              </p14:nvContentPartPr>
              <p14:xfrm>
                <a:off x="825410" y="324252"/>
                <a:ext cx="106560" cy="168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E5E1D0-9DA4-2BE2-6F3F-1A917BDCAB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19290" y="318132"/>
                  <a:ext cx="118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4DC5C5-E446-2D6F-9CE7-0C37247C204B}"/>
                    </a:ext>
                  </a:extLst>
                </p14:cNvPr>
                <p14:cNvContentPartPr/>
                <p14:nvPr/>
              </p14:nvContentPartPr>
              <p14:xfrm>
                <a:off x="914330" y="206172"/>
                <a:ext cx="280080" cy="328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4DC5C5-E446-2D6F-9CE7-0C37247C204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8210" y="200052"/>
                  <a:ext cx="2923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A48E42-834E-4B5A-1838-64394C18B506}"/>
                    </a:ext>
                  </a:extLst>
                </p14:cNvPr>
                <p14:cNvContentPartPr/>
                <p14:nvPr/>
              </p14:nvContentPartPr>
              <p14:xfrm>
                <a:off x="196490" y="521172"/>
                <a:ext cx="189720" cy="31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A48E42-834E-4B5A-1838-64394C18B5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0370" y="515052"/>
                  <a:ext cx="201960" cy="3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A56286C-A834-EC73-5654-E11B26F84D91}"/>
              </a:ext>
            </a:extLst>
          </p:cNvPr>
          <p:cNvGrpSpPr/>
          <p:nvPr/>
        </p:nvGrpSpPr>
        <p:grpSpPr>
          <a:xfrm>
            <a:off x="1270010" y="58932"/>
            <a:ext cx="1319040" cy="363960"/>
            <a:chOff x="1270010" y="58932"/>
            <a:chExt cx="13190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D2BB778-A2A8-A5E0-472D-4CF0E8B06823}"/>
                    </a:ext>
                  </a:extLst>
                </p14:cNvPr>
                <p14:cNvContentPartPr/>
                <p14:nvPr/>
              </p14:nvContentPartPr>
              <p14:xfrm>
                <a:off x="1270010" y="254052"/>
                <a:ext cx="170640" cy="126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2BB778-A2A8-A5E0-472D-4CF0E8B0682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63890" y="247932"/>
                  <a:ext cx="182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E18A7A-A283-6185-2A39-B31862FCB0E6}"/>
                    </a:ext>
                  </a:extLst>
                </p14:cNvPr>
                <p14:cNvContentPartPr/>
                <p14:nvPr/>
              </p14:nvContentPartPr>
              <p14:xfrm>
                <a:off x="1553330" y="108252"/>
                <a:ext cx="235080" cy="31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E18A7A-A283-6185-2A39-B31862FCB0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47210" y="102132"/>
                  <a:ext cx="2473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6F40828-DC2E-CC90-2083-0C73ADE549B1}"/>
                    </a:ext>
                  </a:extLst>
                </p14:cNvPr>
                <p14:cNvContentPartPr/>
                <p14:nvPr/>
              </p14:nvContentPartPr>
              <p14:xfrm>
                <a:off x="1779770" y="196452"/>
                <a:ext cx="55800" cy="10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F40828-DC2E-CC90-2083-0C73ADE549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73650" y="190332"/>
                  <a:ext cx="68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04C005D-08B0-BC83-B7BA-DA2D977662C8}"/>
                    </a:ext>
                  </a:extLst>
                </p14:cNvPr>
                <p14:cNvContentPartPr/>
                <p14:nvPr/>
              </p14:nvContentPartPr>
              <p14:xfrm>
                <a:off x="1936730" y="151812"/>
                <a:ext cx="93240" cy="64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4C005D-08B0-BC83-B7BA-DA2D977662C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30610" y="145692"/>
                  <a:ext cx="105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75A9E7-0585-76C6-05A3-D9D338D6559C}"/>
                    </a:ext>
                  </a:extLst>
                </p14:cNvPr>
                <p14:cNvContentPartPr/>
                <p14:nvPr/>
              </p14:nvContentPartPr>
              <p14:xfrm>
                <a:off x="2074610" y="78372"/>
                <a:ext cx="205560" cy="14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75A9E7-0585-76C6-05A3-D9D338D655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68490" y="72252"/>
                  <a:ext cx="217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E9A7BA-FB71-CEAD-2DAF-8561A653650F}"/>
                    </a:ext>
                  </a:extLst>
                </p14:cNvPr>
                <p14:cNvContentPartPr/>
                <p14:nvPr/>
              </p14:nvContentPartPr>
              <p14:xfrm>
                <a:off x="2300330" y="58932"/>
                <a:ext cx="288720" cy="222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E9A7BA-FB71-CEAD-2DAF-8561A65365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294210" y="52812"/>
                  <a:ext cx="30096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987CD6-38C9-94BA-3857-402710AE7FA5}"/>
              </a:ext>
            </a:extLst>
          </p:cNvPr>
          <p:cNvGrpSpPr/>
          <p:nvPr/>
        </p:nvGrpSpPr>
        <p:grpSpPr>
          <a:xfrm>
            <a:off x="697970" y="717012"/>
            <a:ext cx="651960" cy="459000"/>
            <a:chOff x="697970" y="717012"/>
            <a:chExt cx="65196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55DA1C6-DE6F-57D9-0475-DD49C7856F51}"/>
                    </a:ext>
                  </a:extLst>
                </p14:cNvPr>
                <p14:cNvContentPartPr/>
                <p14:nvPr/>
              </p14:nvContentPartPr>
              <p14:xfrm>
                <a:off x="697970" y="911772"/>
                <a:ext cx="200160" cy="264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55DA1C6-DE6F-57D9-0475-DD49C7856F5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1850" y="905652"/>
                  <a:ext cx="2124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F8001A1-8F65-FD9A-0B25-AAFA73135752}"/>
                    </a:ext>
                  </a:extLst>
                </p14:cNvPr>
                <p14:cNvContentPartPr/>
                <p14:nvPr/>
              </p14:nvContentPartPr>
              <p14:xfrm>
                <a:off x="1002530" y="893052"/>
                <a:ext cx="103320" cy="118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F8001A1-8F65-FD9A-0B25-AAFA731357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6410" y="886932"/>
                  <a:ext cx="115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73832E6-CD2A-E6B0-8AEF-80F4ECCBAA9D}"/>
                    </a:ext>
                  </a:extLst>
                </p14:cNvPr>
                <p14:cNvContentPartPr/>
                <p14:nvPr/>
              </p14:nvContentPartPr>
              <p14:xfrm>
                <a:off x="1140410" y="717012"/>
                <a:ext cx="209520" cy="255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73832E6-CD2A-E6B0-8AEF-80F4ECCBAA9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4290" y="710892"/>
                  <a:ext cx="22176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1AE5229-0382-C437-4422-D8BF197213E7}"/>
                  </a:ext>
                </a:extLst>
              </p14:cNvPr>
              <p14:cNvContentPartPr/>
              <p14:nvPr/>
            </p14:nvContentPartPr>
            <p14:xfrm>
              <a:off x="3175490" y="1409652"/>
              <a:ext cx="91440" cy="360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1AE5229-0382-C437-4422-D8BF197213E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169370" y="1403532"/>
                <a:ext cx="1036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5CD9BEF-CF3F-C748-8268-C2847C40E509}"/>
                  </a:ext>
                </a:extLst>
              </p14:cNvPr>
              <p14:cNvContentPartPr/>
              <p14:nvPr/>
            </p14:nvContentPartPr>
            <p14:xfrm>
              <a:off x="7757570" y="456012"/>
              <a:ext cx="91440" cy="6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5CD9BEF-CF3F-C748-8268-C2847C40E50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751450" y="449892"/>
                <a:ext cx="1036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4678A3A-387B-AE06-5E7D-5861B6FF38FE}"/>
                  </a:ext>
                </a:extLst>
              </p14:cNvPr>
              <p14:cNvContentPartPr/>
              <p14:nvPr/>
            </p14:nvContentPartPr>
            <p14:xfrm>
              <a:off x="2890370" y="1434852"/>
              <a:ext cx="77400" cy="104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4678A3A-387B-AE06-5E7D-5861B6FF38F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884250" y="1428732"/>
                <a:ext cx="8964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4872128-00E5-F286-31BE-A86AB6E3CF2B}"/>
                  </a:ext>
                </a:extLst>
              </p14:cNvPr>
              <p14:cNvContentPartPr/>
              <p14:nvPr/>
            </p14:nvContentPartPr>
            <p14:xfrm>
              <a:off x="7384250" y="462132"/>
              <a:ext cx="36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4872128-00E5-F286-31BE-A86AB6E3CF2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378130" y="456012"/>
                <a:ext cx="48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48446FB-5AAF-9D85-06AB-47B79BA2C9DF}"/>
                  </a:ext>
                </a:extLst>
              </p14:cNvPr>
              <p14:cNvContentPartPr/>
              <p14:nvPr/>
            </p14:nvContentPartPr>
            <p14:xfrm>
              <a:off x="1896770" y="2251332"/>
              <a:ext cx="10836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48446FB-5AAF-9D85-06AB-47B79BA2C9D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90650" y="2245212"/>
                <a:ext cx="120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4B1E44D-B179-85F6-2B3C-50B340C74E34}"/>
                  </a:ext>
                </a:extLst>
              </p14:cNvPr>
              <p14:cNvContentPartPr/>
              <p14:nvPr/>
            </p14:nvContentPartPr>
            <p14:xfrm>
              <a:off x="10854650" y="4425732"/>
              <a:ext cx="226800" cy="2106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4B1E44D-B179-85F6-2B3C-50B340C74E3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848530" y="4419612"/>
                <a:ext cx="2390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DE0A049-D77D-3244-04B6-8EF5F6FD2ED0}"/>
                  </a:ext>
                </a:extLst>
              </p14:cNvPr>
              <p14:cNvContentPartPr/>
              <p14:nvPr/>
            </p14:nvContentPartPr>
            <p14:xfrm>
              <a:off x="10372610" y="4925772"/>
              <a:ext cx="36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DE0A049-D77D-3244-04B6-8EF5F6FD2ED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366490" y="49196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9A1A3FF-5A1B-C557-E519-B8E9BE783745}"/>
                  </a:ext>
                </a:extLst>
              </p14:cNvPr>
              <p14:cNvContentPartPr/>
              <p14:nvPr/>
            </p14:nvContentPartPr>
            <p14:xfrm>
              <a:off x="4138490" y="1785492"/>
              <a:ext cx="295560" cy="124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9A1A3FF-5A1B-C557-E519-B8E9BE78374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132370" y="1779372"/>
                <a:ext cx="30780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BD5286C-3CAF-5BF8-8A57-92E508FCCE3B}"/>
                  </a:ext>
                </a:extLst>
              </p14:cNvPr>
              <p14:cNvContentPartPr/>
              <p14:nvPr/>
            </p14:nvContentPartPr>
            <p14:xfrm>
              <a:off x="4168730" y="2290932"/>
              <a:ext cx="15660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BD5286C-3CAF-5BF8-8A57-92E508FCCE3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162610" y="2284812"/>
                <a:ext cx="1688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EF2A7C6F-D36C-10DA-A665-32F1FE2EC628}"/>
              </a:ext>
            </a:extLst>
          </p:cNvPr>
          <p:cNvGrpSpPr/>
          <p:nvPr/>
        </p:nvGrpSpPr>
        <p:grpSpPr>
          <a:xfrm>
            <a:off x="9084530" y="3932532"/>
            <a:ext cx="316440" cy="303480"/>
            <a:chOff x="9084530" y="3932532"/>
            <a:chExt cx="31644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37B9023-8E89-7BD1-5BDC-62E480990ED0}"/>
                    </a:ext>
                  </a:extLst>
                </p14:cNvPr>
                <p14:cNvContentPartPr/>
                <p14:nvPr/>
              </p14:nvContentPartPr>
              <p14:xfrm>
                <a:off x="9084530" y="4157532"/>
                <a:ext cx="66240" cy="51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37B9023-8E89-7BD1-5BDC-62E480990ED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78410" y="4151412"/>
                  <a:ext cx="78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75872BE-2FCB-BF29-B540-F66938195D52}"/>
                    </a:ext>
                  </a:extLst>
                </p14:cNvPr>
                <p14:cNvContentPartPr/>
                <p14:nvPr/>
              </p14:nvContentPartPr>
              <p14:xfrm>
                <a:off x="9310970" y="3962412"/>
                <a:ext cx="90000" cy="87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75872BE-2FCB-BF29-B540-F66938195D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04850" y="3956292"/>
                  <a:ext cx="102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0CA0DC6-27C8-D4BD-2462-FA2445879E9C}"/>
                    </a:ext>
                  </a:extLst>
                </p14:cNvPr>
                <p14:cNvContentPartPr/>
                <p14:nvPr/>
              </p14:nvContentPartPr>
              <p14:xfrm>
                <a:off x="9346250" y="3932532"/>
                <a:ext cx="53640" cy="162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0CA0DC6-27C8-D4BD-2462-FA2445879E9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40130" y="3926412"/>
                  <a:ext cx="65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7FFB1F-3C20-D6C6-9DC0-F3AD20B3BBC3}"/>
                    </a:ext>
                  </a:extLst>
                </p14:cNvPr>
                <p14:cNvContentPartPr/>
                <p14:nvPr/>
              </p14:nvContentPartPr>
              <p14:xfrm>
                <a:off x="9291530" y="4178772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7FFB1F-3C20-D6C6-9DC0-F3AD20B3BB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85410" y="41726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170B210-DC4F-3B02-7FF9-6E2E4423971B}"/>
                    </a:ext>
                  </a:extLst>
                </p14:cNvPr>
                <p14:cNvContentPartPr/>
                <p14:nvPr/>
              </p14:nvContentPartPr>
              <p14:xfrm>
                <a:off x="9389810" y="4168692"/>
                <a:ext cx="360" cy="6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170B210-DC4F-3B02-7FF9-6E2E4423971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83690" y="4162572"/>
                  <a:ext cx="1260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D8D697C-BCDA-57F8-DAEA-1B4A3D9089D3}"/>
                  </a:ext>
                </a:extLst>
              </p14:cNvPr>
              <p14:cNvContentPartPr/>
              <p14:nvPr/>
            </p14:nvContentPartPr>
            <p14:xfrm>
              <a:off x="9940250" y="4148892"/>
              <a:ext cx="78120" cy="99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D8D697C-BCDA-57F8-DAEA-1B4A3D9089D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934130" y="4142772"/>
                <a:ext cx="9036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4D79FCEB-7DD4-8A2D-EB08-C226CA657200}"/>
              </a:ext>
            </a:extLst>
          </p:cNvPr>
          <p:cNvGrpSpPr/>
          <p:nvPr/>
        </p:nvGrpSpPr>
        <p:grpSpPr>
          <a:xfrm>
            <a:off x="10156610" y="3942612"/>
            <a:ext cx="128160" cy="312840"/>
            <a:chOff x="10156610" y="3942612"/>
            <a:chExt cx="1281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AA84596-78D7-7BEF-DFFA-61040246D37C}"/>
                    </a:ext>
                  </a:extLst>
                </p14:cNvPr>
                <p14:cNvContentPartPr/>
                <p14:nvPr/>
              </p14:nvContentPartPr>
              <p14:xfrm>
                <a:off x="10156610" y="3942612"/>
                <a:ext cx="108720" cy="290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AA84596-78D7-7BEF-DFFA-61040246D37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50490" y="3936492"/>
                  <a:ext cx="120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DB7788-673D-AA50-3CA4-DEEA0BCF43A6}"/>
                    </a:ext>
                  </a:extLst>
                </p14:cNvPr>
                <p14:cNvContentPartPr/>
                <p14:nvPr/>
              </p14:nvContentPartPr>
              <p14:xfrm>
                <a:off x="10284410" y="4188492"/>
                <a:ext cx="360" cy="66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DB7788-673D-AA50-3CA4-DEEA0BCF43A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78290" y="4182372"/>
                  <a:ext cx="1260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006A244-FBA6-35D8-F4F3-A16F05845BDB}"/>
                  </a:ext>
                </a:extLst>
              </p14:cNvPr>
              <p14:cNvContentPartPr/>
              <p14:nvPr/>
            </p14:nvContentPartPr>
            <p14:xfrm>
              <a:off x="11424890" y="3831372"/>
              <a:ext cx="68040" cy="108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006A244-FBA6-35D8-F4F3-A16F05845BDB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1418770" y="3825252"/>
                <a:ext cx="8028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8F2AA3CA-871A-F5FA-5B0D-D997EBDBF27E}"/>
              </a:ext>
            </a:extLst>
          </p:cNvPr>
          <p:cNvGrpSpPr/>
          <p:nvPr/>
        </p:nvGrpSpPr>
        <p:grpSpPr>
          <a:xfrm>
            <a:off x="8441210" y="3972132"/>
            <a:ext cx="162000" cy="284040"/>
            <a:chOff x="8441210" y="3972132"/>
            <a:chExt cx="1620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7D16222-FEB7-CDE6-591A-DB7A766C81EC}"/>
                    </a:ext>
                  </a:extLst>
                </p14:cNvPr>
                <p14:cNvContentPartPr/>
                <p14:nvPr/>
              </p14:nvContentPartPr>
              <p14:xfrm>
                <a:off x="8441210" y="3972132"/>
                <a:ext cx="94320" cy="235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7D16222-FEB7-CDE6-591A-DB7A766C81E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35090" y="3966012"/>
                  <a:ext cx="106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9CDCADD-1626-09CA-5C32-871A9E7D690D}"/>
                    </a:ext>
                  </a:extLst>
                </p14:cNvPr>
                <p14:cNvContentPartPr/>
                <p14:nvPr/>
              </p14:nvContentPartPr>
              <p14:xfrm>
                <a:off x="8602850" y="4178772"/>
                <a:ext cx="360" cy="7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9CDCADD-1626-09CA-5C32-871A9E7D690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96730" y="4172652"/>
                  <a:ext cx="1260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860D00C-A87D-72DB-C8D8-4ABB7FA46582}"/>
              </a:ext>
            </a:extLst>
          </p:cNvPr>
          <p:cNvGrpSpPr/>
          <p:nvPr/>
        </p:nvGrpSpPr>
        <p:grpSpPr>
          <a:xfrm>
            <a:off x="7992290" y="3942612"/>
            <a:ext cx="378360" cy="336960"/>
            <a:chOff x="7992290" y="3942612"/>
            <a:chExt cx="3783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CA465F2-7725-AC45-F3F4-43A50E15393D}"/>
                    </a:ext>
                  </a:extLst>
                </p14:cNvPr>
                <p14:cNvContentPartPr/>
                <p14:nvPr/>
              </p14:nvContentPartPr>
              <p14:xfrm>
                <a:off x="7992290" y="4168692"/>
                <a:ext cx="137880" cy="109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CA465F2-7725-AC45-F3F4-43A50E15393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986170" y="4162572"/>
                  <a:ext cx="150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A62F991-DB0A-48A0-B425-D18AE3FD17CD}"/>
                    </a:ext>
                  </a:extLst>
                </p14:cNvPr>
                <p14:cNvContentPartPr/>
                <p14:nvPr/>
              </p14:nvContentPartPr>
              <p14:xfrm>
                <a:off x="8268050" y="3942612"/>
                <a:ext cx="79920" cy="138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A62F991-DB0A-48A0-B425-D18AE3FD17C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61930" y="3936492"/>
                  <a:ext cx="92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E758024-594F-1403-882E-16EFD3DB585F}"/>
                    </a:ext>
                  </a:extLst>
                </p14:cNvPr>
                <p14:cNvContentPartPr/>
                <p14:nvPr/>
              </p14:nvContentPartPr>
              <p14:xfrm>
                <a:off x="8269130" y="3952692"/>
                <a:ext cx="59040" cy="156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E758024-594F-1403-882E-16EFD3DB585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63010" y="3946572"/>
                  <a:ext cx="71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8EF34A6-8BF7-032F-B104-DEE3BED45DF4}"/>
                    </a:ext>
                  </a:extLst>
                </p14:cNvPr>
                <p14:cNvContentPartPr/>
                <p14:nvPr/>
              </p14:nvContentPartPr>
              <p14:xfrm>
                <a:off x="8288570" y="4172292"/>
                <a:ext cx="82080" cy="76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8EF34A6-8BF7-032F-B104-DEE3BED45DF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82450" y="4166172"/>
                  <a:ext cx="94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EEA04DA-841A-E6A2-FC00-2A9A700AF825}"/>
                    </a:ext>
                  </a:extLst>
                </p14:cNvPr>
                <p14:cNvContentPartPr/>
                <p14:nvPr/>
              </p14:nvContentPartPr>
              <p14:xfrm>
                <a:off x="8288210" y="4158612"/>
                <a:ext cx="70200" cy="120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EEA04DA-841A-E6A2-FC00-2A9A700AF82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282090" y="4152492"/>
                  <a:ext cx="8244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9C4B4B-41BB-8D36-7A8A-58707AF0DCAF}"/>
                  </a:ext>
                </a:extLst>
              </p14:cNvPr>
              <p14:cNvContentPartPr/>
              <p14:nvPr/>
            </p14:nvContentPartPr>
            <p14:xfrm>
              <a:off x="3568970" y="1484532"/>
              <a:ext cx="12708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9C4B4B-41BB-8D36-7A8A-58707AF0DCA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562850" y="1478412"/>
                <a:ext cx="139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F9052544-87C6-27E0-2D8B-3CD70D7224AF}"/>
              </a:ext>
            </a:extLst>
          </p:cNvPr>
          <p:cNvGrpSpPr/>
          <p:nvPr/>
        </p:nvGrpSpPr>
        <p:grpSpPr>
          <a:xfrm>
            <a:off x="6754610" y="2015532"/>
            <a:ext cx="460080" cy="353160"/>
            <a:chOff x="6754610" y="2015532"/>
            <a:chExt cx="46008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C75D81C-3288-7F36-E5F8-8217238EF14D}"/>
                    </a:ext>
                  </a:extLst>
                </p14:cNvPr>
                <p14:cNvContentPartPr/>
                <p14:nvPr/>
              </p14:nvContentPartPr>
              <p14:xfrm>
                <a:off x="6754610" y="2015532"/>
                <a:ext cx="158040" cy="235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C75D81C-3288-7F36-E5F8-8217238EF14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748490" y="2009412"/>
                  <a:ext cx="170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9D7624-1D30-3ACA-621E-FEE2850D5E01}"/>
                    </a:ext>
                  </a:extLst>
                </p14:cNvPr>
                <p14:cNvContentPartPr/>
                <p14:nvPr/>
              </p14:nvContentPartPr>
              <p14:xfrm>
                <a:off x="7039730" y="2144772"/>
                <a:ext cx="174960" cy="223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9D7624-1D30-3ACA-621E-FEE2850D5E0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33610" y="2138652"/>
                  <a:ext cx="18720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A67F476-5E97-C744-C79E-02CA201208DA}"/>
                  </a:ext>
                </a:extLst>
              </p14:cNvPr>
              <p14:cNvContentPartPr/>
              <p14:nvPr/>
            </p14:nvContentPartPr>
            <p14:xfrm>
              <a:off x="7325210" y="2013732"/>
              <a:ext cx="145800" cy="2494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A67F476-5E97-C744-C79E-02CA201208D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319090" y="2007612"/>
                <a:ext cx="1580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A7DC52A-4226-7921-5B70-070326994DFA}"/>
                  </a:ext>
                </a:extLst>
              </p14:cNvPr>
              <p14:cNvContentPartPr/>
              <p14:nvPr/>
            </p14:nvContentPartPr>
            <p14:xfrm>
              <a:off x="7078970" y="2477772"/>
              <a:ext cx="147960" cy="2268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A7DC52A-4226-7921-5B70-070326994DFA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072850" y="2471652"/>
                <a:ext cx="1602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F81B7E5-E1C9-434E-D573-A92324E23AE9}"/>
                  </a:ext>
                </a:extLst>
              </p14:cNvPr>
              <p14:cNvContentPartPr/>
              <p14:nvPr/>
            </p14:nvContentPartPr>
            <p14:xfrm>
              <a:off x="4031210" y="2280132"/>
              <a:ext cx="313920" cy="11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F81B7E5-E1C9-434E-D573-A92324E23AE9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025090" y="2274012"/>
                <a:ext cx="326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3C967EA-11F7-53AC-08D9-09EE5548273D}"/>
                  </a:ext>
                </a:extLst>
              </p14:cNvPr>
              <p14:cNvContentPartPr/>
              <p14:nvPr/>
            </p14:nvContentPartPr>
            <p14:xfrm>
              <a:off x="845570" y="1101492"/>
              <a:ext cx="500040" cy="788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3C967EA-11F7-53AC-08D9-09EE5548273D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839450" y="1095372"/>
                <a:ext cx="5122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7CADD83-A002-689E-CB8A-F7F60B74C674}"/>
                  </a:ext>
                </a:extLst>
              </p14:cNvPr>
              <p14:cNvContentPartPr/>
              <p14:nvPr/>
            </p14:nvContentPartPr>
            <p14:xfrm>
              <a:off x="9605810" y="5497452"/>
              <a:ext cx="138960" cy="128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7CADD83-A002-689E-CB8A-F7F60B74C67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9599690" y="5491332"/>
                <a:ext cx="1512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185BC4B-A3D3-3293-C6E5-C00346178633}"/>
                  </a:ext>
                </a:extLst>
              </p14:cNvPr>
              <p14:cNvContentPartPr/>
              <p14:nvPr/>
            </p14:nvContentPartPr>
            <p14:xfrm>
              <a:off x="12762290" y="3126492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185BC4B-A3D3-3293-C6E5-C0034617863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2756170" y="312037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6213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02632" y="281856"/>
            <a:ext cx="40233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If there is tie between N and another direction then priorities N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85" y="778396"/>
            <a:ext cx="5071880" cy="48413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A7DFCE-D2CF-4C96-AC47-2F0FB583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DCD7A-0323-57A8-F8D2-667F85ECC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879" y="4236601"/>
            <a:ext cx="3482642" cy="23395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B662D36-FA29-E514-86FC-1266DE8BEFCA}"/>
              </a:ext>
            </a:extLst>
          </p:cNvPr>
          <p:cNvGrpSpPr/>
          <p:nvPr/>
        </p:nvGrpSpPr>
        <p:grpSpPr>
          <a:xfrm>
            <a:off x="9804890" y="5486268"/>
            <a:ext cx="165960" cy="403560"/>
            <a:chOff x="9804890" y="5486268"/>
            <a:chExt cx="1659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767AC3-1B39-9F5D-F44E-B844BCAA1301}"/>
                    </a:ext>
                  </a:extLst>
                </p14:cNvPr>
                <p14:cNvContentPartPr/>
                <p14:nvPr/>
              </p14:nvContentPartPr>
              <p14:xfrm>
                <a:off x="9804890" y="5704068"/>
                <a:ext cx="81720" cy="185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767AC3-1B39-9F5D-F44E-B844BCAA13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98770" y="5697948"/>
                  <a:ext cx="93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183E309-E8B4-F4DE-DBF7-2FF88887AE3E}"/>
                    </a:ext>
                  </a:extLst>
                </p14:cNvPr>
                <p14:cNvContentPartPr/>
                <p14:nvPr/>
              </p14:nvContentPartPr>
              <p14:xfrm>
                <a:off x="9899210" y="5486268"/>
                <a:ext cx="71640" cy="213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183E309-E8B4-F4DE-DBF7-2FF88887AE3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93090" y="5480148"/>
                  <a:ext cx="8388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D47939-44A4-8018-D74A-150DF7CDAD5C}"/>
                  </a:ext>
                </a:extLst>
              </p14:cNvPr>
              <p14:cNvContentPartPr/>
              <p14:nvPr/>
            </p14:nvContentPartPr>
            <p14:xfrm>
              <a:off x="9623090" y="5566548"/>
              <a:ext cx="248760" cy="3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D47939-44A4-8018-D74A-150DF7CDAD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16970" y="5560428"/>
                <a:ext cx="261000" cy="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4616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9597" y="878701"/>
            <a:ext cx="40233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When there is a tie between N and W priorities 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83" y="1097280"/>
            <a:ext cx="4673921" cy="44971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6341B-006B-4ECA-A09C-0D750932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6C4968-1E27-AED6-6EDA-EC574F543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749" y="4521756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91CAFC-7A37-53C6-1C90-A79BFFE35D8A}"/>
                  </a:ext>
                </a:extLst>
              </p14:cNvPr>
              <p14:cNvContentPartPr/>
              <p14:nvPr/>
            </p14:nvContentPartPr>
            <p14:xfrm>
              <a:off x="9037285" y="5802452"/>
              <a:ext cx="97920" cy="176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91CAFC-7A37-53C6-1C90-A79BFFE35D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1165" y="5796332"/>
                <a:ext cx="1101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C32CFAB-03D7-9ED9-8F96-D3D8AD9EB8F7}"/>
                  </a:ext>
                </a:extLst>
              </p14:cNvPr>
              <p14:cNvContentPartPr/>
              <p14:nvPr/>
            </p14:nvContentPartPr>
            <p14:xfrm>
              <a:off x="9341442" y="5802365"/>
              <a:ext cx="201240" cy="136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C32CFAB-03D7-9ED9-8F96-D3D8AD9EB8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35322" y="5796229"/>
                <a:ext cx="213480" cy="149072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20BC3331-CDF4-B6C6-D402-895B99D454A1}"/>
              </a:ext>
            </a:extLst>
          </p:cNvPr>
          <p:cNvGrpSpPr/>
          <p:nvPr/>
        </p:nvGrpSpPr>
        <p:grpSpPr>
          <a:xfrm>
            <a:off x="6302090" y="403068"/>
            <a:ext cx="494640" cy="352800"/>
            <a:chOff x="6302090" y="403068"/>
            <a:chExt cx="49464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98AA52-C667-CFE1-115B-6D5D9E53B36B}"/>
                    </a:ext>
                  </a:extLst>
                </p14:cNvPr>
                <p14:cNvContentPartPr/>
                <p14:nvPr/>
              </p14:nvContentPartPr>
              <p14:xfrm>
                <a:off x="6302090" y="462108"/>
                <a:ext cx="60840" cy="138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98AA52-C667-CFE1-115B-6D5D9E53B3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95970" y="455988"/>
                  <a:ext cx="73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797A52-3A0B-1E21-77D3-A712DFDD73F8}"/>
                    </a:ext>
                  </a:extLst>
                </p14:cNvPr>
                <p14:cNvContentPartPr/>
                <p14:nvPr/>
              </p14:nvContentPartPr>
              <p14:xfrm>
                <a:off x="6449330" y="570108"/>
                <a:ext cx="69480" cy="185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797A52-3A0B-1E21-77D3-A712DFDD73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43210" y="563988"/>
                  <a:ext cx="81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8EE669-4EC0-71E2-9CA5-497074E8C1FA}"/>
                    </a:ext>
                  </a:extLst>
                </p14:cNvPr>
                <p14:cNvContentPartPr/>
                <p14:nvPr/>
              </p14:nvContentPartPr>
              <p14:xfrm>
                <a:off x="6577130" y="403068"/>
                <a:ext cx="219600" cy="312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8EE669-4EC0-71E2-9CA5-497074E8C1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1010" y="396948"/>
                  <a:ext cx="2318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D51DB7-8F92-E85E-45FC-BC658FC2AE35}"/>
              </a:ext>
            </a:extLst>
          </p:cNvPr>
          <p:cNvGrpSpPr/>
          <p:nvPr/>
        </p:nvGrpSpPr>
        <p:grpSpPr>
          <a:xfrm>
            <a:off x="6331970" y="1012548"/>
            <a:ext cx="257040" cy="510480"/>
            <a:chOff x="6331970" y="1012548"/>
            <a:chExt cx="25704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4AF5E0-2467-AB64-7350-4637919F363B}"/>
                    </a:ext>
                  </a:extLst>
                </p14:cNvPr>
                <p14:cNvContentPartPr/>
                <p14:nvPr/>
              </p14:nvContentPartPr>
              <p14:xfrm>
                <a:off x="6331970" y="1012548"/>
                <a:ext cx="157680" cy="412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4AF5E0-2467-AB64-7350-4637919F36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25850" y="1006428"/>
                  <a:ext cx="1699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0B66DB-2BBB-8430-71FB-844824983987}"/>
                    </a:ext>
                  </a:extLst>
                </p14:cNvPr>
                <p14:cNvContentPartPr/>
                <p14:nvPr/>
              </p14:nvContentPartPr>
              <p14:xfrm>
                <a:off x="6558050" y="1405668"/>
                <a:ext cx="30960" cy="117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0B66DB-2BBB-8430-71FB-8448249839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51930" y="1399548"/>
                  <a:ext cx="4320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FB26A75-6DC3-CC80-14FB-CADD3E193086}"/>
                  </a:ext>
                </a:extLst>
              </p14:cNvPr>
              <p14:cNvContentPartPr/>
              <p14:nvPr/>
            </p14:nvContentPartPr>
            <p14:xfrm>
              <a:off x="6764330" y="1120548"/>
              <a:ext cx="149400" cy="195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FB26A75-6DC3-CC80-14FB-CADD3E19308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58210" y="1114428"/>
                <a:ext cx="1616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957F01A-18F1-E9E7-C432-35A3307ED79A}"/>
                  </a:ext>
                </a:extLst>
              </p14:cNvPr>
              <p14:cNvContentPartPr/>
              <p14:nvPr/>
            </p14:nvContentPartPr>
            <p14:xfrm>
              <a:off x="6282650" y="2251308"/>
              <a:ext cx="130320" cy="312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957F01A-18F1-E9E7-C432-35A3307ED79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76530" y="2245188"/>
                <a:ext cx="142560" cy="32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2799658-27E4-3415-C598-B545002AC23A}"/>
              </a:ext>
            </a:extLst>
          </p:cNvPr>
          <p:cNvGrpSpPr/>
          <p:nvPr/>
        </p:nvGrpSpPr>
        <p:grpSpPr>
          <a:xfrm>
            <a:off x="6567770" y="2111988"/>
            <a:ext cx="569520" cy="345240"/>
            <a:chOff x="6567770" y="2111988"/>
            <a:chExt cx="5695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B2EC46-B351-E58D-89FF-A398D300825D}"/>
                    </a:ext>
                  </a:extLst>
                </p14:cNvPr>
                <p14:cNvContentPartPr/>
                <p14:nvPr/>
              </p14:nvContentPartPr>
              <p14:xfrm>
                <a:off x="6567770" y="2306028"/>
                <a:ext cx="181440" cy="151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B2EC46-B351-E58D-89FF-A398D30082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61650" y="2299908"/>
                  <a:ext cx="193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864BCC0-E177-7EE3-DAC3-B00C4E22916C}"/>
                    </a:ext>
                  </a:extLst>
                </p14:cNvPr>
                <p14:cNvContentPartPr/>
                <p14:nvPr/>
              </p14:nvContentPartPr>
              <p14:xfrm>
                <a:off x="6862970" y="2111988"/>
                <a:ext cx="274320" cy="173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864BCC0-E177-7EE3-DAC3-B00C4E2291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56850" y="2105868"/>
                  <a:ext cx="28656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323DF4C-9D5B-3370-517E-7AAEEDA51F03}"/>
                  </a:ext>
                </a:extLst>
              </p14:cNvPr>
              <p14:cNvContentPartPr/>
              <p14:nvPr/>
            </p14:nvContentPartPr>
            <p14:xfrm>
              <a:off x="3736370" y="3175788"/>
              <a:ext cx="19584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323DF4C-9D5B-3370-517E-7AAEEDA51F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30250" y="3169668"/>
                <a:ext cx="20808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8336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35" y="773422"/>
            <a:ext cx="5067816" cy="48623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C8392-FE8B-455A-9C64-F146A88F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538030-FCE2-072C-2173-44ADF51FD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15" y="4236601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647EEA-04B8-7CDC-7421-B15AC389B990}"/>
                  </a:ext>
                </a:extLst>
              </p14:cNvPr>
              <p14:cNvContentPartPr/>
              <p14:nvPr/>
            </p14:nvContentPartPr>
            <p14:xfrm>
              <a:off x="9261650" y="5476908"/>
              <a:ext cx="101520" cy="207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647EEA-04B8-7CDC-7421-B15AC389B9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55530" y="5470788"/>
                <a:ext cx="1137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318580-574C-DC40-E657-D8B64A2F503C}"/>
                  </a:ext>
                </a:extLst>
              </p14:cNvPr>
              <p14:cNvContentPartPr/>
              <p14:nvPr/>
            </p14:nvContentPartPr>
            <p14:xfrm>
              <a:off x="9191090" y="5751948"/>
              <a:ext cx="112680" cy="192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318580-574C-DC40-E657-D8B64A2F50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84970" y="5745828"/>
                <a:ext cx="1249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393990-D0F6-2D8D-167A-281D5D4D85B1}"/>
                  </a:ext>
                </a:extLst>
              </p14:cNvPr>
              <p14:cNvContentPartPr/>
              <p14:nvPr/>
            </p14:nvContentPartPr>
            <p14:xfrm>
              <a:off x="9326090" y="5191068"/>
              <a:ext cx="102960" cy="324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393990-D0F6-2D8D-167A-281D5D4D85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19970" y="5184948"/>
                <a:ext cx="11520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3C4644F-FFFC-FF1E-60E0-12E998F38AC3}"/>
                  </a:ext>
                </a:extLst>
              </p14:cNvPr>
              <p14:cNvContentPartPr/>
              <p14:nvPr/>
            </p14:nvContentPartPr>
            <p14:xfrm>
              <a:off x="2948330" y="3155988"/>
              <a:ext cx="159120" cy="21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3C4644F-FFFC-FF1E-60E0-12E998F38A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42210" y="3149868"/>
                <a:ext cx="1713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6E7002A-BBFE-336D-14AC-8F06EC984751}"/>
                  </a:ext>
                </a:extLst>
              </p14:cNvPr>
              <p14:cNvContentPartPr/>
              <p14:nvPr/>
            </p14:nvContentPartPr>
            <p14:xfrm>
              <a:off x="4680290" y="3794628"/>
              <a:ext cx="126720" cy="20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6E7002A-BBFE-336D-14AC-8F06EC9847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74170" y="3788508"/>
                <a:ext cx="138960" cy="3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9037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93" y="1070986"/>
            <a:ext cx="5180357" cy="49562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53560-9587-40B3-81DE-3FBEAE43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C6A20-5736-5ACB-32D0-133FA1826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15" y="4236601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E4E6BC-9ABE-D705-E8F9-E8BCDB35E37A}"/>
                  </a:ext>
                </a:extLst>
              </p14:cNvPr>
              <p14:cNvContentPartPr/>
              <p14:nvPr/>
            </p14:nvContentPartPr>
            <p14:xfrm>
              <a:off x="9181010" y="5171268"/>
              <a:ext cx="109440" cy="182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E4E6BC-9ABE-D705-E8F9-E8BCDB35E3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4890" y="5165148"/>
                <a:ext cx="121680" cy="1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3829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661" y="857829"/>
            <a:ext cx="5517981" cy="52942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0626E-1F3E-4815-ABF2-71261427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BE825-505B-61CC-F582-FC7A79582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15" y="4236601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695339-24B3-FA16-78EB-D3103F1D31C7}"/>
                  </a:ext>
                </a:extLst>
              </p14:cNvPr>
              <p14:cNvContentPartPr/>
              <p14:nvPr/>
            </p14:nvContentPartPr>
            <p14:xfrm>
              <a:off x="9280730" y="5153628"/>
              <a:ext cx="72000" cy="147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695339-24B3-FA16-78EB-D3103F1D31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74610" y="5147508"/>
                <a:ext cx="842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E77212D-EE03-D958-AF5B-DD4F48787516}"/>
                  </a:ext>
                </a:extLst>
              </p14:cNvPr>
              <p14:cNvContentPartPr/>
              <p14:nvPr/>
            </p14:nvContentPartPr>
            <p14:xfrm>
              <a:off x="8977610" y="5222748"/>
              <a:ext cx="196200" cy="72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E77212D-EE03-D958-AF5B-DD4F487875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1490" y="5216628"/>
                <a:ext cx="208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6F534DB-CAB8-64BC-6785-F80020053C9E}"/>
                  </a:ext>
                </a:extLst>
              </p14:cNvPr>
              <p14:cNvContentPartPr/>
              <p14:nvPr/>
            </p14:nvContentPartPr>
            <p14:xfrm>
              <a:off x="9313850" y="4836468"/>
              <a:ext cx="122040" cy="276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6F534DB-CAB8-64BC-6785-F80020053C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07730" y="4830348"/>
                <a:ext cx="1342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F22AF3C-8920-685E-5F1A-FC722B7152D8}"/>
                  </a:ext>
                </a:extLst>
              </p14:cNvPr>
              <p14:cNvContentPartPr/>
              <p14:nvPr/>
            </p14:nvContentPartPr>
            <p14:xfrm>
              <a:off x="12535850" y="396202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F22AF3C-8920-685E-5F1A-FC722B7152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29730" y="39559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76B1E7-E97C-DF27-462D-3CB20C7DE86B}"/>
                  </a:ext>
                </a:extLst>
              </p14:cNvPr>
              <p14:cNvContentPartPr/>
              <p14:nvPr/>
            </p14:nvContentPartPr>
            <p14:xfrm>
              <a:off x="5368250" y="4378548"/>
              <a:ext cx="436320" cy="26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76B1E7-E97C-DF27-462D-3CB20C7DE8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62130" y="4372428"/>
                <a:ext cx="448560" cy="2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4832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34" y="745287"/>
            <a:ext cx="5658658" cy="54292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BA884-EBEE-4994-AD2C-4235C25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2F071-4FA6-3E98-CEF3-5C2EA9CA8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15" y="4236601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5FBA17-47C6-0C02-D3B7-D822B4C1589C}"/>
                  </a:ext>
                </a:extLst>
              </p14:cNvPr>
              <p14:cNvContentPartPr/>
              <p14:nvPr/>
            </p14:nvContentPartPr>
            <p14:xfrm>
              <a:off x="9220610" y="4787508"/>
              <a:ext cx="102600" cy="19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5FBA17-47C6-0C02-D3B7-D822B4C158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14490" y="4781388"/>
                <a:ext cx="114840" cy="2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7050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40283" y="1097280"/>
            <a:ext cx="4023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the figures describing the steps of the algorithm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position will be denoted by a pair of numbers which are the horizontal and vertical coordinates (that is, for (x, y), x denotes the horizontal coordinate and y denotes the vertical coordinate).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Manhattan distance between the points (x, y) and (z, t) is given by d((x, y), (z, t)) = |x − z| + |y − t|.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548340"/>
            <a:ext cx="5672725" cy="54427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3AFFB-9301-46D5-874A-65CB9E85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98A86-E421-0EBF-AB99-0A6FD71AF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615" y="4236601"/>
            <a:ext cx="3482642" cy="233954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BDA999F-A27C-15F2-220A-27B2134FB51D}"/>
              </a:ext>
            </a:extLst>
          </p:cNvPr>
          <p:cNvGrpSpPr/>
          <p:nvPr/>
        </p:nvGrpSpPr>
        <p:grpSpPr>
          <a:xfrm>
            <a:off x="9008210" y="4769148"/>
            <a:ext cx="314280" cy="158760"/>
            <a:chOff x="9008210" y="4769148"/>
            <a:chExt cx="314280" cy="15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253D31-C27C-C259-77FD-8B77C621FC7A}"/>
                    </a:ext>
                  </a:extLst>
                </p14:cNvPr>
                <p14:cNvContentPartPr/>
                <p14:nvPr/>
              </p14:nvContentPartPr>
              <p14:xfrm>
                <a:off x="9250850" y="4769148"/>
                <a:ext cx="71640" cy="15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253D31-C27C-C259-77FD-8B77C621FC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44730" y="4763028"/>
                  <a:ext cx="83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3833D6-E453-EC98-1A35-24C2B2973D1A}"/>
                    </a:ext>
                  </a:extLst>
                </p14:cNvPr>
                <p14:cNvContentPartPr/>
                <p14:nvPr/>
              </p14:nvContentPartPr>
              <p14:xfrm>
                <a:off x="9008210" y="4819188"/>
                <a:ext cx="146160" cy="10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3833D6-E453-EC98-1A35-24C2B2973D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02090" y="4813068"/>
                  <a:ext cx="15840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64EE4E2-D326-92FC-F187-E361D7F52729}"/>
                  </a:ext>
                </a:extLst>
              </p14:cNvPr>
              <p14:cNvContentPartPr/>
              <p14:nvPr/>
            </p14:nvContentPartPr>
            <p14:xfrm>
              <a:off x="9429050" y="4796508"/>
              <a:ext cx="237960" cy="81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64EE4E2-D326-92FC-F187-E361D7F527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22930" y="4790388"/>
                <a:ext cx="2502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3BBCF62-08FF-246C-5AAA-F2061F41E3DA}"/>
                  </a:ext>
                </a:extLst>
              </p14:cNvPr>
              <p14:cNvContentPartPr/>
              <p14:nvPr/>
            </p14:nvContentPartPr>
            <p14:xfrm>
              <a:off x="12477170" y="410962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3BBCF62-08FF-246C-5AAA-F2061F41E3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471050" y="41035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C5E5F2-3EAD-397D-7B38-D3C1B8A8FA23}"/>
                  </a:ext>
                </a:extLst>
              </p14:cNvPr>
              <p14:cNvContentPartPr/>
              <p14:nvPr/>
            </p14:nvContentPartPr>
            <p14:xfrm>
              <a:off x="5503250" y="5218068"/>
              <a:ext cx="225360" cy="12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C5E5F2-3EAD-397D-7B38-D3C1B8A8FA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97130" y="5211948"/>
                <a:ext cx="2376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BCD454-6035-D7BE-8ABF-4CDBC8AEF9C4}"/>
                  </a:ext>
                </a:extLst>
              </p14:cNvPr>
              <p14:cNvContentPartPr/>
              <p14:nvPr/>
            </p14:nvContentPartPr>
            <p14:xfrm>
              <a:off x="3696770" y="4922868"/>
              <a:ext cx="183600" cy="190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BCD454-6035-D7BE-8ABF-4CDBC8AEF9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90650" y="4916748"/>
                <a:ext cx="195840" cy="2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7740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the maze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algorithm is stuck in (3,4) because all </a:t>
            </a:r>
            <a:r>
              <a:rPr lang="en-US" dirty="0" err="1"/>
              <a:t>neigbours</a:t>
            </a:r>
            <a:r>
              <a:rPr lang="en-US" dirty="0"/>
              <a:t> of (3,4) are worse than (3,4) (i.e., they have a higher Manhattan distance).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88946" y="1927274"/>
            <a:ext cx="4441862" cy="42496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4917F-672E-4848-BDF3-9EA0FEDE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56F86-9A4A-E8EA-450E-C7C96A005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982" y="4052118"/>
            <a:ext cx="3482642" cy="2339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316C6B2-E717-2EFC-68BE-F63F985414FA}"/>
                  </a:ext>
                </a:extLst>
              </p14:cNvPr>
              <p14:cNvContentPartPr/>
              <p14:nvPr/>
            </p14:nvContentPartPr>
            <p14:xfrm>
              <a:off x="2447210" y="4629108"/>
              <a:ext cx="119160" cy="17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316C6B2-E717-2EFC-68BE-F63F985414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1090" y="4622988"/>
                <a:ext cx="1314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03B818-7C2D-5D58-29FE-5D9CBDEA7146}"/>
                  </a:ext>
                </a:extLst>
              </p14:cNvPr>
              <p14:cNvContentPartPr/>
              <p14:nvPr/>
            </p14:nvContentPartPr>
            <p14:xfrm>
              <a:off x="2556290" y="4323108"/>
              <a:ext cx="60120" cy="209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03B818-7C2D-5D58-29FE-5D9CBDEA71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0170" y="4316988"/>
                <a:ext cx="7236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758E4F5-DA08-4EEF-E508-736DB659C8A5}"/>
              </a:ext>
            </a:extLst>
          </p:cNvPr>
          <p:cNvGrpSpPr/>
          <p:nvPr/>
        </p:nvGrpSpPr>
        <p:grpSpPr>
          <a:xfrm>
            <a:off x="2495450" y="4717308"/>
            <a:ext cx="324360" cy="336960"/>
            <a:chOff x="2495450" y="4717308"/>
            <a:chExt cx="3243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363D20-295A-E883-DEEE-5AA6513D2E63}"/>
                    </a:ext>
                  </a:extLst>
                </p14:cNvPr>
                <p14:cNvContentPartPr/>
                <p14:nvPr/>
              </p14:nvContentPartPr>
              <p14:xfrm>
                <a:off x="2644490" y="4717308"/>
                <a:ext cx="175320" cy="51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363D20-295A-E883-DEEE-5AA6513D2E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38370" y="4711188"/>
                  <a:ext cx="187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6DF09E-8B35-4EF2-42F8-57EC7DD449B9}"/>
                    </a:ext>
                  </a:extLst>
                </p14:cNvPr>
                <p14:cNvContentPartPr/>
                <p14:nvPr/>
              </p14:nvContentPartPr>
              <p14:xfrm>
                <a:off x="2495450" y="4837188"/>
                <a:ext cx="132480" cy="217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6DF09E-8B35-4EF2-42F8-57EC7DD449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9330" y="4831068"/>
                  <a:ext cx="144720" cy="22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88661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finding the minimum of a quadratic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defined on integer numbers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−20,20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Use the hill-climbing algorithm to find the function’s minimum value on this interval.</a:t>
                </a:r>
              </a:p>
              <a:p>
                <a:r>
                  <a:rPr lang="en-US" dirty="0"/>
                  <a:t>First define the search space, then the neighborhood. Try to find the minimum using starting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Then try using starting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A31E3F-D832-4462-BD6A-196EABD1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92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hill-climbing for finding the minimum of a quadratic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search space is the set {−20,−19, ...,−1, 0, 1, 2, ..., 19, 20}.</a:t>
                </a:r>
              </a:p>
              <a:p>
                <a:r>
                  <a:rPr lang="en-US" dirty="0"/>
                  <a:t>The neighborhood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−1,0,1</m:t>
                        </m:r>
                      </m:e>
                    </m:d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etc. In general for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neighborhood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f(0) = 5, f(−1) = 3, f(1) = 9, as we are looking for the minimum, hill climbing will select x = −1</a:t>
                </a:r>
              </a:p>
              <a:p>
                <a:pPr lvl="1"/>
                <a:r>
                  <a:rPr lang="en-US" dirty="0"/>
                  <a:t>f(−1) = 3, f(−2) = 3, f(0) = 5, so the algorithm will stop and give the answer x = −1, with the minimum value f(−1) = 3</a:t>
                </a:r>
              </a:p>
              <a:p>
                <a:r>
                  <a:rPr lang="en-US" dirty="0"/>
                  <a:t>Starting from x = −6, </a:t>
                </a:r>
              </a:p>
              <a:p>
                <a:pPr lvl="1"/>
                <a:r>
                  <a:rPr lang="en-US" dirty="0"/>
                  <a:t>f(−6) = 23, f(−7) = 33, f(−5) = 15, so select x = −5.</a:t>
                </a:r>
              </a:p>
              <a:p>
                <a:pPr lvl="1"/>
                <a:r>
                  <a:rPr lang="en-US" dirty="0"/>
                  <a:t>f(−5) = 15, f(−6) = 23, f(−4) = 9, so x = −4 is selected.</a:t>
                </a:r>
              </a:p>
              <a:p>
                <a:pPr lvl="1"/>
                <a:r>
                  <a:rPr lang="en-US" dirty="0"/>
                  <a:t>f(−4) = 9, f(−5) = 15, f(−3) = 5, so x = −3 is selected.</a:t>
                </a:r>
              </a:p>
              <a:p>
                <a:pPr lvl="1"/>
                <a:r>
                  <a:rPr lang="en-US" dirty="0"/>
                  <a:t>f(−3) = 5, f(−4) = 9, f(−2) = 3, so x = −2 is selected.</a:t>
                </a:r>
              </a:p>
              <a:p>
                <a:pPr lvl="1"/>
                <a:r>
                  <a:rPr lang="en-US" dirty="0"/>
                  <a:t>f(−2) = 3, f(−3) = 5, f(−1) = 3, so x = −2 is returned as solution.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50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05D75-E819-4767-A12F-EA6644C8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677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84" y="423050"/>
            <a:ext cx="2621507" cy="35359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12249"/>
              </p:ext>
            </p:extLst>
          </p:nvPr>
        </p:nvGraphicFramePr>
        <p:xfrm>
          <a:off x="639297" y="707683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(Hill Climbing(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(S,9)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(S-B,7)(S-C,10)(S-D,7)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(S-B-E,1)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(S-B-E-F,1) (S-B-E-G,0)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(S-B-E-G,0)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39E68-3C5B-4D2D-AE6D-396BD181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1496EB-71C4-2996-E2C6-CFC7D5E5CEEF}"/>
              </a:ext>
            </a:extLst>
          </p:cNvPr>
          <p:cNvSpPr/>
          <p:nvPr/>
        </p:nvSpPr>
        <p:spPr>
          <a:xfrm>
            <a:off x="1857983" y="4815191"/>
            <a:ext cx="5982511" cy="7782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frontier required in </a:t>
            </a:r>
            <a:r>
              <a:rPr lang="en-US"/>
              <a:t>Local search</a:t>
            </a:r>
          </a:p>
        </p:txBody>
      </p:sp>
    </p:spTree>
    <p:extLst>
      <p:ext uri="{BB962C8B-B14F-4D97-AF65-F5344CB8AC3E}">
        <p14:creationId xmlns:p14="http://schemas.microsoft.com/office/powerpoint/2010/main" val="19324913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617" y="383028"/>
            <a:ext cx="5795594" cy="265559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715645"/>
              </p:ext>
            </p:extLst>
          </p:nvPr>
        </p:nvGraphicFramePr>
        <p:xfrm>
          <a:off x="1638103" y="3380545"/>
          <a:ext cx="8128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8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 (Hill Climbing(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D0C25-84FC-4BCF-9AA8-9C9C364E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12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Hill Climbing in AI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" y="1321088"/>
            <a:ext cx="7287491" cy="5532437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Maximum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maximum is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state in the landscape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better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each of its neighboring states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there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another state also present which is higher than the local maximum.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Plateau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plateau is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 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search space in which all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 states of the current state contains the same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of this algorithm does not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any best direction to move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hill-climbing search might be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plateau area.</a:t>
            </a:r>
          </a:p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ridge is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form of the local maximum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has an area which is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than its surrounding areas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itself has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reached in a single move.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285" y="389732"/>
            <a:ext cx="4011757" cy="1607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964" y="2304996"/>
            <a:ext cx="3514725" cy="1790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924" y="4585490"/>
            <a:ext cx="2008478" cy="226803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9199418" y="4915943"/>
            <a:ext cx="484908" cy="803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171709" y="4585490"/>
            <a:ext cx="831273" cy="222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Ridge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B383E2-0AA9-9651-6E14-14F8BC705DC1}"/>
                  </a:ext>
                </a:extLst>
              </p14:cNvPr>
              <p14:cNvContentPartPr/>
              <p14:nvPr/>
            </p14:nvContentPartPr>
            <p14:xfrm>
              <a:off x="9232490" y="1238628"/>
              <a:ext cx="255960" cy="39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B383E2-0AA9-9651-6E14-14F8BC705D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26010" y="1232508"/>
                <a:ext cx="2682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4FEFF97-6EAF-5C60-9891-3CCDE4BAC2C0}"/>
                  </a:ext>
                </a:extLst>
              </p14:cNvPr>
              <p14:cNvContentPartPr/>
              <p14:nvPr/>
            </p14:nvContentPartPr>
            <p14:xfrm>
              <a:off x="10333730" y="63886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4FEFF97-6EAF-5C60-9891-3CCDE4BAC2C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27610" y="6327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4C43D05-D8E3-D9E8-B797-FD498AC9B8B1}"/>
                  </a:ext>
                </a:extLst>
              </p14:cNvPr>
              <p14:cNvContentPartPr/>
              <p14:nvPr/>
            </p14:nvContentPartPr>
            <p14:xfrm>
              <a:off x="9497450" y="1130268"/>
              <a:ext cx="331560" cy="513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4C43D05-D8E3-D9E8-B797-FD498AC9B8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91330" y="1124148"/>
                <a:ext cx="34380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7D1968-4BD0-29F4-6961-4B00F9E690BA}"/>
                  </a:ext>
                </a:extLst>
              </p14:cNvPr>
              <p14:cNvContentPartPr/>
              <p14:nvPr/>
            </p14:nvContentPartPr>
            <p14:xfrm>
              <a:off x="8298290" y="3450828"/>
              <a:ext cx="249840" cy="511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7D1968-4BD0-29F4-6961-4B00F9E690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92170" y="3444708"/>
                <a:ext cx="26208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A9298A7-D4D2-62AD-9BD5-93D717E23E19}"/>
                  </a:ext>
                </a:extLst>
              </p14:cNvPr>
              <p14:cNvContentPartPr/>
              <p14:nvPr/>
            </p14:nvContentPartPr>
            <p14:xfrm>
              <a:off x="8652170" y="3382068"/>
              <a:ext cx="1593360" cy="98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A9298A7-D4D2-62AD-9BD5-93D717E23E1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45690" y="3375948"/>
                <a:ext cx="16056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32211B0-6379-D672-8DB5-0A95A824F586}"/>
                  </a:ext>
                </a:extLst>
              </p14:cNvPr>
              <p14:cNvContentPartPr/>
              <p14:nvPr/>
            </p14:nvContentPartPr>
            <p14:xfrm>
              <a:off x="8416370" y="3233028"/>
              <a:ext cx="176400" cy="155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32211B0-6379-D672-8DB5-0A95A824F58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10250" y="3226908"/>
                <a:ext cx="1886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696EA66-D8B1-E538-41E0-1DE8F9B80D84}"/>
                  </a:ext>
                </a:extLst>
              </p14:cNvPr>
              <p14:cNvContentPartPr/>
              <p14:nvPr/>
            </p14:nvContentPartPr>
            <p14:xfrm>
              <a:off x="8720930" y="3362268"/>
              <a:ext cx="1593360" cy="39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696EA66-D8B1-E538-41E0-1DE8F9B80D8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14810" y="3356148"/>
                <a:ext cx="16056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52F555-83F1-E1FE-AA46-4F64A3CAA78C}"/>
                  </a:ext>
                </a:extLst>
              </p14:cNvPr>
              <p14:cNvContentPartPr/>
              <p14:nvPr/>
            </p14:nvContentPartPr>
            <p14:xfrm>
              <a:off x="8848730" y="1144308"/>
              <a:ext cx="494280" cy="63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52F555-83F1-E1FE-AA46-4F64A3CAA78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842610" y="1138188"/>
                <a:ext cx="506520" cy="6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33FF164-088C-F76D-FFE8-8FDABF74FC93}"/>
                  </a:ext>
                </a:extLst>
              </p14:cNvPr>
              <p14:cNvContentPartPr/>
              <p14:nvPr/>
            </p14:nvContentPartPr>
            <p14:xfrm>
              <a:off x="10343090" y="471468"/>
              <a:ext cx="294480" cy="10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33FF164-088C-F76D-FFE8-8FDABF74FC9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336970" y="465348"/>
                <a:ext cx="3067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688601-4457-CD3B-4E37-9E9745A6FE17}"/>
                  </a:ext>
                </a:extLst>
              </p14:cNvPr>
              <p14:cNvContentPartPr/>
              <p14:nvPr/>
            </p14:nvContentPartPr>
            <p14:xfrm>
              <a:off x="8534090" y="766308"/>
              <a:ext cx="1159560" cy="40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688601-4457-CD3B-4E37-9E9745A6FE1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27970" y="760188"/>
                <a:ext cx="11718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FC86C6-32B6-D2F1-6A81-F629C3074F72}"/>
                  </a:ext>
                </a:extLst>
              </p14:cNvPr>
              <p14:cNvContentPartPr/>
              <p14:nvPr/>
            </p14:nvContentPartPr>
            <p14:xfrm>
              <a:off x="8593130" y="3509148"/>
              <a:ext cx="1061280" cy="60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FC86C6-32B6-D2F1-6A81-F629C3074F7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587010" y="3503028"/>
                <a:ext cx="107352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4DF198A-F97B-5D51-FB75-DB0E316B1719}"/>
                  </a:ext>
                </a:extLst>
              </p14:cNvPr>
              <p14:cNvContentPartPr/>
              <p14:nvPr/>
            </p14:nvContentPartPr>
            <p14:xfrm>
              <a:off x="10874450" y="2339508"/>
              <a:ext cx="372960" cy="138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4DF198A-F97B-5D51-FB75-DB0E316B171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868330" y="2333388"/>
                <a:ext cx="385200" cy="1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321A73A-4D19-FDEE-DC98-41C55D860EAA}"/>
              </a:ext>
            </a:extLst>
          </p:cNvPr>
          <p:cNvGrpSpPr/>
          <p:nvPr/>
        </p:nvGrpSpPr>
        <p:grpSpPr>
          <a:xfrm>
            <a:off x="7738130" y="550668"/>
            <a:ext cx="392760" cy="461880"/>
            <a:chOff x="7738130" y="550668"/>
            <a:chExt cx="39276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2C02B9-86CD-B423-DD2F-400386B432BF}"/>
                    </a:ext>
                  </a:extLst>
                </p14:cNvPr>
                <p14:cNvContentPartPr/>
                <p14:nvPr/>
              </p14:nvContentPartPr>
              <p14:xfrm>
                <a:off x="7805090" y="550668"/>
                <a:ext cx="169560" cy="372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2C02B9-86CD-B423-DD2F-400386B432B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98970" y="544548"/>
                  <a:ext cx="18180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CB6532-208B-AF74-2EE6-586FBD20F58B}"/>
                    </a:ext>
                  </a:extLst>
                </p14:cNvPr>
                <p14:cNvContentPartPr/>
                <p14:nvPr/>
              </p14:nvContentPartPr>
              <p14:xfrm>
                <a:off x="7738130" y="992388"/>
                <a:ext cx="392760" cy="20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CB6532-208B-AF74-2EE6-586FBD20F5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32010" y="986268"/>
                  <a:ext cx="4050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D686E1D-D804-F412-5D4F-EEF0A9A885EE}"/>
              </a:ext>
            </a:extLst>
          </p:cNvPr>
          <p:cNvGrpSpPr/>
          <p:nvPr/>
        </p:nvGrpSpPr>
        <p:grpSpPr>
          <a:xfrm>
            <a:off x="7561730" y="1189308"/>
            <a:ext cx="1199160" cy="835560"/>
            <a:chOff x="7561730" y="1189308"/>
            <a:chExt cx="1199160" cy="83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EE0CE8-822F-0E01-5AA0-0ED1D0EF35B3}"/>
                    </a:ext>
                  </a:extLst>
                </p14:cNvPr>
                <p14:cNvContentPartPr/>
                <p14:nvPr/>
              </p14:nvContentPartPr>
              <p14:xfrm>
                <a:off x="7646330" y="1189308"/>
                <a:ext cx="495360" cy="509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EE0CE8-822F-0E01-5AA0-0ED1D0EF35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40210" y="1183188"/>
                  <a:ext cx="50760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16EE78-42E8-ECB8-DFAB-D0FD00395288}"/>
                    </a:ext>
                  </a:extLst>
                </p14:cNvPr>
                <p14:cNvContentPartPr/>
                <p14:nvPr/>
              </p14:nvContentPartPr>
              <p14:xfrm>
                <a:off x="7904810" y="1189308"/>
                <a:ext cx="520560" cy="149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16EE78-42E8-ECB8-DFAB-D0FD0039528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98690" y="1183188"/>
                  <a:ext cx="532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1402B8-98BC-CED3-5B52-5E993748E2BC}"/>
                    </a:ext>
                  </a:extLst>
                </p14:cNvPr>
                <p14:cNvContentPartPr/>
                <p14:nvPr/>
              </p14:nvContentPartPr>
              <p14:xfrm>
                <a:off x="7679090" y="1750188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1402B8-98BC-CED3-5B52-5E993748E2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72970" y="17440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B0E076-A792-820D-73AC-9FEF14770E59}"/>
                    </a:ext>
                  </a:extLst>
                </p14:cNvPr>
                <p14:cNvContentPartPr/>
                <p14:nvPr/>
              </p14:nvContentPartPr>
              <p14:xfrm>
                <a:off x="7561730" y="1800228"/>
                <a:ext cx="178200" cy="224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B0E076-A792-820D-73AC-9FEF14770E5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55610" y="1794108"/>
                  <a:ext cx="190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9340FA-CEEC-54A9-157F-1211276E45DF}"/>
                    </a:ext>
                  </a:extLst>
                </p14:cNvPr>
                <p14:cNvContentPartPr/>
                <p14:nvPr/>
              </p14:nvContentPartPr>
              <p14:xfrm>
                <a:off x="7620050" y="1740108"/>
                <a:ext cx="165960" cy="59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9340FA-CEEC-54A9-157F-1211276E45D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13930" y="1733988"/>
                  <a:ext cx="178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3309A77-CCBB-DC98-01F8-E4DC913C39C2}"/>
                    </a:ext>
                  </a:extLst>
                </p14:cNvPr>
                <p14:cNvContentPartPr/>
                <p14:nvPr/>
              </p14:nvContentPartPr>
              <p14:xfrm>
                <a:off x="8130890" y="1641828"/>
                <a:ext cx="267840" cy="21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3309A77-CCBB-DC98-01F8-E4DC913C39C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124770" y="1635708"/>
                  <a:ext cx="280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B93424-37FE-4C37-9162-A7064C6E5AD5}"/>
                    </a:ext>
                  </a:extLst>
                </p14:cNvPr>
                <p14:cNvContentPartPr/>
                <p14:nvPr/>
              </p14:nvContentPartPr>
              <p14:xfrm>
                <a:off x="8189930" y="1398108"/>
                <a:ext cx="260280" cy="19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B93424-37FE-4C37-9162-A7064C6E5A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83810" y="1391988"/>
                  <a:ext cx="272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396359-D620-08C7-BC31-6F2AD0C6352B}"/>
                    </a:ext>
                  </a:extLst>
                </p14:cNvPr>
                <p14:cNvContentPartPr/>
                <p14:nvPr/>
              </p14:nvContentPartPr>
              <p14:xfrm>
                <a:off x="8592410" y="1258428"/>
                <a:ext cx="168480" cy="34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396359-D620-08C7-BC31-6F2AD0C6352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86290" y="1252308"/>
                  <a:ext cx="18072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EBE7FE-8EE8-1DA9-8F92-80C326181662}"/>
              </a:ext>
            </a:extLst>
          </p:cNvPr>
          <p:cNvGrpSpPr/>
          <p:nvPr/>
        </p:nvGrpSpPr>
        <p:grpSpPr>
          <a:xfrm>
            <a:off x="7393970" y="2860788"/>
            <a:ext cx="844560" cy="1278360"/>
            <a:chOff x="7393970" y="2860788"/>
            <a:chExt cx="844560" cy="12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CA78D18-0C71-F5FD-185B-6229BC067ACF}"/>
                    </a:ext>
                  </a:extLst>
                </p14:cNvPr>
                <p14:cNvContentPartPr/>
                <p14:nvPr/>
              </p14:nvContentPartPr>
              <p14:xfrm>
                <a:off x="7452650" y="2860788"/>
                <a:ext cx="207720" cy="276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CA78D18-0C71-F5FD-185B-6229BC067A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46530" y="2854668"/>
                  <a:ext cx="2199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FD43DC-C512-86C5-7451-DB886609B659}"/>
                    </a:ext>
                  </a:extLst>
                </p14:cNvPr>
                <p14:cNvContentPartPr/>
                <p14:nvPr/>
              </p14:nvContentPartPr>
              <p14:xfrm>
                <a:off x="7531130" y="3293508"/>
                <a:ext cx="39960" cy="353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FD43DC-C512-86C5-7451-DB886609B6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25010" y="3287388"/>
                  <a:ext cx="522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D24EEA-9A74-AFDF-EB8D-2C4BF0B342BC}"/>
                    </a:ext>
                  </a:extLst>
                </p14:cNvPr>
                <p14:cNvContentPartPr/>
                <p14:nvPr/>
              </p14:nvContentPartPr>
              <p14:xfrm>
                <a:off x="7609970" y="3244548"/>
                <a:ext cx="252720" cy="180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D24EEA-9A74-AFDF-EB8D-2C4BF0B342B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03850" y="3238428"/>
                  <a:ext cx="264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D35DAC-BDA4-49E7-80AF-C926275DDB79}"/>
                    </a:ext>
                  </a:extLst>
                </p14:cNvPr>
                <p14:cNvContentPartPr/>
                <p14:nvPr/>
              </p14:nvContentPartPr>
              <p14:xfrm>
                <a:off x="7786730" y="3185508"/>
                <a:ext cx="244800" cy="40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D35DAC-BDA4-49E7-80AF-C926275DDB7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80610" y="3179388"/>
                  <a:ext cx="2570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7B9B70-4D80-6BF5-8BD0-2AFC57ED10F3}"/>
                    </a:ext>
                  </a:extLst>
                </p14:cNvPr>
                <p14:cNvContentPartPr/>
                <p14:nvPr/>
              </p14:nvContentPartPr>
              <p14:xfrm>
                <a:off x="8042690" y="3332388"/>
                <a:ext cx="129240" cy="243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7B9B70-4D80-6BF5-8BD0-2AFC57ED10F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036570" y="3326268"/>
                  <a:ext cx="141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41E347-C970-288B-C440-290BBF6AA27E}"/>
                    </a:ext>
                  </a:extLst>
                </p14:cNvPr>
                <p14:cNvContentPartPr/>
                <p14:nvPr/>
              </p14:nvContentPartPr>
              <p14:xfrm>
                <a:off x="7875650" y="3547308"/>
                <a:ext cx="129960" cy="158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41E347-C970-288B-C440-290BBF6AA27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69530" y="3541188"/>
                  <a:ext cx="142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303E515-3B86-832D-405E-1678F96FD3FA}"/>
                    </a:ext>
                  </a:extLst>
                </p14:cNvPr>
                <p14:cNvContentPartPr/>
                <p14:nvPr/>
              </p14:nvContentPartPr>
              <p14:xfrm>
                <a:off x="7531490" y="3745668"/>
                <a:ext cx="150840" cy="234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303E515-3B86-832D-405E-1678F96FD3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25370" y="3739548"/>
                  <a:ext cx="163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F43B0EE-4C9B-BA66-2AF2-1B7AD518CB46}"/>
                    </a:ext>
                  </a:extLst>
                </p14:cNvPr>
                <p14:cNvContentPartPr/>
                <p14:nvPr/>
              </p14:nvContentPartPr>
              <p14:xfrm>
                <a:off x="7393970" y="3933948"/>
                <a:ext cx="844560" cy="205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F43B0EE-4C9B-BA66-2AF2-1B7AD518CB4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387850" y="3927828"/>
                  <a:ext cx="85680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22B87EF-FAC5-D782-BF12-DE270F270530}"/>
                  </a:ext>
                </a:extLst>
              </p14:cNvPr>
              <p14:cNvContentPartPr/>
              <p14:nvPr/>
            </p14:nvContentPartPr>
            <p14:xfrm>
              <a:off x="8701130" y="5722068"/>
              <a:ext cx="413640" cy="698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22B87EF-FAC5-D782-BF12-DE270F27053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695010" y="5715948"/>
                <a:ext cx="425880" cy="71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8C8A3C6-0EA9-3784-6C95-1D9CEA7A894D}"/>
                  </a:ext>
                </a:extLst>
              </p14:cNvPr>
              <p14:cNvContentPartPr/>
              <p14:nvPr/>
            </p14:nvContentPartPr>
            <p14:xfrm>
              <a:off x="9143570" y="5672748"/>
              <a:ext cx="179280" cy="133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8C8A3C6-0EA9-3784-6C95-1D9CEA7A894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137450" y="5666628"/>
                <a:ext cx="1915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B6FD159-D071-AB0E-9095-47251965A13C}"/>
                  </a:ext>
                </a:extLst>
              </p14:cNvPr>
              <p14:cNvContentPartPr/>
              <p14:nvPr/>
            </p14:nvContentPartPr>
            <p14:xfrm>
              <a:off x="9173450" y="4406628"/>
              <a:ext cx="1053360" cy="1207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B6FD159-D071-AB0E-9095-47251965A13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167330" y="4400508"/>
                <a:ext cx="1065600" cy="12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6FEC0DC-E978-2E22-4EA4-FC0859E98EED}"/>
                  </a:ext>
                </a:extLst>
              </p14:cNvPr>
              <p14:cNvContentPartPr/>
              <p14:nvPr/>
            </p14:nvContentPartPr>
            <p14:xfrm>
              <a:off x="9370010" y="597108"/>
              <a:ext cx="1088640" cy="717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6FEC0DC-E978-2E22-4EA4-FC0859E98EE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363890" y="590988"/>
                <a:ext cx="110088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7C6D3CD-D34A-1722-946E-25887F8797AB}"/>
                  </a:ext>
                </a:extLst>
              </p14:cNvPr>
              <p14:cNvContentPartPr/>
              <p14:nvPr/>
            </p14:nvContentPartPr>
            <p14:xfrm>
              <a:off x="10968410" y="1827948"/>
              <a:ext cx="232920" cy="48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7C6D3CD-D34A-1722-946E-25887F8797A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962290" y="1821828"/>
                <a:ext cx="2451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17C8421-F4B4-2F67-7CE6-8CA456B91AB5}"/>
                  </a:ext>
                </a:extLst>
              </p14:cNvPr>
              <p14:cNvContentPartPr/>
              <p14:nvPr/>
            </p14:nvContentPartPr>
            <p14:xfrm>
              <a:off x="10452890" y="401628"/>
              <a:ext cx="677160" cy="1339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17C8421-F4B4-2F67-7CE6-8CA456B91AB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446770" y="395508"/>
                <a:ext cx="689400" cy="13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45920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26071" r="11693" b="7143"/>
          <a:stretch/>
        </p:blipFill>
        <p:spPr bwMode="auto">
          <a:xfrm>
            <a:off x="3296478" y="3270992"/>
            <a:ext cx="5599043" cy="3085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State Space Landscape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753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state space landscape is a </a:t>
            </a:r>
            <a:r>
              <a:rPr lang="en-US" dirty="0">
                <a:solidFill>
                  <a:srgbClr val="FF0000"/>
                </a:solidFill>
              </a:rPr>
              <a:t>graph of states </a:t>
            </a:r>
            <a:r>
              <a:rPr lang="en-US" dirty="0"/>
              <a:t>associated with their costs</a:t>
            </a:r>
          </a:p>
          <a:p>
            <a:r>
              <a:rPr lang="en-US" dirty="0"/>
              <a:t>A landscape has both “location” (defined by the state) and “elevation” (defined by the value of the heuristic cost function or objective function).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379199-FC55-41C6-85C8-347475A70AA5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502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</a:t>
            </a:r>
          </a:p>
        </p:txBody>
      </p:sp>
      <p:sp>
        <p:nvSpPr>
          <p:cNvPr id="4" name="Freeform 5"/>
          <p:cNvSpPr>
            <a:spLocks/>
          </p:cNvSpPr>
          <p:nvPr/>
        </p:nvSpPr>
        <p:spPr bwMode="auto">
          <a:xfrm>
            <a:off x="3210339" y="3213652"/>
            <a:ext cx="5548313" cy="2057400"/>
          </a:xfrm>
          <a:custGeom>
            <a:avLst/>
            <a:gdLst/>
            <a:ahLst/>
            <a:cxnLst>
              <a:cxn ang="0">
                <a:pos x="0" y="1056"/>
              </a:cxn>
              <a:cxn ang="0">
                <a:pos x="288" y="1008"/>
              </a:cxn>
              <a:cxn ang="0">
                <a:pos x="432" y="960"/>
              </a:cxn>
              <a:cxn ang="0">
                <a:pos x="584" y="920"/>
              </a:cxn>
              <a:cxn ang="0">
                <a:pos x="920" y="760"/>
              </a:cxn>
              <a:cxn ang="0">
                <a:pos x="1056" y="480"/>
              </a:cxn>
              <a:cxn ang="0">
                <a:pos x="1200" y="192"/>
              </a:cxn>
              <a:cxn ang="0">
                <a:pos x="1440" y="288"/>
              </a:cxn>
              <a:cxn ang="0">
                <a:pos x="1584" y="912"/>
              </a:cxn>
              <a:cxn ang="0">
                <a:pos x="2160" y="0"/>
              </a:cxn>
              <a:cxn ang="0">
                <a:pos x="2400" y="912"/>
              </a:cxn>
              <a:cxn ang="0">
                <a:pos x="2640" y="624"/>
              </a:cxn>
              <a:cxn ang="0">
                <a:pos x="2928" y="912"/>
              </a:cxn>
            </a:cxnLst>
            <a:rect l="0" t="0" r="r" b="b"/>
            <a:pathLst>
              <a:path w="2928" h="1056">
                <a:moveTo>
                  <a:pt x="0" y="1056"/>
                </a:moveTo>
                <a:cubicBezTo>
                  <a:pt x="108" y="1040"/>
                  <a:pt x="216" y="1024"/>
                  <a:pt x="288" y="1008"/>
                </a:cubicBezTo>
                <a:cubicBezTo>
                  <a:pt x="360" y="992"/>
                  <a:pt x="383" y="975"/>
                  <a:pt x="432" y="960"/>
                </a:cubicBezTo>
                <a:cubicBezTo>
                  <a:pt x="481" y="945"/>
                  <a:pt x="503" y="953"/>
                  <a:pt x="584" y="920"/>
                </a:cubicBezTo>
                <a:cubicBezTo>
                  <a:pt x="665" y="887"/>
                  <a:pt x="841" y="833"/>
                  <a:pt x="920" y="760"/>
                </a:cubicBezTo>
                <a:cubicBezTo>
                  <a:pt x="999" y="687"/>
                  <a:pt x="1009" y="575"/>
                  <a:pt x="1056" y="480"/>
                </a:cubicBezTo>
                <a:cubicBezTo>
                  <a:pt x="1103" y="385"/>
                  <a:pt x="1136" y="224"/>
                  <a:pt x="1200" y="192"/>
                </a:cubicBezTo>
                <a:cubicBezTo>
                  <a:pt x="1264" y="160"/>
                  <a:pt x="1376" y="168"/>
                  <a:pt x="1440" y="288"/>
                </a:cubicBezTo>
                <a:cubicBezTo>
                  <a:pt x="1504" y="408"/>
                  <a:pt x="1464" y="960"/>
                  <a:pt x="1584" y="912"/>
                </a:cubicBezTo>
                <a:cubicBezTo>
                  <a:pt x="1704" y="864"/>
                  <a:pt x="2024" y="0"/>
                  <a:pt x="2160" y="0"/>
                </a:cubicBezTo>
                <a:cubicBezTo>
                  <a:pt x="2296" y="0"/>
                  <a:pt x="2320" y="808"/>
                  <a:pt x="2400" y="912"/>
                </a:cubicBezTo>
                <a:cubicBezTo>
                  <a:pt x="2480" y="1016"/>
                  <a:pt x="2552" y="624"/>
                  <a:pt x="2640" y="624"/>
                </a:cubicBezTo>
                <a:cubicBezTo>
                  <a:pt x="2728" y="624"/>
                  <a:pt x="2828" y="768"/>
                  <a:pt x="2928" y="912"/>
                </a:cubicBez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endParaRPr lang="en-US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2219739" y="3366052"/>
            <a:ext cx="7896225" cy="2027238"/>
            <a:chOff x="679" y="2083"/>
            <a:chExt cx="5388" cy="1277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1312" y="2304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med" len="med"/>
              <a:tailEnd/>
            </a:ln>
            <a:effectLst/>
          </p:spPr>
          <p:txBody>
            <a:bodyPr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Freeform 8"/>
            <p:cNvSpPr>
              <a:spLocks/>
            </p:cNvSpPr>
            <p:nvPr/>
          </p:nvSpPr>
          <p:spPr bwMode="auto">
            <a:xfrm>
              <a:off x="1321" y="3313"/>
              <a:ext cx="3839" cy="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3544" y="0"/>
                </a:cxn>
              </a:cxnLst>
              <a:rect l="0" t="0" r="r" b="b"/>
              <a:pathLst>
                <a:path w="3544" h="7">
                  <a:moveTo>
                    <a:pt x="0" y="7"/>
                  </a:moveTo>
                  <a:lnTo>
                    <a:pt x="3544" y="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5548" y="3139"/>
              <a:ext cx="5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he-IL" sz="2000" i="1">
                  <a:latin typeface="Times New Roman" pitchFamily="18" charset="0"/>
                </a:rPr>
                <a:t>states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679" y="2083"/>
              <a:ext cx="8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s-MX" altLang="he-IL" sz="2000" i="1">
                  <a:latin typeface="Times New Roman" pitchFamily="18" charset="0"/>
                </a:rPr>
                <a:t>evaluation</a:t>
              </a:r>
              <a:endParaRPr lang="es-MX" altLang="he-IL" sz="2000">
                <a:latin typeface="Times New Roman" pitchFamily="18" charset="0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1832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2040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404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2612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2768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1676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2924" y="326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t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124739" y="4813852"/>
            <a:ext cx="152400" cy="22860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4321589" y="48138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461289" y="47376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602577" y="46614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4740689" y="4551915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4893089" y="441380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25"/>
          <p:cNvSpPr>
            <a:spLocks noChangeArrowheads="1"/>
          </p:cNvSpPr>
          <p:nvPr/>
        </p:nvSpPr>
        <p:spPr bwMode="auto">
          <a:xfrm>
            <a:off x="4969289" y="42804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Oval 26"/>
          <p:cNvSpPr>
            <a:spLocks noChangeArrowheads="1"/>
          </p:cNvSpPr>
          <p:nvPr/>
        </p:nvSpPr>
        <p:spPr bwMode="auto">
          <a:xfrm>
            <a:off x="5039139" y="4128052"/>
            <a:ext cx="71438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Oval 27"/>
          <p:cNvSpPr>
            <a:spLocks noChangeArrowheads="1"/>
          </p:cNvSpPr>
          <p:nvPr/>
        </p:nvSpPr>
        <p:spPr bwMode="auto">
          <a:xfrm>
            <a:off x="5121689" y="38994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8"/>
          <p:cNvSpPr>
            <a:spLocks noChangeArrowheads="1"/>
          </p:cNvSpPr>
          <p:nvPr/>
        </p:nvSpPr>
        <p:spPr bwMode="auto">
          <a:xfrm>
            <a:off x="5191539" y="36708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Oval 29"/>
          <p:cNvSpPr>
            <a:spLocks noChangeArrowheads="1"/>
          </p:cNvSpPr>
          <p:nvPr/>
        </p:nvSpPr>
        <p:spPr bwMode="auto">
          <a:xfrm>
            <a:off x="5343939" y="3442252"/>
            <a:ext cx="69850" cy="76200"/>
          </a:xfrm>
          <a:prstGeom prst="ellipse">
            <a:avLst/>
          </a:prstGeom>
          <a:noFill/>
          <a:ln w="38100">
            <a:solidFill>
              <a:srgbClr val="D014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Oval 30"/>
          <p:cNvSpPr>
            <a:spLocks noChangeArrowheads="1"/>
          </p:cNvSpPr>
          <p:nvPr/>
        </p:nvSpPr>
        <p:spPr bwMode="auto">
          <a:xfrm>
            <a:off x="5496339" y="3213652"/>
            <a:ext cx="228600" cy="228600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1717EE-C5EE-468B-8204-4DB8D3BC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7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Hill-Climbing – Two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Greedy Local Search</a:t>
            </a:r>
          </a:p>
          <a:p>
            <a:pPr lvl="1"/>
            <a:r>
              <a:rPr lang="en-US" dirty="0"/>
              <a:t>Systematically search the </a:t>
            </a:r>
            <a:r>
              <a:rPr lang="en-US" dirty="0" err="1"/>
              <a:t>Neighbourhood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Accept the {first or best} cost decreasing move found.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b="1" dirty="0"/>
              <a:t>Stochastic Local Search</a:t>
            </a:r>
          </a:p>
          <a:p>
            <a:pPr lvl="1"/>
            <a:r>
              <a:rPr lang="en-US" dirty="0"/>
              <a:t>Choose randomly from amongst the cost-decreasing moves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035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Hill-Climbing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Local Search: grabs a good </a:t>
            </a:r>
            <a:r>
              <a:rPr lang="en-US" dirty="0" err="1"/>
              <a:t>neighbour</a:t>
            </a:r>
            <a:r>
              <a:rPr lang="en-US" dirty="0"/>
              <a:t> state without thinking about where to go next</a:t>
            </a:r>
          </a:p>
          <a:p>
            <a:pPr lvl="1"/>
            <a:r>
              <a:rPr lang="en-US" dirty="0"/>
              <a:t>However, greedy </a:t>
            </a:r>
            <a:r>
              <a:rPr lang="en-US" dirty="0" err="1"/>
              <a:t>algos</a:t>
            </a:r>
            <a:r>
              <a:rPr lang="en-US" dirty="0"/>
              <a:t> do make good progress generally towards the solution</a:t>
            </a:r>
          </a:p>
          <a:p>
            <a:endParaRPr lang="en-US" dirty="0"/>
          </a:p>
          <a:p>
            <a:r>
              <a:rPr lang="en-US" dirty="0"/>
              <a:t>Unfortunately, hill-climbing</a:t>
            </a:r>
          </a:p>
          <a:p>
            <a:pPr lvl="1"/>
            <a:r>
              <a:rPr lang="en-US" dirty="0"/>
              <a:t>Can get stuck in</a:t>
            </a:r>
            <a:r>
              <a:rPr lang="en-US" b="1" dirty="0"/>
              <a:t> local maxima</a:t>
            </a:r>
          </a:p>
          <a:p>
            <a:pPr lvl="1"/>
            <a:r>
              <a:rPr lang="en-US" dirty="0"/>
              <a:t>Can be </a:t>
            </a:r>
            <a:r>
              <a:rPr lang="en-US" dirty="0">
                <a:solidFill>
                  <a:srgbClr val="7030A0"/>
                </a:solidFill>
              </a:rPr>
              <a:t>stuck by </a:t>
            </a:r>
            <a:r>
              <a:rPr lang="en-US" b="1" dirty="0">
                <a:solidFill>
                  <a:srgbClr val="7030A0"/>
                </a:solidFill>
              </a:rPr>
              <a:t>ridges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(a series of local maxima that occur close together)</a:t>
            </a:r>
          </a:p>
          <a:p>
            <a:pPr lvl="1"/>
            <a:r>
              <a:rPr lang="en-US" dirty="0"/>
              <a:t>Can be </a:t>
            </a:r>
            <a:r>
              <a:rPr lang="en-US" dirty="0">
                <a:solidFill>
                  <a:srgbClr val="7030A0"/>
                </a:solidFill>
              </a:rPr>
              <a:t>stuck by </a:t>
            </a:r>
            <a:r>
              <a:rPr lang="en-US" b="1" dirty="0">
                <a:solidFill>
                  <a:srgbClr val="7030A0"/>
                </a:solidFill>
              </a:rPr>
              <a:t>plateau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(a flat area in the state space landscape)</a:t>
            </a:r>
          </a:p>
          <a:p>
            <a:pPr lvl="2"/>
            <a:r>
              <a:rPr lang="en-US" dirty="0"/>
              <a:t>Shoulder: if the flat area rises uphill later on</a:t>
            </a:r>
          </a:p>
          <a:p>
            <a:pPr lvl="2"/>
            <a:r>
              <a:rPr lang="en-US" dirty="0"/>
              <a:t>Flat local maximum: no uphill rise exists.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EE51F-2997-45EE-B822-C9F5B5AC74B4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6" name="Picture 4" descr="The image “http://ibs.derby.ac.uk/~steve/cogsci/images/foothill_and_plateau.png” cannot be displayed, because it contains error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67940" y="3349604"/>
            <a:ext cx="3720547" cy="965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3949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Example of a local "maximum"</a:t>
            </a:r>
          </a:p>
        </p:txBody>
      </p:sp>
      <p:grpSp>
        <p:nvGrpSpPr>
          <p:cNvPr id="15365" name="Group 3"/>
          <p:cNvGrpSpPr>
            <a:grpSpLocks/>
          </p:cNvGrpSpPr>
          <p:nvPr/>
        </p:nvGrpSpPr>
        <p:grpSpPr bwMode="auto">
          <a:xfrm>
            <a:off x="8883651" y="3343275"/>
            <a:ext cx="1209675" cy="1352550"/>
            <a:chOff x="3519" y="1880"/>
            <a:chExt cx="762" cy="852"/>
          </a:xfrm>
        </p:grpSpPr>
        <p:grpSp>
          <p:nvGrpSpPr>
            <p:cNvPr id="15500" name="Group 4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521" name="Group 5"/>
              <p:cNvGrpSpPr>
                <a:grpSpLocks/>
              </p:cNvGrpSpPr>
              <p:nvPr/>
            </p:nvGrpSpPr>
            <p:grpSpPr bwMode="auto">
              <a:xfrm>
                <a:off x="1282" y="2126"/>
                <a:ext cx="246" cy="330"/>
                <a:chOff x="1287" y="1865"/>
                <a:chExt cx="246" cy="330"/>
              </a:xfrm>
            </p:grpSpPr>
            <p:sp>
              <p:nvSpPr>
                <p:cNvPr id="15528" name="Rectangle 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5522" name="Group 8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526" name="Rectangle 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523" name="Group 1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524" name="Rectangle 1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501" name="Group 14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512" name="Group 1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519" name="Rectangle 1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2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513" name="Group 18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517" name="Rectangle 1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1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514" name="Group 2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515" name="Rectangle 2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1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502" name="Group 24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503" name="Group 2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510" name="Rectangle 2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1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504" name="Group 28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508" name="Rectangle 2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09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505" name="Group 3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506" name="Rectangle 3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50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sp>
        <p:nvSpPr>
          <p:cNvPr id="15366" name="Line 158"/>
          <p:cNvSpPr>
            <a:spLocks noChangeShapeType="1"/>
          </p:cNvSpPr>
          <p:nvPr/>
        </p:nvSpPr>
        <p:spPr bwMode="auto">
          <a:xfrm>
            <a:off x="3579814" y="3952875"/>
            <a:ext cx="1309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159"/>
          <p:cNvSpPr>
            <a:spLocks noChangeShapeType="1"/>
          </p:cNvSpPr>
          <p:nvPr/>
        </p:nvSpPr>
        <p:spPr bwMode="auto">
          <a:xfrm flipV="1">
            <a:off x="3579814" y="2657475"/>
            <a:ext cx="1189037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160"/>
          <p:cNvSpPr>
            <a:spLocks noChangeShapeType="1"/>
          </p:cNvSpPr>
          <p:nvPr/>
        </p:nvSpPr>
        <p:spPr bwMode="auto">
          <a:xfrm>
            <a:off x="3579814" y="3952875"/>
            <a:ext cx="1309687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161"/>
          <p:cNvSpPr txBox="1">
            <a:spLocks noChangeArrowheads="1"/>
          </p:cNvSpPr>
          <p:nvPr/>
        </p:nvSpPr>
        <p:spPr bwMode="auto">
          <a:xfrm>
            <a:off x="2706688" y="461168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370" name="Text Box 162"/>
          <p:cNvSpPr txBox="1">
            <a:spLocks noChangeArrowheads="1"/>
          </p:cNvSpPr>
          <p:nvPr/>
        </p:nvSpPr>
        <p:spPr bwMode="auto">
          <a:xfrm>
            <a:off x="6216650" y="20478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71" name="Text Box 163"/>
          <p:cNvSpPr txBox="1">
            <a:spLocks noChangeArrowheads="1"/>
          </p:cNvSpPr>
          <p:nvPr/>
        </p:nvSpPr>
        <p:spPr bwMode="auto">
          <a:xfrm>
            <a:off x="6216650" y="37211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72" name="Text Box 164"/>
          <p:cNvSpPr txBox="1">
            <a:spLocks noChangeArrowheads="1"/>
          </p:cNvSpPr>
          <p:nvPr/>
        </p:nvSpPr>
        <p:spPr bwMode="auto">
          <a:xfrm>
            <a:off x="6216650" y="51625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73" name="Text Box 165"/>
          <p:cNvSpPr txBox="1">
            <a:spLocks noChangeArrowheads="1"/>
          </p:cNvSpPr>
          <p:nvPr/>
        </p:nvSpPr>
        <p:spPr bwMode="auto">
          <a:xfrm>
            <a:off x="10102850" y="37401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374" name="Text Box 166"/>
          <p:cNvSpPr txBox="1">
            <a:spLocks noChangeArrowheads="1"/>
          </p:cNvSpPr>
          <p:nvPr/>
        </p:nvSpPr>
        <p:spPr bwMode="auto">
          <a:xfrm>
            <a:off x="2498726" y="2700338"/>
            <a:ext cx="6345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accent2"/>
                </a:solidFill>
              </a:rPr>
              <a:t>start</a:t>
            </a:r>
          </a:p>
        </p:txBody>
      </p:sp>
      <p:sp>
        <p:nvSpPr>
          <p:cNvPr id="15375" name="Text Box 167"/>
          <p:cNvSpPr txBox="1">
            <a:spLocks noChangeArrowheads="1"/>
          </p:cNvSpPr>
          <p:nvPr/>
        </p:nvSpPr>
        <p:spPr bwMode="auto">
          <a:xfrm>
            <a:off x="9229725" y="2700338"/>
            <a:ext cx="606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accent2"/>
                </a:solidFill>
              </a:rPr>
              <a:t>goal</a:t>
            </a:r>
          </a:p>
        </p:txBody>
      </p:sp>
      <p:grpSp>
        <p:nvGrpSpPr>
          <p:cNvPr id="15376" name="Group 201"/>
          <p:cNvGrpSpPr>
            <a:grpSpLocks/>
          </p:cNvGrpSpPr>
          <p:nvPr/>
        </p:nvGrpSpPr>
        <p:grpSpPr bwMode="auto">
          <a:xfrm>
            <a:off x="2330451" y="3343275"/>
            <a:ext cx="1209675" cy="1352550"/>
            <a:chOff x="3519" y="1880"/>
            <a:chExt cx="762" cy="852"/>
          </a:xfrm>
        </p:grpSpPr>
        <p:grpSp>
          <p:nvGrpSpPr>
            <p:cNvPr id="15470" name="Group 202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91" name="Group 203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98" name="Rectangle 20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9" name="Text Box 20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92" name="Group 206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96" name="Rectangle 20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7" name="Text Box 20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493" name="Group 209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94" name="Rectangle 21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5" name="Text Box 21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 dirty="0"/>
                    <a:t>2</a:t>
                  </a:r>
                </a:p>
              </p:txBody>
            </p:sp>
          </p:grpSp>
        </p:grpSp>
        <p:grpSp>
          <p:nvGrpSpPr>
            <p:cNvPr id="15471" name="Group 212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482" name="Group 213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89" name="Rectangle 21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90" name="Text Box 21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483" name="Group 216"/>
              <p:cNvGrpSpPr>
                <a:grpSpLocks/>
              </p:cNvGrpSpPr>
              <p:nvPr/>
            </p:nvGrpSpPr>
            <p:grpSpPr bwMode="auto">
              <a:xfrm>
                <a:off x="1528" y="2126"/>
                <a:ext cx="246" cy="330"/>
                <a:chOff x="1287" y="1865"/>
                <a:chExt cx="246" cy="330"/>
              </a:xfrm>
            </p:grpSpPr>
            <p:sp>
              <p:nvSpPr>
                <p:cNvPr id="15487" name="Rectangle 21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88" name="Text Box 21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5484" name="Group 219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85" name="Rectangle 22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86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472" name="Group 222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473" name="Group 223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80" name="Rectangle 224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81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474" name="Group 226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478" name="Rectangle 22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79" name="Text Box 22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475" name="Group 229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76" name="Rectangle 23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77" name="Text Box 23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grpSp>
        <p:nvGrpSpPr>
          <p:cNvPr id="15377" name="Group 232"/>
          <p:cNvGrpSpPr>
            <a:grpSpLocks/>
          </p:cNvGrpSpPr>
          <p:nvPr/>
        </p:nvGrpSpPr>
        <p:grpSpPr bwMode="auto">
          <a:xfrm>
            <a:off x="5029201" y="4791075"/>
            <a:ext cx="1209675" cy="1352550"/>
            <a:chOff x="3519" y="1880"/>
            <a:chExt cx="762" cy="852"/>
          </a:xfrm>
        </p:grpSpPr>
        <p:grpSp>
          <p:nvGrpSpPr>
            <p:cNvPr id="15440" name="Group 233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61" name="Group 234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68" name="Rectangle 23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9" name="Text Box 23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62" name="Group 237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66" name="Rectangle 238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7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463" name="Group 240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64" name="Rectangle 24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5" name="Text Box 24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441" name="Group 243"/>
            <p:cNvGrpSpPr>
              <a:grpSpLocks/>
            </p:cNvGrpSpPr>
            <p:nvPr/>
          </p:nvGrpSpPr>
          <p:grpSpPr bwMode="auto">
            <a:xfrm>
              <a:off x="3524" y="2141"/>
              <a:ext cx="738" cy="330"/>
              <a:chOff x="1282" y="2126"/>
              <a:chExt cx="738" cy="330"/>
            </a:xfrm>
          </p:grpSpPr>
          <p:grpSp>
            <p:nvGrpSpPr>
              <p:cNvPr id="15452" name="Group 244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59" name="Rectangle 24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60" name="Text Box 24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453" name="Group 247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57" name="Rectangle 248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58" name="Text Box 249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  <p:grpSp>
            <p:nvGrpSpPr>
              <p:cNvPr id="15454" name="Group 250"/>
              <p:cNvGrpSpPr>
                <a:grpSpLocks/>
              </p:cNvGrpSpPr>
              <p:nvPr/>
            </p:nvGrpSpPr>
            <p:grpSpPr bwMode="auto">
              <a:xfrm>
                <a:off x="1774" y="2126"/>
                <a:ext cx="246" cy="330"/>
                <a:chOff x="1287" y="1865"/>
                <a:chExt cx="246" cy="330"/>
              </a:xfrm>
            </p:grpSpPr>
            <p:sp>
              <p:nvSpPr>
                <p:cNvPr id="15455" name="Rectangle 25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56" name="Text Box 25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</p:grpSp>
        <p:grpSp>
          <p:nvGrpSpPr>
            <p:cNvPr id="15442" name="Group 253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443" name="Group 254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50" name="Rectangle 255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51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444" name="Group 257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448" name="Rectangle 258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49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445" name="Group 260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46" name="Rectangle 261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47" name="Text Box 262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grpSp>
        <p:nvGrpSpPr>
          <p:cNvPr id="15378" name="Group 263"/>
          <p:cNvGrpSpPr>
            <a:grpSpLocks/>
          </p:cNvGrpSpPr>
          <p:nvPr/>
        </p:nvGrpSpPr>
        <p:grpSpPr bwMode="auto">
          <a:xfrm>
            <a:off x="5029201" y="3343275"/>
            <a:ext cx="1209675" cy="1352550"/>
            <a:chOff x="3519" y="1880"/>
            <a:chExt cx="762" cy="852"/>
          </a:xfrm>
        </p:grpSpPr>
        <p:grpSp>
          <p:nvGrpSpPr>
            <p:cNvPr id="15410" name="Group 264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31" name="Group 26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38" name="Rectangle 26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9" name="Text Box 26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32" name="Group 268"/>
              <p:cNvGrpSpPr>
                <a:grpSpLocks/>
              </p:cNvGrpSpPr>
              <p:nvPr/>
            </p:nvGrpSpPr>
            <p:grpSpPr bwMode="auto">
              <a:xfrm>
                <a:off x="1528" y="2126"/>
                <a:ext cx="260" cy="330"/>
                <a:chOff x="1287" y="1865"/>
                <a:chExt cx="260" cy="330"/>
              </a:xfrm>
            </p:grpSpPr>
            <p:sp>
              <p:nvSpPr>
                <p:cNvPr id="15436" name="Rectangle 26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7" name="Text Box 27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</a:t>
                  </a:r>
                </a:p>
              </p:txBody>
            </p:sp>
          </p:grpSp>
          <p:grpSp>
            <p:nvGrpSpPr>
              <p:cNvPr id="15433" name="Group 27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34" name="Rectangle 27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5" name="Text Box 27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411" name="Group 274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422" name="Group 27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29" name="Rectangle 27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30" name="Text Box 27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423" name="Group 278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427" name="Rectangle 27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28" name="Text Box 28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424" name="Group 28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25" name="Rectangle 28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26" name="Text Box 28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412" name="Group 284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413" name="Group 285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20" name="Rectangle 286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21" name="Text Box 287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414" name="Group 288"/>
              <p:cNvGrpSpPr>
                <a:grpSpLocks/>
              </p:cNvGrpSpPr>
              <p:nvPr/>
            </p:nvGrpSpPr>
            <p:grpSpPr bwMode="auto">
              <a:xfrm>
                <a:off x="1528" y="2126"/>
                <a:ext cx="248" cy="330"/>
                <a:chOff x="1287" y="1865"/>
                <a:chExt cx="248" cy="330"/>
              </a:xfrm>
            </p:grpSpPr>
            <p:sp>
              <p:nvSpPr>
                <p:cNvPr id="15418" name="Rectangle 289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19" name="Text Box 290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19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 </a:t>
                  </a:r>
                </a:p>
              </p:txBody>
            </p:sp>
          </p:grpSp>
          <p:grpSp>
            <p:nvGrpSpPr>
              <p:cNvPr id="15415" name="Group 291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16" name="Rectangle 292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17" name="Text Box 293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grpSp>
        <p:nvGrpSpPr>
          <p:cNvPr id="15379" name="Group 294"/>
          <p:cNvGrpSpPr>
            <a:grpSpLocks/>
          </p:cNvGrpSpPr>
          <p:nvPr/>
        </p:nvGrpSpPr>
        <p:grpSpPr bwMode="auto">
          <a:xfrm>
            <a:off x="4921251" y="1828800"/>
            <a:ext cx="1209675" cy="1352550"/>
            <a:chOff x="3519" y="1880"/>
            <a:chExt cx="762" cy="852"/>
          </a:xfrm>
        </p:grpSpPr>
        <p:grpSp>
          <p:nvGrpSpPr>
            <p:cNvPr id="15380" name="Group 295"/>
            <p:cNvGrpSpPr>
              <a:grpSpLocks/>
            </p:cNvGrpSpPr>
            <p:nvPr/>
          </p:nvGrpSpPr>
          <p:grpSpPr bwMode="auto">
            <a:xfrm>
              <a:off x="3529" y="1880"/>
              <a:ext cx="752" cy="330"/>
              <a:chOff x="1282" y="2126"/>
              <a:chExt cx="752" cy="330"/>
            </a:xfrm>
          </p:grpSpPr>
          <p:grpSp>
            <p:nvGrpSpPr>
              <p:cNvPr id="15401" name="Group 296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408" name="Rectangle 29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9" name="Text Box 29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4</a:t>
                  </a:r>
                </a:p>
              </p:txBody>
            </p:sp>
          </p:grpSp>
          <p:grpSp>
            <p:nvGrpSpPr>
              <p:cNvPr id="15402" name="Group 299"/>
              <p:cNvGrpSpPr>
                <a:grpSpLocks/>
              </p:cNvGrpSpPr>
              <p:nvPr/>
            </p:nvGrpSpPr>
            <p:grpSpPr bwMode="auto">
              <a:xfrm>
                <a:off x="1528" y="2126"/>
                <a:ext cx="246" cy="330"/>
                <a:chOff x="1287" y="1865"/>
                <a:chExt cx="246" cy="330"/>
              </a:xfrm>
            </p:grpSpPr>
            <p:sp>
              <p:nvSpPr>
                <p:cNvPr id="15406" name="Rectangle 30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7" name="Text Box 30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17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 </a:t>
                  </a:r>
                </a:p>
              </p:txBody>
            </p:sp>
          </p:grpSp>
          <p:grpSp>
            <p:nvGrpSpPr>
              <p:cNvPr id="15403" name="Group 302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404" name="Rectangle 30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5" name="Text Box 30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2</a:t>
                  </a:r>
                </a:p>
              </p:txBody>
            </p:sp>
          </p:grpSp>
        </p:grpSp>
        <p:grpSp>
          <p:nvGrpSpPr>
            <p:cNvPr id="15381" name="Group 305"/>
            <p:cNvGrpSpPr>
              <a:grpSpLocks/>
            </p:cNvGrpSpPr>
            <p:nvPr/>
          </p:nvGrpSpPr>
          <p:grpSpPr bwMode="auto">
            <a:xfrm>
              <a:off x="3524" y="2141"/>
              <a:ext cx="752" cy="330"/>
              <a:chOff x="1282" y="2126"/>
              <a:chExt cx="752" cy="330"/>
            </a:xfrm>
          </p:grpSpPr>
          <p:grpSp>
            <p:nvGrpSpPr>
              <p:cNvPr id="15392" name="Group 306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399" name="Rectangle 30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400" name="Text Box 30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3</a:t>
                  </a:r>
                </a:p>
              </p:txBody>
            </p:sp>
          </p:grpSp>
          <p:grpSp>
            <p:nvGrpSpPr>
              <p:cNvPr id="15393" name="Group 309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397" name="Rectangle 31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98" name="Text Box 31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1 </a:t>
                  </a:r>
                </a:p>
              </p:txBody>
            </p:sp>
          </p:grpSp>
          <p:grpSp>
            <p:nvGrpSpPr>
              <p:cNvPr id="15394" name="Group 312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395" name="Rectangle 31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96" name="Text Box 31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5</a:t>
                  </a:r>
                </a:p>
              </p:txBody>
            </p:sp>
          </p:grpSp>
        </p:grpSp>
        <p:grpSp>
          <p:nvGrpSpPr>
            <p:cNvPr id="15382" name="Group 315"/>
            <p:cNvGrpSpPr>
              <a:grpSpLocks/>
            </p:cNvGrpSpPr>
            <p:nvPr/>
          </p:nvGrpSpPr>
          <p:grpSpPr bwMode="auto">
            <a:xfrm>
              <a:off x="3519" y="2402"/>
              <a:ext cx="752" cy="330"/>
              <a:chOff x="1282" y="2126"/>
              <a:chExt cx="752" cy="330"/>
            </a:xfrm>
          </p:grpSpPr>
          <p:grpSp>
            <p:nvGrpSpPr>
              <p:cNvPr id="15383" name="Group 316"/>
              <p:cNvGrpSpPr>
                <a:grpSpLocks/>
              </p:cNvGrpSpPr>
              <p:nvPr/>
            </p:nvGrpSpPr>
            <p:grpSpPr bwMode="auto">
              <a:xfrm>
                <a:off x="1282" y="2126"/>
                <a:ext cx="260" cy="330"/>
                <a:chOff x="1287" y="1865"/>
                <a:chExt cx="260" cy="330"/>
              </a:xfrm>
            </p:grpSpPr>
            <p:sp>
              <p:nvSpPr>
                <p:cNvPr id="15390" name="Rectangle 317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91" name="Text Box 318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6</a:t>
                  </a:r>
                </a:p>
              </p:txBody>
            </p:sp>
          </p:grpSp>
          <p:grpSp>
            <p:nvGrpSpPr>
              <p:cNvPr id="15384" name="Group 319"/>
              <p:cNvGrpSpPr>
                <a:grpSpLocks/>
              </p:cNvGrpSpPr>
              <p:nvPr/>
            </p:nvGrpSpPr>
            <p:grpSpPr bwMode="auto">
              <a:xfrm>
                <a:off x="1528" y="2126"/>
                <a:ext cx="315" cy="330"/>
                <a:chOff x="1287" y="1865"/>
                <a:chExt cx="315" cy="330"/>
              </a:xfrm>
            </p:grpSpPr>
            <p:sp>
              <p:nvSpPr>
                <p:cNvPr id="15388" name="Rectangle 320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89" name="Text Box 321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86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7 </a:t>
                  </a:r>
                </a:p>
              </p:txBody>
            </p:sp>
          </p:grpSp>
          <p:grpSp>
            <p:nvGrpSpPr>
              <p:cNvPr id="15385" name="Group 322"/>
              <p:cNvGrpSpPr>
                <a:grpSpLocks/>
              </p:cNvGrpSpPr>
              <p:nvPr/>
            </p:nvGrpSpPr>
            <p:grpSpPr bwMode="auto">
              <a:xfrm>
                <a:off x="1774" y="2126"/>
                <a:ext cx="260" cy="330"/>
                <a:chOff x="1287" y="1865"/>
                <a:chExt cx="260" cy="330"/>
              </a:xfrm>
            </p:grpSpPr>
            <p:sp>
              <p:nvSpPr>
                <p:cNvPr id="15386" name="Rectangle 323"/>
                <p:cNvSpPr>
                  <a:spLocks noChangeArrowheads="1"/>
                </p:cNvSpPr>
                <p:nvPr/>
              </p:nvSpPr>
              <p:spPr bwMode="auto"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800"/>
                </a:p>
              </p:txBody>
            </p:sp>
            <p:sp>
              <p:nvSpPr>
                <p:cNvPr id="15387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1316" y="1865"/>
                  <a:ext cx="231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800"/>
                    <a:t>8</a:t>
                  </a:r>
                </a:p>
              </p:txBody>
            </p:sp>
          </p:grp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7BCF6-AF0A-4853-8B07-936471FF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895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Hill-Climbing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굴림" pitchFamily="50" charset="-127"/>
              </a:rPr>
              <a:t>Local maxima/minima : </a:t>
            </a:r>
            <a:r>
              <a:rPr lang="en-US" dirty="0"/>
              <a:t>local search can get stuck on a local maximum/minimum and not find the optimal solution</a:t>
            </a:r>
            <a:endParaRPr lang="en-GB" dirty="0"/>
          </a:p>
          <a:p>
            <a:endParaRPr lang="en-US" dirty="0"/>
          </a:p>
        </p:txBody>
      </p:sp>
      <p:pic>
        <p:nvPicPr>
          <p:cNvPr id="4" name="Picture 5" descr="8queens-local-minim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1340" y="2795311"/>
            <a:ext cx="2343150" cy="2343150"/>
          </a:xfrm>
          <a:prstGeom prst="rect">
            <a:avLst/>
          </a:prstGeom>
          <a:noFill/>
          <a:ln/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706140" y="5367061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Local minimum</a:t>
            </a:r>
            <a:endParaRPr lang="en-GB" b="1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585559"/>
              </p:ext>
            </p:extLst>
          </p:nvPr>
        </p:nvGraphicFramePr>
        <p:xfrm>
          <a:off x="1991140" y="3004861"/>
          <a:ext cx="5257800" cy="274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39428571" imgH="17161905" progId="PBrush">
                  <p:embed/>
                </p:oleObj>
              </mc:Choice>
              <mc:Fallback>
                <p:oleObj name="비트맵 이미지" r:id="rId3" imgW="39428571" imgH="17161905" progId="PBrush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140" y="3004861"/>
                        <a:ext cx="5257800" cy="2747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838200" y="5456635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Cure</a:t>
            </a:r>
          </a:p>
          <a:p>
            <a:pPr lvl="1"/>
            <a:r>
              <a:rPr lang="en-US" altLang="ko-KR" sz="2000" dirty="0">
                <a:ea typeface="굴림" pitchFamily="50" charset="-127"/>
              </a:rPr>
              <a:t>+ Random restart</a:t>
            </a:r>
          </a:p>
          <a:p>
            <a:pPr lvl="1"/>
            <a:r>
              <a:rPr lang="en-US" altLang="ko-KR" sz="2000" dirty="0">
                <a:ea typeface="굴림" pitchFamily="50" charset="-127"/>
              </a:rPr>
              <a:t>+ Good for Only few local maxima</a:t>
            </a:r>
            <a:endParaRPr lang="en-GB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E5580F-A83A-4708-8780-A154CCC6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198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Improvements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b="1" dirty="0"/>
              <a:t>Random-restart Hill Climbing</a:t>
            </a:r>
            <a:r>
              <a:rPr lang="en-US" altLang="x-none" dirty="0"/>
              <a:t>: Selects a series of initial nodes randomly until the solution is found. </a:t>
            </a:r>
          </a:p>
          <a:p>
            <a:endParaRPr lang="en-US" dirty="0"/>
          </a:p>
          <a:p>
            <a:r>
              <a:rPr lang="en-US" dirty="0"/>
              <a:t>Some problem spaces are great for hill climbing and others are terrible.</a:t>
            </a:r>
            <a:endParaRPr lang="en-US" altLang="x-none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693A21-0842-49F7-BC4F-D0580484330F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03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E543-EC18-F749-E3D9-03E68417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E4DB-988F-34D2-2AC5-58F548E88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 = O(b × d)</a:t>
            </a:r>
            <a:br>
              <a:rPr lang="en-US" dirty="0"/>
            </a:br>
            <a:r>
              <a:rPr lang="en-US" dirty="0"/>
              <a:t>or in the more general case, </a:t>
            </a:r>
            <a:r>
              <a:rPr lang="en-US" b="1" dirty="0"/>
              <a:t>O(N)</a:t>
            </a:r>
          </a:p>
          <a:p>
            <a:pPr marL="0" indent="0">
              <a:buNone/>
            </a:pPr>
            <a:r>
              <a:rPr lang="en-US" dirty="0"/>
              <a:t>From each current state, we generate and evaluate up to </a:t>
            </a:r>
            <a:r>
              <a:rPr lang="en-US" b="1" dirty="0"/>
              <a:t>b</a:t>
            </a:r>
            <a:r>
              <a:rPr lang="en-US" dirty="0"/>
              <a:t> neighbors.</a:t>
            </a:r>
          </a:p>
          <a:p>
            <a:r>
              <a:rPr lang="en-US" dirty="0"/>
              <a:t>This process continues until:</a:t>
            </a:r>
          </a:p>
          <a:p>
            <a:pPr lvl="1"/>
            <a:r>
              <a:rPr lang="en-US" dirty="0"/>
              <a:t>A maximum/minimum is found (stopping criterion)</a:t>
            </a:r>
          </a:p>
          <a:p>
            <a:pPr lvl="1"/>
            <a:r>
              <a:rPr lang="en-US" dirty="0"/>
              <a:t>Or all states are visited (worst case)</a:t>
            </a:r>
          </a:p>
          <a:p>
            <a:r>
              <a:rPr lang="en-US" dirty="0"/>
              <a:t>So, the total time is proportional to the </a:t>
            </a:r>
            <a:r>
              <a:rPr lang="en-US" b="1" dirty="0"/>
              <a:t>number of generated neighbors</a:t>
            </a:r>
            <a:r>
              <a:rPr lang="en-US" dirty="0"/>
              <a:t>.</a:t>
            </a:r>
          </a:p>
          <a:p>
            <a:r>
              <a:rPr lang="en-US" b="1" dirty="0"/>
              <a:t>Space Complexity = O(1)</a:t>
            </a:r>
            <a:r>
              <a:rPr lang="en-US" dirty="0"/>
              <a:t> or </a:t>
            </a:r>
            <a:r>
              <a:rPr lang="en-US" b="1" dirty="0"/>
              <a:t>O(b)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BC32F-AD1B-FB2D-6BC8-666251A8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442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Stochastic hill climbing: </a:t>
            </a:r>
          </a:p>
          <a:p>
            <a:pPr lvl="1"/>
            <a:r>
              <a:rPr lang="en-US" dirty="0"/>
              <a:t>chooses at random from among uphill moves </a:t>
            </a:r>
          </a:p>
          <a:p>
            <a:pPr lvl="1"/>
            <a:r>
              <a:rPr lang="en-US" dirty="0"/>
              <a:t>converges more slowly, but finds better solutions in some landscapes.</a:t>
            </a:r>
          </a:p>
          <a:p>
            <a:r>
              <a:rPr lang="en-US" dirty="0"/>
              <a:t>First-choice hill climbing: </a:t>
            </a:r>
          </a:p>
          <a:p>
            <a:pPr lvl="1"/>
            <a:r>
              <a:rPr lang="en-US" dirty="0"/>
              <a:t>generate successors randomly until one is better than the current</a:t>
            </a:r>
          </a:p>
          <a:p>
            <a:pPr lvl="1"/>
            <a:r>
              <a:rPr lang="en-US" dirty="0"/>
              <a:t>good when a state has many successors </a:t>
            </a:r>
          </a:p>
          <a:p>
            <a:r>
              <a:rPr lang="en-US" dirty="0"/>
              <a:t>Random-restart hill climbing: </a:t>
            </a:r>
          </a:p>
          <a:p>
            <a:pPr lvl="1"/>
            <a:r>
              <a:rPr lang="en-US" dirty="0"/>
              <a:t>conducts a series of hill climbing searches from randomly generated initial states, stops when a goal is found </a:t>
            </a:r>
          </a:p>
          <a:p>
            <a:pPr lvl="1"/>
            <a:r>
              <a:rPr lang="en-US" dirty="0"/>
              <a:t>It’s complete with probability approaching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FE833-4783-4FE9-80FD-F57CA23D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5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222222"/>
                </a:solidFill>
              </a:rPr>
              <a:t>In </a:t>
            </a:r>
            <a:r>
              <a:rPr lang="en-US" altLang="en-US" b="1" dirty="0">
                <a:solidFill>
                  <a:srgbClr val="222222"/>
                </a:solidFill>
              </a:rPr>
              <a:t>simple hill climbing</a:t>
            </a:r>
            <a:r>
              <a:rPr lang="en-US" altLang="en-US" dirty="0">
                <a:solidFill>
                  <a:srgbClr val="222222"/>
                </a:solidFill>
              </a:rPr>
              <a:t>, the first closer node is chosen, whereas in </a:t>
            </a:r>
            <a:r>
              <a:rPr lang="en-US" altLang="en-US" b="1" dirty="0">
                <a:solidFill>
                  <a:srgbClr val="222222"/>
                </a:solidFill>
              </a:rPr>
              <a:t>steepest ascent hill climbing</a:t>
            </a:r>
            <a:r>
              <a:rPr lang="en-US" altLang="en-US" dirty="0">
                <a:solidFill>
                  <a:srgbClr val="222222"/>
                </a:solidFill>
              </a:rPr>
              <a:t> all successors are compared and the closest to the solution is chosen. Steepest ascent hill climbing is similar to </a:t>
            </a:r>
            <a:r>
              <a:rPr lang="en-US" altLang="en-US" dirty="0">
                <a:solidFill>
                  <a:srgbClr val="0B0080"/>
                </a:solidFill>
                <a:hlinkClick r:id="rId2" tooltip="Best-first search"/>
              </a:rPr>
              <a:t>best-first search</a:t>
            </a:r>
            <a:r>
              <a:rPr lang="en-US" altLang="en-US" dirty="0">
                <a:solidFill>
                  <a:srgbClr val="222222"/>
                </a:solidFill>
              </a:rPr>
              <a:t>, which tries all possible extensions of the current path instead of only one.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B0080"/>
                </a:solidFill>
                <a:hlinkClick r:id="rId3" tooltip="Stochastic hill climbing"/>
              </a:rPr>
              <a:t>Stochastic hill climbing</a:t>
            </a:r>
            <a:r>
              <a:rPr lang="en-US" altLang="en-US" dirty="0">
                <a:solidFill>
                  <a:srgbClr val="222222"/>
                </a:solidFill>
              </a:rPr>
              <a:t> does not examine all neighbors before deciding how to move. Rather, it selects a neighbor at random, and decides (based on the amount of improvement in that neighbor) whether to move to that neighbor or to examine another.</a:t>
            </a:r>
            <a:endParaRPr lang="en-US" altLang="en-US" sz="3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solidFill>
                  <a:srgbClr val="222222"/>
                </a:solidFill>
                <a:cs typeface="Arial" panose="020B0604020202020204" pitchFamily="34" charset="0"/>
              </a:rPr>
              <a:t>Random-restart hill climbing</a:t>
            </a:r>
            <a:r>
              <a:rPr lang="en-US" altLang="en-US" dirty="0">
                <a:solidFill>
                  <a:srgbClr val="222222"/>
                </a:solidFill>
                <a:cs typeface="Arial" panose="020B0604020202020204" pitchFamily="34" charset="0"/>
              </a:rPr>
              <a:t> iteratively does hill-climbing, each time with a random initial condition. The best is kept: if a new run of hill climbing produces a better than the stored state, it replaces the stored state.</a:t>
            </a:r>
            <a:endParaRPr lang="en-US" altLang="en-US" sz="36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FB26F-20BF-400B-A6B0-3C033FF7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15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Stochastic hill climbing chooses at random from among the uphill moves; </a:t>
            </a:r>
          </a:p>
          <a:p>
            <a:r>
              <a:rPr lang="en-US" dirty="0"/>
              <a:t>The probability of selection can vary with the steepness of the uphill move. </a:t>
            </a:r>
          </a:p>
          <a:p>
            <a:r>
              <a:rPr lang="en-US" dirty="0"/>
              <a:t>Stochastic hill climbing usually converges more slowly than steepest ascent, but in some state landscapes, it finds better solutions.</a:t>
            </a:r>
          </a:p>
          <a:p>
            <a:r>
              <a:rPr lang="en-US" dirty="0"/>
              <a:t>Stochastic hill climbing is NOT complete, but it may be less likely to get stuck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12DC4-EC10-467A-9A10-F641485F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274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Choice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First-choice hill climbing implements stochastic hill climbing by generating successors randomly until one is generated that is better than the current state. </a:t>
            </a:r>
          </a:p>
          <a:p>
            <a:r>
              <a:rPr lang="en-US" dirty="0"/>
              <a:t>This is a good strategy when a state has many of successors. </a:t>
            </a:r>
          </a:p>
          <a:p>
            <a:r>
              <a:rPr lang="en-US" dirty="0"/>
              <a:t>First-choice hill climbing is also NOT complete,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F749-FDFE-4DAC-9408-21E9C0F9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712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Restart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Random-Restart Hill Climbing conducts a series of hill-climbing searches from randomly generated initial states, until a goal is found. </a:t>
            </a:r>
          </a:p>
          <a:p>
            <a:r>
              <a:rPr lang="en-US" dirty="0"/>
              <a:t>Random-Restart Hill Climbing is complete if infinite (or sufficiently many tries) are allowed. </a:t>
            </a:r>
          </a:p>
          <a:p>
            <a:r>
              <a:rPr lang="en-US" dirty="0"/>
              <a:t>If each hill-climbing search has a probability p of success, then the expected number of restarts required is 1/p. </a:t>
            </a:r>
          </a:p>
          <a:p>
            <a:r>
              <a:rPr lang="en-US" dirty="0"/>
              <a:t>The success of hill climbing depends very much on the shape of the state-space landscape: </a:t>
            </a:r>
          </a:p>
          <a:p>
            <a:r>
              <a:rPr lang="en-US" dirty="0"/>
              <a:t>If there are few local maxima and plateau, random-restart hill climbing will find a good solution very quickly. </a:t>
            </a:r>
          </a:p>
          <a:p>
            <a:r>
              <a:rPr lang="en-US" dirty="0"/>
              <a:t>On the other hand, many real problems have many local maxima to get stuck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B2FD9-7C09-49C0-92D6-B99AC754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47D7B-CD9C-4C7B-93F1-D51D43E6C9F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52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Nature-Inspired Heuristic Algorithms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Genetic Algorithm </a:t>
            </a:r>
            <a:r>
              <a:rPr lang="en-US" dirty="0"/>
              <a:t>(evolution)</a:t>
            </a:r>
          </a:p>
          <a:p>
            <a:r>
              <a:rPr lang="en-US" dirty="0"/>
              <a:t>Neural Network (artificial neural network)</a:t>
            </a:r>
          </a:p>
          <a:p>
            <a:r>
              <a:rPr lang="en-US" dirty="0"/>
              <a:t>Simulated Annealing (metal annealing)</a:t>
            </a:r>
          </a:p>
          <a:p>
            <a:r>
              <a:rPr lang="en-US" dirty="0"/>
              <a:t>Tabu Search (animal’s brain)</a:t>
            </a:r>
          </a:p>
          <a:p>
            <a:r>
              <a:rPr lang="en-US" dirty="0"/>
              <a:t>Ant Colony Optimization</a:t>
            </a:r>
          </a:p>
          <a:p>
            <a:r>
              <a:rPr lang="en-US" dirty="0"/>
              <a:t>Bee Colony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464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neq  template TPT1  env TPENV1  fore 0  back 16777215  eqnno 1"/>
  <p:tag name="FILENAME" val="TP_tmp"/>
  <p:tag name="ORIGWIDTH" val="7"/>
  <p:tag name="PICTUREFILESIZE" val="104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99E13-405E-4643-B748-50D79CB4BF07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2.xml><?xml version="1.0" encoding="utf-8"?>
<ds:datastoreItem xmlns:ds="http://schemas.openxmlformats.org/officeDocument/2006/customXml" ds:itemID="{A8C19A32-1E1A-40D2-9E5B-F1FF3C5A2D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E3AEF7-1D0B-49AB-9762-A0F5BF3642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3400</Words>
  <Application>Microsoft Office PowerPoint</Application>
  <PresentationFormat>Widescreen</PresentationFormat>
  <Paragraphs>464</Paragraphs>
  <Slides>62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굴림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비트맵 이미지</vt:lpstr>
      <vt:lpstr>Local Search and Optimization</vt:lpstr>
      <vt:lpstr>Local Search Algorithms</vt:lpstr>
      <vt:lpstr>Local Search Algorithms</vt:lpstr>
      <vt:lpstr>Local Search</vt:lpstr>
      <vt:lpstr>Local Search Methods – Applications </vt:lpstr>
      <vt:lpstr>Local Search Algorithms</vt:lpstr>
      <vt:lpstr>Local Search Algorithm</vt:lpstr>
      <vt:lpstr>Local search</vt:lpstr>
      <vt:lpstr>Local Search Algorithms for optimization Problems</vt:lpstr>
      <vt:lpstr>Example: n-Queen</vt:lpstr>
      <vt:lpstr>PowerPoint Presentation</vt:lpstr>
      <vt:lpstr>Example: n-Queen</vt:lpstr>
      <vt:lpstr>Example: n-Queen</vt:lpstr>
      <vt:lpstr>PowerPoint Presentation</vt:lpstr>
      <vt:lpstr>PowerPoint Presentation</vt:lpstr>
      <vt:lpstr>Hill Climbing  Algorithm</vt:lpstr>
      <vt:lpstr>Hill Climbing</vt:lpstr>
      <vt:lpstr>Hill-Climbing Algorithm</vt:lpstr>
      <vt:lpstr>Hill Climbing Search</vt:lpstr>
      <vt:lpstr>Hill Climbing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Hill climbing example (minimizing h)</vt:lpstr>
      <vt:lpstr>Activity</vt:lpstr>
      <vt:lpstr>PowerPoint Presentation</vt:lpstr>
      <vt:lpstr>Activity</vt:lpstr>
      <vt:lpstr>PowerPoint Presentation</vt:lpstr>
      <vt:lpstr>PowerPoint Presentation</vt:lpstr>
      <vt:lpstr>Example of hill-climbing for the maze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hill-climbing for the maze problem</vt:lpstr>
      <vt:lpstr>Example of hill-climbing for finding the minimum of a quadratic function</vt:lpstr>
      <vt:lpstr>Example of hill-climbing for finding the minimum of a quadratic function</vt:lpstr>
      <vt:lpstr>PowerPoint Presentation</vt:lpstr>
      <vt:lpstr>PowerPoint Presentation</vt:lpstr>
      <vt:lpstr> Problems with Hill Climbing in AI </vt:lpstr>
      <vt:lpstr>State Space Landscape</vt:lpstr>
      <vt:lpstr>Hill Climbing</vt:lpstr>
      <vt:lpstr>Hill-Climbing – Two Versions</vt:lpstr>
      <vt:lpstr>Hill-Climbing Problems</vt:lpstr>
      <vt:lpstr> Example of a local "maximum"</vt:lpstr>
      <vt:lpstr>Hill-Climbing Problems</vt:lpstr>
      <vt:lpstr>Improvements</vt:lpstr>
      <vt:lpstr>Complexity</vt:lpstr>
      <vt:lpstr>Variants of Hill Climbing</vt:lpstr>
      <vt:lpstr>Variants</vt:lpstr>
      <vt:lpstr>Stochastic Hill Climbing</vt:lpstr>
      <vt:lpstr>First Choice Hill Climbing</vt:lpstr>
      <vt:lpstr>Random Restart Hill Climbing</vt:lpstr>
      <vt:lpstr>Nature-Inspired Heuristic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Search and Optimization</dc:title>
  <dc:creator>FARHAN DAWOOD</dc:creator>
  <cp:lastModifiedBy>Misbah Naz</cp:lastModifiedBy>
  <cp:revision>132</cp:revision>
  <dcterms:created xsi:type="dcterms:W3CDTF">2019-04-04T06:58:54Z</dcterms:created>
  <dcterms:modified xsi:type="dcterms:W3CDTF">2026-08-19T10:20:00Z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